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heme/theme2.xml" ContentType="application/vnd.openxmlformats-officedocument.theme+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heme/theme3.xml" ContentType="application/vnd.openxmlformats-officedocument.theme+xml"/>
  <Override PartName="/ppt/theme/theme4.xml" ContentType="application/vnd.openxmlformats-officedocument.theme+xml"/>
  <Override PartName="/ppt/tags/tag18.xml" ContentType="application/vnd.openxmlformats-officedocument.presentationml.tags+xml"/>
  <Override PartName="/ppt/tags/tag19.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924" r:id="rId7"/>
    <p:sldMasterId id="2147483942" r:id="rId8"/>
  </p:sldMasterIdLst>
  <p:notesMasterIdLst>
    <p:notesMasterId r:id="rId22"/>
  </p:notesMasterIdLst>
  <p:handoutMasterIdLst>
    <p:handoutMasterId r:id="rId23"/>
  </p:handoutMasterIdLst>
  <p:sldIdLst>
    <p:sldId id="2147476583" r:id="rId9"/>
    <p:sldId id="2147481166" r:id="rId10"/>
    <p:sldId id="2147481191" r:id="rId11"/>
    <p:sldId id="2147481192" r:id="rId12"/>
    <p:sldId id="2147481190" r:id="rId13"/>
    <p:sldId id="2147481183" r:id="rId14"/>
    <p:sldId id="2147481185" r:id="rId15"/>
    <p:sldId id="2147481189" r:id="rId16"/>
    <p:sldId id="2147481152" r:id="rId17"/>
    <p:sldId id="2147481186" r:id="rId18"/>
    <p:sldId id="2147481184" r:id="rId19"/>
    <p:sldId id="2147481188" r:id="rId20"/>
    <p:sldId id="313" r:id="rId21"/>
  </p:sldIdLst>
  <p:sldSz cx="12192000" cy="6858000"/>
  <p:notesSz cx="6858000" cy="9144000"/>
  <p:embeddedFontLst>
    <p:embeddedFont>
      <p:font typeface="Aptos Narrow" panose="020B0004020202020204" pitchFamily="34" charset="0"/>
      <p:regular r:id="rId24"/>
      <p:bold r:id="rId25"/>
      <p:italic r:id="rId26"/>
      <p:boldItalic r:id="rId27"/>
    </p:embeddedFont>
    <p:embeddedFont>
      <p:font typeface="KPMG Bold" panose="020B0803030202040204" pitchFamily="34" charset="0"/>
      <p:bold r:id="rId28"/>
      <p:boldItalic r:id="rId29"/>
    </p:embeddedFont>
  </p:embeddedFontLst>
  <p:custDataLst>
    <p:tags r:id="rId30"/>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1368" userDrawn="1">
          <p15:clr>
            <a:srgbClr val="A4A3A4"/>
          </p15:clr>
        </p15:guide>
        <p15:guide id="3" pos="1608" userDrawn="1">
          <p15:clr>
            <a:srgbClr val="A4A3A4"/>
          </p15:clr>
        </p15:guide>
        <p15:guide id="5" orient="horz" pos="2352"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83FAB1F-0760-3530-4038-5A263D32F60F}" name="yadav, Saurabh" initials="" userId="S::saurabhyadav9@kpmg.com::13c7c6c7-cfb7-464f-8694-ff8ade05ed91" providerId="AD"/>
  <p188:author id="{10A03921-3A72-8B0A-6C1D-4EAA1237E86B}" name="Gupta, Deepak Kumar" initials="" userId="S::deepakkumarg@kpmg.com::bfd306c1-9b6d-485c-889a-45a8eff2ad3d" providerId="AD"/>
  <p188:author id="{12732F5A-1CF7-2372-1E1D-40048C8D7808}" name="Angadi, Naveen" initials="AN" userId="S::naveenangadi@kpmg.com::9bc12a83-ce8a-4621-9240-ae379e3bbec8" providerId="AD"/>
  <p188:author id="{F5CD7C71-6E16-B13C-8C57-5463EB08C54C}" name="Gusain, Anuja" initials="GA" userId="S::anujagusain@kpmg.com::ae5cf507-fbf8-49aa-84f7-c6596b59898d" providerId="AD"/>
  <p188:author id="{ECBC8095-4EBC-6FA6-94EB-CA261839FDE2}" name="Wardhan, Akshay" initials="WA" userId="S::akshaywardhan@kpmg.com::be9ae4e7-6d8a-4433-97b6-12954ac4e2a2" providerId="AD"/>
  <p188:author id="{FFF743A0-407D-1480-B167-1F1533D5BC9D}" name="Ghosh, Monishita" initials="" userId="S::monishitaghosh@kpmg.com::a2885633-2f32-41b3-98e6-e310386ea82d" providerId="AD"/>
  <p188:author id="{D6B7ADAD-A056-AF19-1E5E-26FDF80E1CC4}" name="Kumble, Soni" initials="SK" userId="S::sonikumble@kpmg.com::f5a7a4c4-2705-4ab4-a7ec-91fcc845157f" providerId="AD"/>
  <p188:author id="{B58AE0B1-3D9D-394E-A041-D8DCFA3D641F}" name="Kaur, Sukhbir" initials="" userId="S::sukhbirkaur@kpmg.com::ab783593-7bf1-44aa-aa33-e9603793d8cd" providerId="AD"/>
  <p188:author id="{A540E3B7-9814-BF06-0897-A2681E3DA7FE}" name="Patil, Prathmesh" initials="PP" userId="S::prathmeshpatil@kpmg.com::fd993b10-6ecb-412b-9ab7-f36284df75bd" providerId="AD"/>
  <p188:author id="{C3B4FAC0-AF9A-7D71-0A35-7D303B479EFA}" name="Singh, Manisha" initials="SM" userId="S::manishasingh7@kpmg.com::aec50cd3-7969-4cba-af4b-147ff0237d83" providerId="AD"/>
  <p188:author id="{B6A601CB-E910-8EDB-5624-BC7D90371C86}" name="Sood, Karan" initials="SK" userId="S::karansood@kpmg.com::0e398ea6-bee4-4bd9-9f05-4021e33e2905" providerId="AD"/>
  <p188:author id="{19A308CD-A4FF-FC7E-241E-53CC68976DC4}" name="Mohapatra, Ayusha" initials="MA" userId="S::ayushamohapatra@kpmg.com::caa6f5f0-013b-412b-bf63-238dd9ce72b9" providerId="AD"/>
  <p188:author id="{292A31D4-D717-8BD0-290A-932903DF98F3}" name="Talwar, Jasdeep" initials="TJ" userId="S::jasdeeptalwar@kpmg.com::0f1632bc-55c6-4275-aeb5-d93d8288519b" providerId="AD"/>
  <p188:author id="{CB2B58DC-066F-471D-64C0-7BA6313A2698}" name="Dabadghao, Amit" initials="DA" userId="S::amitdabadghao@kpmg.com::6d5775fa-9c19-4a20-9f2a-0be67b366344" providerId="AD"/>
  <p188:author id="{A4AD71F2-F8FF-A223-3562-08E468E0AD9C}" name="Pradeep Vijayaraghavan" initials="PV" userId="S::Pradeep.Vijayaraghavan@jockeyindia.com::f9b6ee39-79b4-420b-8641-76f76655dc72" providerId="AD"/>
  <p188:author id="{A71078FE-7A6F-1318-A2AD-748E076FDBDE}" name="Subudhi, Sai" initials="" userId="S::saisubudhi@kpmg.com::45b3c036-af38-4286-8364-4bdf4fd1b817"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White, Catherine" initials="WC" lastIdx="18" clrIdx="0">
    <p:extLst>
      <p:ext uri="{19B8F6BF-5375-455C-9EA6-DF929625EA0E}">
        <p15:presenceInfo xmlns:p15="http://schemas.microsoft.com/office/powerpoint/2012/main" userId="S::cjwhite@kpmg.ca::0dea3d63-dcad-4748-a310-11ef28cac8a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7A0F7"/>
    <a:srgbClr val="DAF2D0"/>
    <a:srgbClr val="2272FF"/>
    <a:srgbClr val="61CBF3"/>
    <a:srgbClr val="92D050"/>
    <a:srgbClr val="95E5FF"/>
    <a:srgbClr val="C0E6F5"/>
    <a:srgbClr val="B5D0FF"/>
    <a:srgbClr val="1E49E2"/>
    <a:srgbClr val="00B05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347DEBB-B2AC-45AA-877F-AA92812AAB8B}" v="19" dt="2026-04-29T15:49:55.36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1" d="100"/>
          <a:sy n="51" d="100"/>
        </p:scale>
        <p:origin x="1232" y="264"/>
      </p:cViewPr>
      <p:guideLst>
        <p:guide pos="1368"/>
        <p:guide pos="1608"/>
        <p:guide orient="horz" pos="235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font" Target="fonts/font3.fntdata"/><Relationship Id="rId21" Type="http://schemas.openxmlformats.org/officeDocument/2006/relationships/slide" Target="slides/slide13.xml"/><Relationship Id="rId34" Type="http://schemas.openxmlformats.org/officeDocument/2006/relationships/theme" Target="theme/theme1.xml"/><Relationship Id="rId7" Type="http://schemas.openxmlformats.org/officeDocument/2006/relationships/slideMaster" Target="slideMasters/slideMaster1.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font" Target="fonts/font2.fntdata"/><Relationship Id="rId33" Type="http://schemas.openxmlformats.org/officeDocument/2006/relationships/viewProps" Target="viewProps.xml"/><Relationship Id="rId38"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8.xml"/><Relationship Id="rId20" Type="http://schemas.openxmlformats.org/officeDocument/2006/relationships/slide" Target="slides/slide12.xml"/><Relationship Id="rId29" Type="http://schemas.openxmlformats.org/officeDocument/2006/relationships/font" Target="fonts/font6.fntdata"/><Relationship Id="rId1" Type="http://schemas.openxmlformats.org/officeDocument/2006/relationships/customXml" Target="../customXml/item1.xml"/><Relationship Id="rId6" Type="http://schemas.openxmlformats.org/officeDocument/2006/relationships/customXml" Target="../customXml/item6.xml"/><Relationship Id="rId11" Type="http://schemas.openxmlformats.org/officeDocument/2006/relationships/slide" Target="slides/slide3.xml"/><Relationship Id="rId24" Type="http://schemas.openxmlformats.org/officeDocument/2006/relationships/font" Target="fonts/font1.fntdata"/><Relationship Id="rId32" Type="http://schemas.openxmlformats.org/officeDocument/2006/relationships/presProps" Target="presProps.xml"/><Relationship Id="rId37" Type="http://schemas.microsoft.com/office/2015/10/relationships/revisionInfo" Target="revisionInfo.xml"/><Relationship Id="rId5" Type="http://schemas.openxmlformats.org/officeDocument/2006/relationships/customXml" Target="../customXml/item5.xml"/><Relationship Id="rId15" Type="http://schemas.openxmlformats.org/officeDocument/2006/relationships/slide" Target="slides/slide7.xml"/><Relationship Id="rId23" Type="http://schemas.openxmlformats.org/officeDocument/2006/relationships/handoutMaster" Target="handoutMasters/handoutMaster1.xml"/><Relationship Id="rId28" Type="http://schemas.openxmlformats.org/officeDocument/2006/relationships/font" Target="fonts/font5.fntdata"/><Relationship Id="rId36" Type="http://schemas.microsoft.com/office/2016/11/relationships/changesInfo" Target="changesInfos/changesInfo1.xml"/><Relationship Id="rId10" Type="http://schemas.openxmlformats.org/officeDocument/2006/relationships/slide" Target="slides/slide2.xml"/><Relationship Id="rId19" Type="http://schemas.openxmlformats.org/officeDocument/2006/relationships/slide" Target="slides/slide11.xml"/><Relationship Id="rId31" Type="http://schemas.openxmlformats.org/officeDocument/2006/relationships/commentAuthors" Target="commentAuthors.xml"/><Relationship Id="rId4" Type="http://schemas.openxmlformats.org/officeDocument/2006/relationships/customXml" Target="../customXml/item4.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notesMaster" Target="notesMasters/notesMaster1.xml"/><Relationship Id="rId27" Type="http://schemas.openxmlformats.org/officeDocument/2006/relationships/font" Target="fonts/font4.fntdata"/><Relationship Id="rId30" Type="http://schemas.openxmlformats.org/officeDocument/2006/relationships/tags" Target="tags/tag1.xml"/><Relationship Id="rId35" Type="http://schemas.openxmlformats.org/officeDocument/2006/relationships/tableStyles" Target="tableStyles.xml"/><Relationship Id="rId8" Type="http://schemas.openxmlformats.org/officeDocument/2006/relationships/slideMaster" Target="slideMasters/slideMaster2.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umble, Soni" userId="f5a7a4c4-2705-4ab4-a7ec-91fcc845157f" providerId="ADAL" clId="{CD5C78F3-9A8D-4BD2-BE76-3AEA11953971}"/>
    <pc:docChg chg="undo redo custSel mod addSld delSld modSld sldOrd">
      <pc:chgData name="Kumble, Soni" userId="f5a7a4c4-2705-4ab4-a7ec-91fcc845157f" providerId="ADAL" clId="{CD5C78F3-9A8D-4BD2-BE76-3AEA11953971}" dt="2026-04-29T15:49:55.365" v="30123"/>
      <pc:docMkLst>
        <pc:docMk/>
      </pc:docMkLst>
      <pc:sldChg chg="modSp mod">
        <pc:chgData name="Kumble, Soni" userId="f5a7a4c4-2705-4ab4-a7ec-91fcc845157f" providerId="ADAL" clId="{CD5C78F3-9A8D-4BD2-BE76-3AEA11953971}" dt="2026-04-29T14:42:32.418" v="30026" actId="20577"/>
        <pc:sldMkLst>
          <pc:docMk/>
          <pc:sldMk cId="3482495687" sldId="2147476583"/>
        </pc:sldMkLst>
        <pc:spChg chg="mod">
          <ac:chgData name="Kumble, Soni" userId="f5a7a4c4-2705-4ab4-a7ec-91fcc845157f" providerId="ADAL" clId="{CD5C78F3-9A8D-4BD2-BE76-3AEA11953971}" dt="2026-04-29T14:42:32.418" v="30026" actId="20577"/>
          <ac:spMkLst>
            <pc:docMk/>
            <pc:sldMk cId="3482495687" sldId="2147476583"/>
            <ac:spMk id="5" creationId="{F16E8F32-F9CA-23B5-C525-7655068548A4}"/>
          </ac:spMkLst>
        </pc:spChg>
      </pc:sldChg>
      <pc:sldChg chg="addSp delSp modSp new add del mod ord">
        <pc:chgData name="Kumble, Soni" userId="f5a7a4c4-2705-4ab4-a7ec-91fcc845157f" providerId="ADAL" clId="{CD5C78F3-9A8D-4BD2-BE76-3AEA11953971}" dt="2026-04-17T06:45:40.993" v="29976"/>
        <pc:sldMkLst>
          <pc:docMk/>
          <pc:sldMk cId="377064246" sldId="2147481152"/>
        </pc:sldMkLst>
        <pc:spChg chg="add mod">
          <ac:chgData name="Kumble, Soni" userId="f5a7a4c4-2705-4ab4-a7ec-91fcc845157f" providerId="ADAL" clId="{CD5C78F3-9A8D-4BD2-BE76-3AEA11953971}" dt="2026-04-09T07:38:30.854" v="28355"/>
          <ac:spMkLst>
            <pc:docMk/>
            <pc:sldMk cId="377064246" sldId="2147481152"/>
            <ac:spMk id="4" creationId="{74872C43-1A55-9A16-D65C-43D376714550}"/>
          </ac:spMkLst>
        </pc:spChg>
        <pc:graphicFrameChg chg="add mod modGraphic">
          <ac:chgData name="Kumble, Soni" userId="f5a7a4c4-2705-4ab4-a7ec-91fcc845157f" providerId="ADAL" clId="{CD5C78F3-9A8D-4BD2-BE76-3AEA11953971}" dt="2026-04-09T07:40:40.979" v="28422" actId="20577"/>
          <ac:graphicFrameMkLst>
            <pc:docMk/>
            <pc:sldMk cId="377064246" sldId="2147481152"/>
            <ac:graphicFrameMk id="5" creationId="{42D64DF2-0BD6-8ADC-B9F5-028DB43AABC6}"/>
          </ac:graphicFrameMkLst>
        </pc:graphicFrameChg>
      </pc:sldChg>
      <pc:sldChg chg="addSp delSp modSp new mod modClrScheme chgLayout">
        <pc:chgData name="Kumble, Soni" userId="f5a7a4c4-2705-4ab4-a7ec-91fcc845157f" providerId="ADAL" clId="{CD5C78F3-9A8D-4BD2-BE76-3AEA11953971}" dt="2026-04-17T06:25:04.330" v="29136" actId="1076"/>
        <pc:sldMkLst>
          <pc:docMk/>
          <pc:sldMk cId="1700133243" sldId="2147481166"/>
        </pc:sldMkLst>
        <pc:spChg chg="add mod">
          <ac:chgData name="Kumble, Soni" userId="f5a7a4c4-2705-4ab4-a7ec-91fcc845157f" providerId="ADAL" clId="{CD5C78F3-9A8D-4BD2-BE76-3AEA11953971}" dt="2026-04-17T06:25:04.330" v="29136" actId="1076"/>
          <ac:spMkLst>
            <pc:docMk/>
            <pc:sldMk cId="1700133243" sldId="2147481166"/>
            <ac:spMk id="6" creationId="{7A2A07CF-20F9-30A9-32D4-CFBC5E97D7A6}"/>
          </ac:spMkLst>
        </pc:spChg>
        <pc:graphicFrameChg chg="add mod modGraphic">
          <ac:chgData name="Kumble, Soni" userId="f5a7a4c4-2705-4ab4-a7ec-91fcc845157f" providerId="ADAL" clId="{CD5C78F3-9A8D-4BD2-BE76-3AEA11953971}" dt="2026-04-17T06:24:59.690" v="29134" actId="12385"/>
          <ac:graphicFrameMkLst>
            <pc:docMk/>
            <pc:sldMk cId="1700133243" sldId="2147481166"/>
            <ac:graphicFrameMk id="7" creationId="{7213E6AB-6A8C-E065-ED42-73E574A6D59B}"/>
          </ac:graphicFrameMkLst>
        </pc:graphicFrameChg>
      </pc:sldChg>
      <pc:sldChg chg="addSp delSp modSp add del mod">
        <pc:chgData name="Kumble, Soni" userId="f5a7a4c4-2705-4ab4-a7ec-91fcc845157f" providerId="ADAL" clId="{CD5C78F3-9A8D-4BD2-BE76-3AEA11953971}" dt="2026-04-17T06:51:40.145" v="30004" actId="20577"/>
        <pc:sldMkLst>
          <pc:docMk/>
          <pc:sldMk cId="1534127313" sldId="2147481183"/>
        </pc:sldMkLst>
        <pc:spChg chg="mod">
          <ac:chgData name="Kumble, Soni" userId="f5a7a4c4-2705-4ab4-a7ec-91fcc845157f" providerId="ADAL" clId="{CD5C78F3-9A8D-4BD2-BE76-3AEA11953971}" dt="2026-04-09T06:14:24.308" v="27103" actId="1076"/>
          <ac:spMkLst>
            <pc:docMk/>
            <pc:sldMk cId="1534127313" sldId="2147481183"/>
            <ac:spMk id="2" creationId="{E243A873-22B5-75E1-0677-B349A22A708F}"/>
          </ac:spMkLst>
        </pc:spChg>
        <pc:graphicFrameChg chg="mod modGraphic">
          <ac:chgData name="Kumble, Soni" userId="f5a7a4c4-2705-4ab4-a7ec-91fcc845157f" providerId="ADAL" clId="{CD5C78F3-9A8D-4BD2-BE76-3AEA11953971}" dt="2026-04-17T06:51:40.145" v="30004" actId="20577"/>
          <ac:graphicFrameMkLst>
            <pc:docMk/>
            <pc:sldMk cId="1534127313" sldId="2147481183"/>
            <ac:graphicFrameMk id="3" creationId="{925A0B6D-85EA-8D5B-CCB8-616B8E56D9BE}"/>
          </ac:graphicFrameMkLst>
        </pc:graphicFrameChg>
      </pc:sldChg>
      <pc:sldChg chg="addSp modSp new mod">
        <pc:chgData name="Kumble, Soni" userId="f5a7a4c4-2705-4ab4-a7ec-91fcc845157f" providerId="ADAL" clId="{CD5C78F3-9A8D-4BD2-BE76-3AEA11953971}" dt="2026-04-17T10:39:29.921" v="30020" actId="20577"/>
        <pc:sldMkLst>
          <pc:docMk/>
          <pc:sldMk cId="321485321" sldId="2147481184"/>
        </pc:sldMkLst>
        <pc:spChg chg="mod">
          <ac:chgData name="Kumble, Soni" userId="f5a7a4c4-2705-4ab4-a7ec-91fcc845157f" providerId="ADAL" clId="{CD5C78F3-9A8D-4BD2-BE76-3AEA11953971}" dt="2026-04-17T06:45:49.277" v="29984" actId="20577"/>
          <ac:spMkLst>
            <pc:docMk/>
            <pc:sldMk cId="321485321" sldId="2147481184"/>
            <ac:spMk id="2" creationId="{EF239608-CF95-BF02-E34A-11B283F443EB}"/>
          </ac:spMkLst>
        </pc:spChg>
        <pc:spChg chg="add mod">
          <ac:chgData name="Kumble, Soni" userId="f5a7a4c4-2705-4ab4-a7ec-91fcc845157f" providerId="ADAL" clId="{CD5C78F3-9A8D-4BD2-BE76-3AEA11953971}" dt="2026-04-17T06:44:24.542" v="29972" actId="1036"/>
          <ac:spMkLst>
            <pc:docMk/>
            <pc:sldMk cId="321485321" sldId="2147481184"/>
            <ac:spMk id="4" creationId="{B84EB7AB-A997-47B0-AF51-264A646EDF2F}"/>
          </ac:spMkLst>
        </pc:spChg>
        <pc:graphicFrameChg chg="add mod modGraphic">
          <ac:chgData name="Kumble, Soni" userId="f5a7a4c4-2705-4ab4-a7ec-91fcc845157f" providerId="ADAL" clId="{CD5C78F3-9A8D-4BD2-BE76-3AEA11953971}" dt="2026-04-17T10:39:29.921" v="30020" actId="20577"/>
          <ac:graphicFrameMkLst>
            <pc:docMk/>
            <pc:sldMk cId="321485321" sldId="2147481184"/>
            <ac:graphicFrameMk id="3" creationId="{9D80D30C-7DCC-841E-1481-3F1E986BEC13}"/>
          </ac:graphicFrameMkLst>
        </pc:graphicFrameChg>
      </pc:sldChg>
      <pc:sldChg chg="modSp add mod">
        <pc:chgData name="Kumble, Soni" userId="f5a7a4c4-2705-4ab4-a7ec-91fcc845157f" providerId="ADAL" clId="{CD5C78F3-9A8D-4BD2-BE76-3AEA11953971}" dt="2026-04-17T06:42:35.062" v="29965"/>
        <pc:sldMkLst>
          <pc:docMk/>
          <pc:sldMk cId="4089172753" sldId="2147481185"/>
        </pc:sldMkLst>
        <pc:graphicFrameChg chg="mod modGraphic">
          <ac:chgData name="Kumble, Soni" userId="f5a7a4c4-2705-4ab4-a7ec-91fcc845157f" providerId="ADAL" clId="{CD5C78F3-9A8D-4BD2-BE76-3AEA11953971}" dt="2026-04-17T06:42:35.062" v="29965"/>
          <ac:graphicFrameMkLst>
            <pc:docMk/>
            <pc:sldMk cId="4089172753" sldId="2147481185"/>
            <ac:graphicFrameMk id="3" creationId="{414EA434-AE43-DB2C-C1A8-2BC2F146554E}"/>
          </ac:graphicFrameMkLst>
        </pc:graphicFrameChg>
      </pc:sldChg>
      <pc:sldChg chg="modSp add mod ord">
        <pc:chgData name="Kumble, Soni" userId="f5a7a4c4-2705-4ab4-a7ec-91fcc845157f" providerId="ADAL" clId="{CD5C78F3-9A8D-4BD2-BE76-3AEA11953971}" dt="2026-04-17T09:37:41.398" v="30006" actId="207"/>
        <pc:sldMkLst>
          <pc:docMk/>
          <pc:sldMk cId="3157259633" sldId="2147481186"/>
        </pc:sldMkLst>
        <pc:graphicFrameChg chg="mod modGraphic">
          <ac:chgData name="Kumble, Soni" userId="f5a7a4c4-2705-4ab4-a7ec-91fcc845157f" providerId="ADAL" clId="{CD5C78F3-9A8D-4BD2-BE76-3AEA11953971}" dt="2026-04-17T09:37:41.398" v="30006" actId="207"/>
          <ac:graphicFrameMkLst>
            <pc:docMk/>
            <pc:sldMk cId="3157259633" sldId="2147481186"/>
            <ac:graphicFrameMk id="3" creationId="{E23A997A-9CE5-9F6D-BFEC-16F3D16EE17C}"/>
          </ac:graphicFrameMkLst>
        </pc:graphicFrameChg>
      </pc:sldChg>
      <pc:sldChg chg="modSp add mod">
        <pc:chgData name="Kumble, Soni" userId="f5a7a4c4-2705-4ab4-a7ec-91fcc845157f" providerId="ADAL" clId="{CD5C78F3-9A8D-4BD2-BE76-3AEA11953971}" dt="2026-04-17T06:46:05.154" v="29985" actId="1076"/>
        <pc:sldMkLst>
          <pc:docMk/>
          <pc:sldMk cId="1887423738" sldId="2147481188"/>
        </pc:sldMkLst>
        <pc:graphicFrameChg chg="mod modGraphic">
          <ac:chgData name="Kumble, Soni" userId="f5a7a4c4-2705-4ab4-a7ec-91fcc845157f" providerId="ADAL" clId="{CD5C78F3-9A8D-4BD2-BE76-3AEA11953971}" dt="2026-04-17T06:46:05.154" v="29985" actId="1076"/>
          <ac:graphicFrameMkLst>
            <pc:docMk/>
            <pc:sldMk cId="1887423738" sldId="2147481188"/>
            <ac:graphicFrameMk id="3" creationId="{E0234A58-A7FE-6510-F0F1-B88A20F3919C}"/>
          </ac:graphicFrameMkLst>
        </pc:graphicFrameChg>
      </pc:sldChg>
      <pc:sldChg chg="addSp modSp new mod">
        <pc:chgData name="Kumble, Soni" userId="f5a7a4c4-2705-4ab4-a7ec-91fcc845157f" providerId="ADAL" clId="{CD5C78F3-9A8D-4BD2-BE76-3AEA11953971}" dt="2026-04-17T06:43:28.090" v="29967" actId="120"/>
        <pc:sldMkLst>
          <pc:docMk/>
          <pc:sldMk cId="2165715142" sldId="2147481189"/>
        </pc:sldMkLst>
        <pc:spChg chg="mod">
          <ac:chgData name="Kumble, Soni" userId="f5a7a4c4-2705-4ab4-a7ec-91fcc845157f" providerId="ADAL" clId="{CD5C78F3-9A8D-4BD2-BE76-3AEA11953971}" dt="2026-04-09T07:41:17.140" v="28467" actId="20577"/>
          <ac:spMkLst>
            <pc:docMk/>
            <pc:sldMk cId="2165715142" sldId="2147481189"/>
            <ac:spMk id="2" creationId="{E47B1FC9-8210-D105-4BF2-B769EA244442}"/>
          </ac:spMkLst>
        </pc:spChg>
        <pc:spChg chg="add mod">
          <ac:chgData name="Kumble, Soni" userId="f5a7a4c4-2705-4ab4-a7ec-91fcc845157f" providerId="ADAL" clId="{CD5C78F3-9A8D-4BD2-BE76-3AEA11953971}" dt="2026-04-09T07:46:19.873" v="28975" actId="313"/>
          <ac:spMkLst>
            <pc:docMk/>
            <pc:sldMk cId="2165715142" sldId="2147481189"/>
            <ac:spMk id="5" creationId="{10A7D339-6CDC-BE72-6D7B-7B6504BAE257}"/>
          </ac:spMkLst>
        </pc:spChg>
        <pc:graphicFrameChg chg="add mod modGraphic">
          <ac:chgData name="Kumble, Soni" userId="f5a7a4c4-2705-4ab4-a7ec-91fcc845157f" providerId="ADAL" clId="{CD5C78F3-9A8D-4BD2-BE76-3AEA11953971}" dt="2026-04-17T06:43:28.090" v="29967" actId="120"/>
          <ac:graphicFrameMkLst>
            <pc:docMk/>
            <pc:sldMk cId="2165715142" sldId="2147481189"/>
            <ac:graphicFrameMk id="4" creationId="{989DAC17-D645-CD13-90C6-08FE737F38E2}"/>
          </ac:graphicFrameMkLst>
        </pc:graphicFrameChg>
      </pc:sldChg>
      <pc:sldChg chg="addSp delSp modSp new mod">
        <pc:chgData name="Kumble, Soni" userId="f5a7a4c4-2705-4ab4-a7ec-91fcc845157f" providerId="ADAL" clId="{CD5C78F3-9A8D-4BD2-BE76-3AEA11953971}" dt="2026-04-29T15:39:36.085" v="30109" actId="478"/>
        <pc:sldMkLst>
          <pc:docMk/>
          <pc:sldMk cId="415685234" sldId="2147481190"/>
        </pc:sldMkLst>
        <pc:spChg chg="mod">
          <ac:chgData name="Kumble, Soni" userId="f5a7a4c4-2705-4ab4-a7ec-91fcc845157f" providerId="ADAL" clId="{CD5C78F3-9A8D-4BD2-BE76-3AEA11953971}" dt="2026-04-17T06:25:23.507" v="29158" actId="1076"/>
          <ac:spMkLst>
            <pc:docMk/>
            <pc:sldMk cId="415685234" sldId="2147481190"/>
            <ac:spMk id="2" creationId="{F70D59D5-6414-1B35-B81C-31722B5CDA71}"/>
          </ac:spMkLst>
        </pc:spChg>
        <pc:spChg chg="add del mod">
          <ac:chgData name="Kumble, Soni" userId="f5a7a4c4-2705-4ab4-a7ec-91fcc845157f" providerId="ADAL" clId="{CD5C78F3-9A8D-4BD2-BE76-3AEA11953971}" dt="2026-04-17T06:25:51.505" v="29167" actId="14100"/>
          <ac:spMkLst>
            <pc:docMk/>
            <pc:sldMk cId="415685234" sldId="2147481190"/>
            <ac:spMk id="4" creationId="{EA7046F7-8A40-64BB-63D1-16D8CCEBBC7C}"/>
          </ac:spMkLst>
        </pc:spChg>
        <pc:spChg chg="add del mod">
          <ac:chgData name="Kumble, Soni" userId="f5a7a4c4-2705-4ab4-a7ec-91fcc845157f" providerId="ADAL" clId="{CD5C78F3-9A8D-4BD2-BE76-3AEA11953971}" dt="2026-04-29T14:44:56.472" v="30031" actId="478"/>
          <ac:spMkLst>
            <pc:docMk/>
            <pc:sldMk cId="415685234" sldId="2147481190"/>
            <ac:spMk id="5" creationId="{8B27548F-D41D-1592-9D7F-F363AEA91199}"/>
          </ac:spMkLst>
        </pc:spChg>
        <pc:graphicFrameChg chg="add del mod modGraphic">
          <ac:chgData name="Kumble, Soni" userId="f5a7a4c4-2705-4ab4-a7ec-91fcc845157f" providerId="ADAL" clId="{CD5C78F3-9A8D-4BD2-BE76-3AEA11953971}" dt="2026-04-29T15:39:33.139" v="30108" actId="108"/>
          <ac:graphicFrameMkLst>
            <pc:docMk/>
            <pc:sldMk cId="415685234" sldId="2147481190"/>
            <ac:graphicFrameMk id="3" creationId="{BC953381-623B-A1A6-15C0-98862E72649D}"/>
          </ac:graphicFrameMkLst>
        </pc:graphicFrameChg>
        <pc:graphicFrameChg chg="add del mod">
          <ac:chgData name="Kumble, Soni" userId="f5a7a4c4-2705-4ab4-a7ec-91fcc845157f" providerId="ADAL" clId="{CD5C78F3-9A8D-4BD2-BE76-3AEA11953971}" dt="2026-04-29T15:39:36.085" v="30109" actId="478"/>
          <ac:graphicFrameMkLst>
            <pc:docMk/>
            <pc:sldMk cId="415685234" sldId="2147481190"/>
            <ac:graphicFrameMk id="6" creationId="{A6DF5DB4-F332-EE8A-A9E8-4DF5028C59EE}"/>
          </ac:graphicFrameMkLst>
        </pc:graphicFrameChg>
      </pc:sldChg>
      <pc:sldChg chg="addSp modSp new mod">
        <pc:chgData name="Kumble, Soni" userId="f5a7a4c4-2705-4ab4-a7ec-91fcc845157f" providerId="ADAL" clId="{CD5C78F3-9A8D-4BD2-BE76-3AEA11953971}" dt="2026-04-29T15:42:05.136" v="30117" actId="14734"/>
        <pc:sldMkLst>
          <pc:docMk/>
          <pc:sldMk cId="2502640254" sldId="2147481191"/>
        </pc:sldMkLst>
        <pc:graphicFrameChg chg="add mod modGraphic">
          <ac:chgData name="Kumble, Soni" userId="f5a7a4c4-2705-4ab4-a7ec-91fcc845157f" providerId="ADAL" clId="{CD5C78F3-9A8D-4BD2-BE76-3AEA11953971}" dt="2026-04-29T15:42:05.136" v="30117" actId="14734"/>
          <ac:graphicFrameMkLst>
            <pc:docMk/>
            <pc:sldMk cId="2502640254" sldId="2147481191"/>
            <ac:graphicFrameMk id="3" creationId="{CC778537-48FE-4081-8186-55BC64BC8E39}"/>
          </ac:graphicFrameMkLst>
        </pc:graphicFrameChg>
      </pc:sldChg>
      <pc:sldChg chg="addSp modSp new mod">
        <pc:chgData name="Kumble, Soni" userId="f5a7a4c4-2705-4ab4-a7ec-91fcc845157f" providerId="ADAL" clId="{CD5C78F3-9A8D-4BD2-BE76-3AEA11953971}" dt="2026-04-29T15:49:55.365" v="30123"/>
        <pc:sldMkLst>
          <pc:docMk/>
          <pc:sldMk cId="3664318701" sldId="2147481192"/>
        </pc:sldMkLst>
        <pc:graphicFrameChg chg="add mod modGraphic">
          <ac:chgData name="Kumble, Soni" userId="f5a7a4c4-2705-4ab4-a7ec-91fcc845157f" providerId="ADAL" clId="{CD5C78F3-9A8D-4BD2-BE76-3AEA11953971}" dt="2026-04-29T15:49:55.365" v="30123"/>
          <ac:graphicFrameMkLst>
            <pc:docMk/>
            <pc:sldMk cId="3664318701" sldId="2147481192"/>
            <ac:graphicFrameMk id="3" creationId="{DB09D7BD-EE0D-07E8-3797-39613BCF0ADC}"/>
          </ac:graphicFrameMkLst>
        </pc:graphicFrame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C54D5F6-3183-428A-85C8-51C26DD4B50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latin typeface="Arial" panose="020B0604020202020204" pitchFamily="34" charset="0"/>
            </a:endParaRPr>
          </a:p>
        </p:txBody>
      </p:sp>
      <p:sp>
        <p:nvSpPr>
          <p:cNvPr id="3" name="Date Placeholder 2">
            <a:extLst>
              <a:ext uri="{FF2B5EF4-FFF2-40B4-BE49-F238E27FC236}">
                <a16:creationId xmlns:a16="http://schemas.microsoft.com/office/drawing/2014/main" id="{F1608F93-CC89-4063-A187-7B1597877F1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BABA84C-EC3E-4598-9C4D-8CE1D2A956F5}" type="datetimeFigureOut">
              <a:rPr lang="en-GB" smtClean="0">
                <a:latin typeface="Arial" panose="020B0604020202020204" pitchFamily="34" charset="0"/>
              </a:rPr>
              <a:t>29/04/2026</a:t>
            </a:fld>
            <a:endParaRPr lang="en-GB">
              <a:latin typeface="Arial" panose="020B0604020202020204" pitchFamily="34" charset="0"/>
            </a:endParaRPr>
          </a:p>
        </p:txBody>
      </p:sp>
      <p:sp>
        <p:nvSpPr>
          <p:cNvPr id="4" name="Footer Placeholder 3">
            <a:extLst>
              <a:ext uri="{FF2B5EF4-FFF2-40B4-BE49-F238E27FC236}">
                <a16:creationId xmlns:a16="http://schemas.microsoft.com/office/drawing/2014/main" id="{EE24D309-D941-4AA7-AD70-D334F1D5923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latin typeface="Arial" panose="020B0604020202020204" pitchFamily="34" charset="0"/>
            </a:endParaRPr>
          </a:p>
        </p:txBody>
      </p:sp>
      <p:sp>
        <p:nvSpPr>
          <p:cNvPr id="5" name="Slide Number Placeholder 4">
            <a:extLst>
              <a:ext uri="{FF2B5EF4-FFF2-40B4-BE49-F238E27FC236}">
                <a16:creationId xmlns:a16="http://schemas.microsoft.com/office/drawing/2014/main" id="{B1E99044-B362-4E47-A054-164531AC8F8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0C0F9D0-9E03-483D-AC3B-FCB5CBA393CA}" type="slidenum">
              <a:rPr lang="en-GB" smtClean="0">
                <a:latin typeface="Arial" panose="020B0604020202020204" pitchFamily="34" charset="0"/>
              </a:rPr>
              <a:t>‹#›</a:t>
            </a:fld>
            <a:endParaRPr lang="en-GB">
              <a:latin typeface="Arial" panose="020B0604020202020204" pitchFamily="34" charset="0"/>
            </a:endParaRPr>
          </a:p>
        </p:txBody>
      </p:sp>
    </p:spTree>
    <p:extLst>
      <p:ext uri="{BB962C8B-B14F-4D97-AF65-F5344CB8AC3E}">
        <p14:creationId xmlns:p14="http://schemas.microsoft.com/office/powerpoint/2010/main" val="375430261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Arial" panose="020B0604020202020204" pitchFamily="34" charset="0"/>
              </a:defRPr>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Arial" panose="020B0604020202020204" pitchFamily="34" charset="0"/>
              </a:defRPr>
            </a:lvl1pPr>
          </a:lstStyle>
          <a:p>
            <a:fld id="{3C57A4BF-14E0-48E2-B42F-B29D277000AB}" type="datetimeFigureOut">
              <a:rPr lang="en-GB" smtClean="0"/>
              <a:pPr/>
              <a:t>29/04/2026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Arial" panose="020B0604020202020204" pitchFamily="34" charset="0"/>
              </a:defRPr>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Arial" panose="020B0604020202020204" pitchFamily="34" charset="0"/>
              </a:defRPr>
            </a:lvl1pPr>
          </a:lstStyle>
          <a:p>
            <a:fld id="{9B5D948F-A673-4DC7-A0E9-FA274EAF3634}" type="slidenum">
              <a:rPr lang="en-GB" smtClean="0"/>
              <a:pPr/>
              <a:t>‹#›</a:t>
            </a:fld>
            <a:endParaRPr lang="en-GB"/>
          </a:p>
        </p:txBody>
      </p:sp>
    </p:spTree>
    <p:extLst>
      <p:ext uri="{BB962C8B-B14F-4D97-AF65-F5344CB8AC3E}">
        <p14:creationId xmlns:p14="http://schemas.microsoft.com/office/powerpoint/2010/main" val="34913089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Arial" panose="020B0604020202020204" pitchFamily="34" charset="0"/>
        <a:ea typeface="+mn-ea"/>
        <a:cs typeface="+mn-cs"/>
      </a:defRPr>
    </a:lvl1pPr>
    <a:lvl2pPr marL="457200" algn="l" defTabSz="914400" rtl="0" eaLnBrk="1" latinLnBrk="0" hangingPunct="1">
      <a:defRPr sz="1200" kern="1200">
        <a:solidFill>
          <a:schemeClr val="tx1"/>
        </a:solidFill>
        <a:latin typeface="Arial" panose="020B0604020202020204" pitchFamily="34" charset="0"/>
        <a:ea typeface="+mn-ea"/>
        <a:cs typeface="+mn-cs"/>
      </a:defRPr>
    </a:lvl2pPr>
    <a:lvl3pPr marL="914400" algn="l" defTabSz="914400" rtl="0" eaLnBrk="1" latinLnBrk="0" hangingPunct="1">
      <a:defRPr sz="1200" kern="1200">
        <a:solidFill>
          <a:schemeClr val="tx1"/>
        </a:solidFill>
        <a:latin typeface="Arial" panose="020B0604020202020204" pitchFamily="34" charset="0"/>
        <a:ea typeface="+mn-ea"/>
        <a:cs typeface="+mn-cs"/>
      </a:defRPr>
    </a:lvl3pPr>
    <a:lvl4pPr marL="1371600" algn="l" defTabSz="914400" rtl="0" eaLnBrk="1" latinLnBrk="0" hangingPunct="1">
      <a:defRPr sz="1200" kern="1200">
        <a:solidFill>
          <a:schemeClr val="tx1"/>
        </a:solidFill>
        <a:latin typeface="Arial" panose="020B0604020202020204" pitchFamily="34" charset="0"/>
        <a:ea typeface="+mn-ea"/>
        <a:cs typeface="+mn-cs"/>
      </a:defRPr>
    </a:lvl4pPr>
    <a:lvl5pPr marL="1828800" algn="l" defTabSz="914400" rtl="0" eaLnBrk="1" latinLnBrk="0" hangingPunct="1">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BF03E53-F05D-484D-BD49-BEBDA0194AFF}" type="slidenum">
              <a:rPr lang="en-US" smtClean="0"/>
              <a:t>1</a:t>
            </a:fld>
            <a:endParaRPr lang="en-US"/>
          </a:p>
        </p:txBody>
      </p:sp>
    </p:spTree>
    <p:extLst>
      <p:ext uri="{BB962C8B-B14F-4D97-AF65-F5344CB8AC3E}">
        <p14:creationId xmlns:p14="http://schemas.microsoft.com/office/powerpoint/2010/main" val="24839969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B5D948F-A673-4DC7-A0E9-FA274EAF3634}" type="slidenum">
              <a:rPr lang="en-GB" smtClean="0"/>
              <a:pPr/>
              <a:t>2</a:t>
            </a:fld>
            <a:endParaRPr lang="en-GB"/>
          </a:p>
        </p:txBody>
      </p:sp>
    </p:spTree>
    <p:extLst>
      <p:ext uri="{BB962C8B-B14F-4D97-AF65-F5344CB8AC3E}">
        <p14:creationId xmlns:p14="http://schemas.microsoft.com/office/powerpoint/2010/main" val="12006993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B5D948F-A673-4DC7-A0E9-FA274EAF3634}" type="slidenum">
              <a:rPr lang="en-GB" smtClean="0"/>
              <a:pPr/>
              <a:t>7</a:t>
            </a:fld>
            <a:endParaRPr lang="en-GB"/>
          </a:p>
        </p:txBody>
      </p:sp>
    </p:spTree>
    <p:extLst>
      <p:ext uri="{BB962C8B-B14F-4D97-AF65-F5344CB8AC3E}">
        <p14:creationId xmlns:p14="http://schemas.microsoft.com/office/powerpoint/2010/main" val="37528782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B5D948F-A673-4DC7-A0E9-FA274EAF3634}" type="slidenum">
              <a:rPr lang="en-GB" smtClean="0"/>
              <a:pPr/>
              <a:t>12</a:t>
            </a:fld>
            <a:endParaRPr lang="en-GB"/>
          </a:p>
        </p:txBody>
      </p:sp>
    </p:spTree>
    <p:extLst>
      <p:ext uri="{BB962C8B-B14F-4D97-AF65-F5344CB8AC3E}">
        <p14:creationId xmlns:p14="http://schemas.microsoft.com/office/powerpoint/2010/main" val="26443028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xml"/></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8" Type="http://schemas.openxmlformats.org/officeDocument/2006/relationships/image" Target="../media/image2.svg"/><Relationship Id="rId3" Type="http://schemas.openxmlformats.org/officeDocument/2006/relationships/tags" Target="../tags/tag8.xml"/><Relationship Id="rId7" Type="http://schemas.openxmlformats.org/officeDocument/2006/relationships/image" Target="../media/image1.png"/><Relationship Id="rId2" Type="http://schemas.openxmlformats.org/officeDocument/2006/relationships/tags" Target="../tags/tag7.xml"/><Relationship Id="rId1" Type="http://schemas.openxmlformats.org/officeDocument/2006/relationships/tags" Target="../tags/tag6.xml"/><Relationship Id="rId6" Type="http://schemas.openxmlformats.org/officeDocument/2006/relationships/image" Target="../media/image4.emf"/><Relationship Id="rId5" Type="http://schemas.openxmlformats.org/officeDocument/2006/relationships/oleObject" Target="../embeddings/oleObject1.bin"/><Relationship Id="rId4"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9.xml"/><Relationship Id="rId4" Type="http://schemas.openxmlformats.org/officeDocument/2006/relationships/image" Target="../media/image2.svg"/></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1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12.xml"/></Relationships>
</file>

<file path=ppt/slideLayouts/_rels/slideLayout32.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1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1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1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2.svg"/><Relationship Id="rId7" Type="http://schemas.openxmlformats.org/officeDocument/2006/relationships/hyperlink" Target="https://twitter.com/KPMGIndia" TargetMode="External"/><Relationship Id="rId2" Type="http://schemas.openxmlformats.org/officeDocument/2006/relationships/image" Target="../media/image1.png"/><Relationship Id="rId1" Type="http://schemas.openxmlformats.org/officeDocument/2006/relationships/slideMaster" Target="../slideMasters/slideMaster2.xml"/><Relationship Id="rId6" Type="http://schemas.openxmlformats.org/officeDocument/2006/relationships/hyperlink" Target="https://www.youtube.com/user/kpmgindia" TargetMode="External"/><Relationship Id="rId5" Type="http://schemas.openxmlformats.org/officeDocument/2006/relationships/hyperlink" Target="https://www.facebook.com/KPMGIndia/" TargetMode="External"/><Relationship Id="rId4" Type="http://schemas.openxmlformats.org/officeDocument/2006/relationships/hyperlink" Target="https://www.linkedin.com/company/kpmgindia/" TargetMode="External"/></Relationships>
</file>

<file path=ppt/slideLayouts/_rels/slideLayout5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2.svg"/><Relationship Id="rId7" Type="http://schemas.openxmlformats.org/officeDocument/2006/relationships/hyperlink" Target="https://twitter.com/KPMGIndia" TargetMode="External"/><Relationship Id="rId2" Type="http://schemas.openxmlformats.org/officeDocument/2006/relationships/image" Target="../media/image1.png"/><Relationship Id="rId1" Type="http://schemas.openxmlformats.org/officeDocument/2006/relationships/slideMaster" Target="../slideMasters/slideMaster2.xml"/><Relationship Id="rId6" Type="http://schemas.openxmlformats.org/officeDocument/2006/relationships/hyperlink" Target="https://www.youtube.com/user/kpmgindia" TargetMode="External"/><Relationship Id="rId5" Type="http://schemas.openxmlformats.org/officeDocument/2006/relationships/hyperlink" Target="https://www.facebook.com/KPMGIndia/" TargetMode="External"/><Relationship Id="rId4" Type="http://schemas.openxmlformats.org/officeDocument/2006/relationships/hyperlink" Target="https://www.linkedin.com/company/kpmgindia/" TargetMode="Externa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16.xml"/></Relationships>
</file>

<file path=ppt/slideLayouts/_rels/slideLayout57.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17.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Left Horizontal Window_KPMG Blue">
    <p:bg>
      <p:bgPr>
        <a:solidFill>
          <a:schemeClr val="accent2"/>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E96C774-8B31-4EC8-BF6C-ACF71C2F0C15}"/>
              </a:ext>
            </a:extLst>
          </p:cNvPr>
          <p:cNvSpPr>
            <a:spLocks noChangeAspect="1"/>
          </p:cNvSpPr>
          <p:nvPr userDrawn="1"/>
        </p:nvSpPr>
        <p:spPr>
          <a:xfrm>
            <a:off x="998476" y="1470479"/>
            <a:ext cx="6350010" cy="4410949"/>
          </a:xfrm>
          <a:prstGeom prst="rect">
            <a:avLst/>
          </a:prstGeom>
          <a:gradFill>
            <a:gsLst>
              <a:gs pos="100000">
                <a:schemeClr val="accent1"/>
              </a:gs>
              <a:gs pos="0">
                <a:schemeClr val="accent5"/>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err="1">
              <a:solidFill>
                <a:schemeClr val="bg1"/>
              </a:solidFill>
              <a:latin typeface="KPMG Bold" panose="020B0803030202040204" pitchFamily="34" charset="0"/>
              <a:ea typeface="+mj-ea"/>
              <a:cs typeface="+mj-cs"/>
            </a:endParaRPr>
          </a:p>
        </p:txBody>
      </p:sp>
      <p:sp>
        <p:nvSpPr>
          <p:cNvPr id="2" name="Title 1"/>
          <p:cNvSpPr>
            <a:spLocks noGrp="1"/>
          </p:cNvSpPr>
          <p:nvPr>
            <p:ph type="ctrTitle" hasCustomPrompt="1"/>
          </p:nvPr>
        </p:nvSpPr>
        <p:spPr>
          <a:xfrm>
            <a:off x="1274841" y="1759937"/>
            <a:ext cx="5765982" cy="2903488"/>
          </a:xfrm>
          <a:noFill/>
          <a:ln w="3175">
            <a:noFill/>
            <a:prstDash val="lgDash"/>
          </a:ln>
        </p:spPr>
        <p:txBody>
          <a:bodyPr lIns="0" tIns="0" rIns="0" bIns="0" anchor="t" anchorCtr="0">
            <a:noAutofit/>
          </a:bodyPr>
          <a:lstStyle>
            <a:lvl1pPr algn="l">
              <a:defRPr sz="6600" baseline="0">
                <a:solidFill>
                  <a:schemeClr val="bg1"/>
                </a:solidFill>
              </a:defRPr>
            </a:lvl1pPr>
          </a:lstStyle>
          <a:p>
            <a:r>
              <a:rPr lang="en-GB"/>
              <a:t>Title slide text only</a:t>
            </a:r>
            <a:endParaRPr lang="en-US"/>
          </a:p>
        </p:txBody>
      </p:sp>
      <p:sp>
        <p:nvSpPr>
          <p:cNvPr id="6" name="Text Placeholder 3"/>
          <p:cNvSpPr>
            <a:spLocks noGrp="1"/>
          </p:cNvSpPr>
          <p:nvPr>
            <p:ph type="body" sz="quarter" idx="11"/>
          </p:nvPr>
        </p:nvSpPr>
        <p:spPr>
          <a:xfrm>
            <a:off x="1274841" y="4752153"/>
            <a:ext cx="5765982" cy="816606"/>
          </a:xfrm>
          <a:ln w="3175">
            <a:noFill/>
            <a:prstDash val="lgDash"/>
          </a:ln>
        </p:spPr>
        <p:txBody>
          <a:bodyPr wrap="square" anchor="b">
            <a:noAutofit/>
          </a:bodyPr>
          <a:lstStyle>
            <a:lvl1pPr>
              <a:defRPr sz="1400">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pic>
        <p:nvPicPr>
          <p:cNvPr id="8" name="Graphic 7">
            <a:extLst>
              <a:ext uri="{FF2B5EF4-FFF2-40B4-BE49-F238E27FC236}">
                <a16:creationId xmlns:a16="http://schemas.microsoft.com/office/drawing/2014/main" id="{F680A8EA-2B0E-411E-90AD-02F7AF47674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98476" y="371311"/>
            <a:ext cx="914400" cy="368346"/>
          </a:xfrm>
          <a:prstGeom prst="rect">
            <a:avLst/>
          </a:prstGeom>
        </p:spPr>
      </p:pic>
    </p:spTree>
    <p:extLst>
      <p:ext uri="{BB962C8B-B14F-4D97-AF65-F5344CB8AC3E}">
        <p14:creationId xmlns:p14="http://schemas.microsoft.com/office/powerpoint/2010/main" val="33094353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33821-7F6E-47FF-89CD-D057DAFB6B1F}"/>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18616384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Only - Dark BG colour">
    <p:bg>
      <p:bgPr>
        <a:solidFill>
          <a:schemeClr val="accent2"/>
        </a:solidFill>
        <a:effectLst/>
      </p:bgPr>
    </p:bg>
    <p:spTree>
      <p:nvGrpSpPr>
        <p:cNvPr id="1" name=""/>
        <p:cNvGrpSpPr/>
        <p:nvPr/>
      </p:nvGrpSpPr>
      <p:grpSpPr>
        <a:xfrm>
          <a:off x="0" y="0"/>
          <a:ext cx="0" cy="0"/>
          <a:chOff x="0" y="0"/>
          <a:chExt cx="0" cy="0"/>
        </a:xfrm>
      </p:grpSpPr>
      <p:sp>
        <p:nvSpPr>
          <p:cNvPr id="4" name="Shape 8">
            <a:extLst>
              <a:ext uri="{FF2B5EF4-FFF2-40B4-BE49-F238E27FC236}">
                <a16:creationId xmlns:a16="http://schemas.microsoft.com/office/drawing/2014/main" id="{FEACBC9C-FDC2-4718-A261-6371F0F60DE3}"/>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bg1"/>
                </a:solidFill>
                <a:latin typeface="+mn-lt"/>
                <a:ea typeface="Arial"/>
                <a:cs typeface="Arial" panose="020B0604020202020204" pitchFamily="34" charset="0"/>
              </a:rPr>
              <a:pPr algn="r"/>
              <a:t>‹#›</a:t>
            </a:fld>
            <a:endParaRPr lang="en-GB" sz="1000">
              <a:solidFill>
                <a:schemeClr val="bg1"/>
              </a:solidFill>
              <a:latin typeface="+mn-lt"/>
              <a:ea typeface="Arial"/>
              <a:cs typeface="Arial" panose="020B0604020202020204" pitchFamily="34" charset="0"/>
            </a:endParaRPr>
          </a:p>
        </p:txBody>
      </p:sp>
      <p:sp>
        <p:nvSpPr>
          <p:cNvPr id="5" name="TextBox 4">
            <a:extLst>
              <a:ext uri="{FF2B5EF4-FFF2-40B4-BE49-F238E27FC236}">
                <a16:creationId xmlns:a16="http://schemas.microsoft.com/office/drawing/2014/main" id="{23B13141-5B21-49DB-9803-98F4E6E17F5A}"/>
              </a:ext>
              <a:ext uri="{C183D7F6-B498-43B3-948B-1728B52AA6E4}">
                <adec:decorative xmlns:adec="http://schemas.microsoft.com/office/drawing/2017/decorative" val="1"/>
              </a:ext>
            </a:extLst>
          </p:cNvPr>
          <p:cNvSpPr txBox="1"/>
          <p:nvPr userDrawn="1">
            <p:custDataLst>
              <p:tags r:id="rId1"/>
            </p:custDataLst>
          </p:nvPr>
        </p:nvSpPr>
        <p:spPr>
          <a:xfrm>
            <a:off x="8813800" y="6295536"/>
            <a:ext cx="2020193"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solidFill>
                <a:latin typeface="+mn-lt"/>
                <a:ea typeface="+mn-ea"/>
                <a:cs typeface="+mn-cs"/>
              </a:rPr>
              <a:t>Document Classification: KPMG Private</a:t>
            </a:r>
          </a:p>
        </p:txBody>
      </p:sp>
      <p:cxnSp>
        <p:nvCxnSpPr>
          <p:cNvPr id="8" name="Straight Connector 7">
            <a:extLst>
              <a:ext uri="{FF2B5EF4-FFF2-40B4-BE49-F238E27FC236}">
                <a16:creationId xmlns:a16="http://schemas.microsoft.com/office/drawing/2014/main" id="{156A5C29-C797-4C37-9F34-9C206DC1B640}"/>
              </a:ext>
            </a:extLst>
          </p:cNvPr>
          <p:cNvCxnSpPr/>
          <p:nvPr userDrawn="1"/>
        </p:nvCxnSpPr>
        <p:spPr>
          <a:xfrm>
            <a:off x="10928548" y="6266997"/>
            <a:ext cx="0" cy="149412"/>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32C06C60-BBAD-4B44-9D69-536848922030}"/>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GB"/>
          </a:p>
        </p:txBody>
      </p:sp>
      <p:sp>
        <p:nvSpPr>
          <p:cNvPr id="9" name="Graphic 8">
            <a:extLst>
              <a:ext uri="{FF2B5EF4-FFF2-40B4-BE49-F238E27FC236}">
                <a16:creationId xmlns:a16="http://schemas.microsoft.com/office/drawing/2014/main" id="{147A601A-3AE8-4889-A026-9740E00CCFBB}"/>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bg1"/>
          </a:solidFill>
          <a:ln w="1683" cap="flat">
            <a:noFill/>
            <a:prstDash val="solid"/>
            <a:miter/>
          </a:ln>
        </p:spPr>
        <p:txBody>
          <a:bodyPr rtlCol="0" anchor="ctr"/>
          <a:lstStyle/>
          <a:p>
            <a:endParaRPr lang="en-GB"/>
          </a:p>
        </p:txBody>
      </p:sp>
      <p:sp>
        <p:nvSpPr>
          <p:cNvPr id="10" name="TextBox 9">
            <a:extLst>
              <a:ext uri="{FF2B5EF4-FFF2-40B4-BE49-F238E27FC236}">
                <a16:creationId xmlns:a16="http://schemas.microsoft.com/office/drawing/2014/main" id="{8A10F76F-F3CD-4E7A-8259-6B3E996AC9F7}"/>
              </a:ext>
              <a:ext uri="{C183D7F6-B498-43B3-948B-1728B52AA6E4}">
                <adec:decorative xmlns:adec="http://schemas.microsoft.com/office/drawing/2017/decorative" val="1"/>
              </a:ext>
            </a:extLst>
          </p:cNvPr>
          <p:cNvSpPr txBox="1"/>
          <p:nvPr userDrawn="1"/>
        </p:nvSpPr>
        <p:spPr>
          <a:xfrm>
            <a:off x="1655315" y="6277036"/>
            <a:ext cx="5044699"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kern="1200" noProof="0">
                <a:solidFill>
                  <a:schemeClr val="bg1"/>
                </a:solidFill>
                <a:latin typeface="+mn-lt"/>
                <a:ea typeface="+mn-ea"/>
                <a:cs typeface="+mn-cs"/>
              </a:rPr>
              <a:t>© 2023 KPMG India Services LLP a member firm of the KPMG global organization of independent member firms affiliated with KPMG International Limited, a private English company limited by guarantee. All rights reserved.</a:t>
            </a:r>
          </a:p>
        </p:txBody>
      </p:sp>
    </p:spTree>
    <p:extLst>
      <p:ext uri="{BB962C8B-B14F-4D97-AF65-F5344CB8AC3E}">
        <p14:creationId xmlns:p14="http://schemas.microsoft.com/office/powerpoint/2010/main" val="30004408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995363" y="1330126"/>
            <a:ext cx="10198237" cy="45467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Title 1">
            <a:extLst>
              <a:ext uri="{FF2B5EF4-FFF2-40B4-BE49-F238E27FC236}">
                <a16:creationId xmlns:a16="http://schemas.microsoft.com/office/drawing/2014/main" id="{8CCFC99C-7410-4D22-BA8D-48877FCFB6C0}"/>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21072967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lumn Text">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1003200" y="1330126"/>
            <a:ext cx="4968000" cy="45467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8"/>
          <p:cNvSpPr>
            <a:spLocks noGrp="1"/>
          </p:cNvSpPr>
          <p:nvPr>
            <p:ph type="body" sz="quarter" idx="11"/>
          </p:nvPr>
        </p:nvSpPr>
        <p:spPr>
          <a:xfrm>
            <a:off x="6220800" y="1330126"/>
            <a:ext cx="4968000" cy="45467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 name="Title 2">
            <a:extLst>
              <a:ext uri="{FF2B5EF4-FFF2-40B4-BE49-F238E27FC236}">
                <a16:creationId xmlns:a16="http://schemas.microsoft.com/office/drawing/2014/main" id="{DF69D30F-5094-425F-A158-0850AE27D366}"/>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26018967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Four Quad Boxes">
    <p:spTree>
      <p:nvGrpSpPr>
        <p:cNvPr id="1" name=""/>
        <p:cNvGrpSpPr/>
        <p:nvPr/>
      </p:nvGrpSpPr>
      <p:grpSpPr>
        <a:xfrm>
          <a:off x="0" y="0"/>
          <a:ext cx="0" cy="0"/>
          <a:chOff x="0" y="0"/>
          <a:chExt cx="0" cy="0"/>
        </a:xfrm>
      </p:grpSpPr>
      <p:sp>
        <p:nvSpPr>
          <p:cNvPr id="13" name="Text Placeholder 8"/>
          <p:cNvSpPr>
            <a:spLocks noGrp="1"/>
          </p:cNvSpPr>
          <p:nvPr>
            <p:ph type="body" sz="quarter" idx="19"/>
          </p:nvPr>
        </p:nvSpPr>
        <p:spPr>
          <a:xfrm>
            <a:off x="1003200" y="1720714"/>
            <a:ext cx="4968000" cy="1746205"/>
          </a:xfrm>
          <a:solidFill>
            <a:schemeClr val="accent1">
              <a:lumMod val="20000"/>
              <a:lumOff val="80000"/>
            </a:schemeClr>
          </a:solidFill>
          <a:ln w="12700">
            <a:noFill/>
          </a:ln>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4" name="Text Placeholder 8"/>
          <p:cNvSpPr>
            <a:spLocks noGrp="1"/>
          </p:cNvSpPr>
          <p:nvPr>
            <p:ph type="body" sz="quarter" idx="20"/>
          </p:nvPr>
        </p:nvSpPr>
        <p:spPr>
          <a:xfrm>
            <a:off x="1003200" y="1331913"/>
            <a:ext cx="4968000" cy="388800"/>
          </a:xfrm>
          <a:solidFill>
            <a:schemeClr val="accent2"/>
          </a:solidFill>
          <a:ln w="12700">
            <a:noFill/>
          </a:ln>
        </p:spPr>
        <p:txBody>
          <a:bodyPr lIns="108000" tIns="108000" rIns="108000" bIns="108000" anchor="ctr"/>
          <a:lstStyle>
            <a:lvl1pPr>
              <a:defRPr sz="16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15" name="Text Placeholder 8"/>
          <p:cNvSpPr>
            <a:spLocks noGrp="1"/>
          </p:cNvSpPr>
          <p:nvPr>
            <p:ph type="body" sz="quarter" idx="21"/>
          </p:nvPr>
        </p:nvSpPr>
        <p:spPr>
          <a:xfrm>
            <a:off x="6236040" y="1720714"/>
            <a:ext cx="4968000" cy="1746205"/>
          </a:xfrm>
          <a:solidFill>
            <a:schemeClr val="accent1">
              <a:lumMod val="20000"/>
              <a:lumOff val="80000"/>
            </a:schemeClr>
          </a:solidFill>
          <a:ln w="12700">
            <a:noFill/>
          </a:ln>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8" name="Text Placeholder 8"/>
          <p:cNvSpPr>
            <a:spLocks noGrp="1"/>
          </p:cNvSpPr>
          <p:nvPr>
            <p:ph type="body" sz="quarter" idx="22"/>
          </p:nvPr>
        </p:nvSpPr>
        <p:spPr>
          <a:xfrm>
            <a:off x="6236040" y="1331913"/>
            <a:ext cx="4968000" cy="388800"/>
          </a:xfrm>
          <a:solidFill>
            <a:schemeClr val="accent2"/>
          </a:solidFill>
          <a:ln w="12700">
            <a:noFill/>
          </a:ln>
        </p:spPr>
        <p:txBody>
          <a:bodyPr lIns="108000" tIns="108000" rIns="108000" bIns="108000" anchor="ctr"/>
          <a:lstStyle>
            <a:lvl1pPr>
              <a:defRPr sz="16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21" name="Text Placeholder 8"/>
          <p:cNvSpPr>
            <a:spLocks noGrp="1"/>
          </p:cNvSpPr>
          <p:nvPr>
            <p:ph type="body" sz="quarter" idx="23"/>
          </p:nvPr>
        </p:nvSpPr>
        <p:spPr>
          <a:xfrm>
            <a:off x="1003200" y="4130720"/>
            <a:ext cx="4968000" cy="1746205"/>
          </a:xfrm>
          <a:solidFill>
            <a:schemeClr val="accent1">
              <a:lumMod val="20000"/>
              <a:lumOff val="80000"/>
            </a:schemeClr>
          </a:solidFill>
          <a:ln w="12700">
            <a:noFill/>
          </a:ln>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2" name="Text Placeholder 8"/>
          <p:cNvSpPr>
            <a:spLocks noGrp="1"/>
          </p:cNvSpPr>
          <p:nvPr>
            <p:ph type="body" sz="quarter" idx="24"/>
          </p:nvPr>
        </p:nvSpPr>
        <p:spPr>
          <a:xfrm>
            <a:off x="1003200" y="3741920"/>
            <a:ext cx="4968000" cy="388800"/>
          </a:xfrm>
          <a:solidFill>
            <a:schemeClr val="accent2"/>
          </a:solidFill>
          <a:ln w="12700">
            <a:noFill/>
          </a:ln>
        </p:spPr>
        <p:txBody>
          <a:bodyPr lIns="108000" tIns="108000" rIns="108000" bIns="108000" anchor="ctr"/>
          <a:lstStyle>
            <a:lvl1pPr>
              <a:defRPr sz="16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23" name="Text Placeholder 8"/>
          <p:cNvSpPr>
            <a:spLocks noGrp="1"/>
          </p:cNvSpPr>
          <p:nvPr>
            <p:ph type="body" sz="quarter" idx="25"/>
          </p:nvPr>
        </p:nvSpPr>
        <p:spPr>
          <a:xfrm>
            <a:off x="6236040" y="4130720"/>
            <a:ext cx="4968000" cy="1746205"/>
          </a:xfrm>
          <a:solidFill>
            <a:schemeClr val="accent1">
              <a:lumMod val="20000"/>
              <a:lumOff val="80000"/>
            </a:schemeClr>
          </a:solidFill>
          <a:ln w="12700">
            <a:noFill/>
          </a:ln>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4" name="Text Placeholder 8"/>
          <p:cNvSpPr>
            <a:spLocks noGrp="1"/>
          </p:cNvSpPr>
          <p:nvPr>
            <p:ph type="body" sz="quarter" idx="26"/>
          </p:nvPr>
        </p:nvSpPr>
        <p:spPr>
          <a:xfrm>
            <a:off x="6236040" y="3741920"/>
            <a:ext cx="4968000" cy="388800"/>
          </a:xfrm>
          <a:solidFill>
            <a:schemeClr val="accent2"/>
          </a:solidFill>
          <a:ln w="12700">
            <a:noFill/>
          </a:ln>
        </p:spPr>
        <p:txBody>
          <a:bodyPr lIns="108000" tIns="108000" rIns="108000" bIns="108000" anchor="ctr"/>
          <a:lstStyle>
            <a:lvl1pPr>
              <a:defRPr sz="16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3" name="Title 2">
            <a:extLst>
              <a:ext uri="{FF2B5EF4-FFF2-40B4-BE49-F238E27FC236}">
                <a16:creationId xmlns:a16="http://schemas.microsoft.com/office/drawing/2014/main" id="{AEF8E881-FC4C-4F00-9389-FF3C71D7CB78}"/>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42344503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Back Cover - Gradient">
    <p:bg>
      <p:bgPr>
        <a:gradFill>
          <a:gsLst>
            <a:gs pos="100000">
              <a:schemeClr val="accent1"/>
            </a:gs>
            <a:gs pos="0">
              <a:schemeClr val="accent5"/>
            </a:gs>
          </a:gsLst>
          <a:lin ang="0" scaled="0"/>
        </a:gradFill>
        <a:effectLst/>
      </p:bgPr>
    </p:bg>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1F12090F-5FD7-4CFA-9E0C-0B4850C95EA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98476" y="371311"/>
            <a:ext cx="914400" cy="368346"/>
          </a:xfrm>
          <a:prstGeom prst="rect">
            <a:avLst/>
          </a:prstGeom>
        </p:spPr>
      </p:pic>
    </p:spTree>
    <p:extLst>
      <p:ext uri="{BB962C8B-B14F-4D97-AF65-F5344CB8AC3E}">
        <p14:creationId xmlns:p14="http://schemas.microsoft.com/office/powerpoint/2010/main" val="26971230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1_TITLE SLIDE Left Vertical Window_KPMG Blue">
    <p:bg>
      <p:bgPr>
        <a:solidFill>
          <a:schemeClr val="accent2"/>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7F73FA8F-86B4-4B38-9318-B211F1BBAFEB}"/>
              </a:ext>
            </a:extLst>
          </p:cNvPr>
          <p:cNvSpPr>
            <a:spLocks noChangeAspect="1"/>
          </p:cNvSpPr>
          <p:nvPr userDrawn="1"/>
        </p:nvSpPr>
        <p:spPr>
          <a:xfrm>
            <a:off x="609600" y="1470479"/>
            <a:ext cx="3053689" cy="4410949"/>
          </a:xfrm>
          <a:prstGeom prst="rect">
            <a:avLst/>
          </a:prstGeom>
          <a:gradFill>
            <a:gsLst>
              <a:gs pos="100000">
                <a:schemeClr val="accent1"/>
              </a:gs>
              <a:gs pos="0">
                <a:schemeClr val="accent5"/>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err="1">
              <a:solidFill>
                <a:schemeClr val="bg1"/>
              </a:solidFill>
              <a:latin typeface="KPMG Bold" panose="020B0803030202040204" pitchFamily="34" charset="0"/>
              <a:ea typeface="+mj-ea"/>
              <a:cs typeface="+mj-cs"/>
            </a:endParaRPr>
          </a:p>
        </p:txBody>
      </p:sp>
      <p:sp>
        <p:nvSpPr>
          <p:cNvPr id="2" name="Title 1"/>
          <p:cNvSpPr>
            <a:spLocks noGrp="1"/>
          </p:cNvSpPr>
          <p:nvPr>
            <p:ph type="ctrTitle" hasCustomPrompt="1"/>
          </p:nvPr>
        </p:nvSpPr>
        <p:spPr>
          <a:xfrm>
            <a:off x="885965" y="1759937"/>
            <a:ext cx="2487266" cy="2900514"/>
          </a:xfrm>
          <a:noFill/>
          <a:ln w="3175">
            <a:noFill/>
            <a:prstDash val="lgDash"/>
          </a:ln>
        </p:spPr>
        <p:txBody>
          <a:bodyPr lIns="0" tIns="0" rIns="0" bIns="0" anchor="t" anchorCtr="0">
            <a:noAutofit/>
          </a:bodyPr>
          <a:lstStyle>
            <a:lvl1pPr algn="l">
              <a:defRPr sz="6600" baseline="0">
                <a:solidFill>
                  <a:schemeClr val="bg1"/>
                </a:solidFill>
              </a:defRPr>
            </a:lvl1pPr>
          </a:lstStyle>
          <a:p>
            <a:r>
              <a:rPr lang="en-GB"/>
              <a:t>Title slide text only</a:t>
            </a:r>
            <a:endParaRPr lang="en-US"/>
          </a:p>
        </p:txBody>
      </p:sp>
      <p:sp>
        <p:nvSpPr>
          <p:cNvPr id="6" name="Text Placeholder 3"/>
          <p:cNvSpPr>
            <a:spLocks noGrp="1"/>
          </p:cNvSpPr>
          <p:nvPr userDrawn="1">
            <p:ph type="body" sz="quarter" idx="11"/>
          </p:nvPr>
        </p:nvSpPr>
        <p:spPr>
          <a:xfrm>
            <a:off x="885965" y="4752153"/>
            <a:ext cx="2487267" cy="815770"/>
          </a:xfrm>
          <a:ln w="3175">
            <a:noFill/>
            <a:prstDash val="lgDash"/>
          </a:ln>
        </p:spPr>
        <p:txBody>
          <a:bodyPr wrap="square" anchor="b">
            <a:noAutofit/>
          </a:bodyPr>
          <a:lstStyle>
            <a:lvl1pPr>
              <a:defRPr sz="1400">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pic>
        <p:nvPicPr>
          <p:cNvPr id="8" name="Graphic 7">
            <a:extLst>
              <a:ext uri="{FF2B5EF4-FFF2-40B4-BE49-F238E27FC236}">
                <a16:creationId xmlns:a16="http://schemas.microsoft.com/office/drawing/2014/main" id="{ACB44795-849A-41CE-8B25-0DE9EB09F9BA}"/>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09600" y="371311"/>
            <a:ext cx="914400" cy="368346"/>
          </a:xfrm>
          <a:prstGeom prst="rect">
            <a:avLst/>
          </a:prstGeom>
        </p:spPr>
      </p:pic>
    </p:spTree>
    <p:extLst>
      <p:ext uri="{BB962C8B-B14F-4D97-AF65-F5344CB8AC3E}">
        <p14:creationId xmlns:p14="http://schemas.microsoft.com/office/powerpoint/2010/main" val="8740156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1_One Column Text_double title_KPMG Blue">
    <p:bg>
      <p:bgPr>
        <a:solidFill>
          <a:schemeClr val="accent2"/>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9D2B9FA-46EE-4504-A8DE-8C56CCE29B0B}"/>
              </a:ext>
            </a:extLst>
          </p:cNvPr>
          <p:cNvSpPr>
            <a:spLocks noGrp="1"/>
          </p:cNvSpPr>
          <p:nvPr>
            <p:ph type="body" sz="quarter" idx="10"/>
          </p:nvPr>
        </p:nvSpPr>
        <p:spPr>
          <a:xfrm>
            <a:off x="609600" y="1700213"/>
            <a:ext cx="10590213" cy="4176712"/>
          </a:xfrm>
        </p:spPr>
        <p:txBody>
          <a:bodyPr/>
          <a:lstStyle>
            <a:lvl1pPr>
              <a:defRPr>
                <a:solidFill>
                  <a:schemeClr val="bg1"/>
                </a:solidFill>
              </a:defRPr>
            </a:lvl1pPr>
            <a:lvl2pPr>
              <a:defRPr>
                <a:solidFill>
                  <a:schemeClr val="bg1"/>
                </a:solidFill>
              </a:defRPr>
            </a:lvl2pPr>
            <a:lvl3pPr>
              <a:buClrTx/>
              <a:defRPr>
                <a:solidFill>
                  <a:schemeClr val="bg1"/>
                </a:solidFill>
              </a:defRPr>
            </a:lvl3pPr>
            <a:lvl4pPr marL="361950" indent="-180975">
              <a:buClrTx/>
              <a:defRPr>
                <a:solidFill>
                  <a:schemeClr val="bg1"/>
                </a:solidFill>
              </a:defRPr>
            </a:lvl4pPr>
            <a:lvl5pPr>
              <a:buClrTx/>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Title 1">
            <a:extLst>
              <a:ext uri="{FF2B5EF4-FFF2-40B4-BE49-F238E27FC236}">
                <a16:creationId xmlns:a16="http://schemas.microsoft.com/office/drawing/2014/main" id="{803AAE32-05EB-420A-97AB-3254804D32FD}"/>
              </a:ext>
            </a:extLst>
          </p:cNvPr>
          <p:cNvSpPr>
            <a:spLocks noGrp="1"/>
          </p:cNvSpPr>
          <p:nvPr>
            <p:ph type="title" hasCustomPrompt="1"/>
          </p:nvPr>
        </p:nvSpPr>
        <p:spPr/>
        <p:txBody>
          <a:bodyPr/>
          <a:lstStyle>
            <a:lvl1pPr>
              <a:defRPr>
                <a:solidFill>
                  <a:schemeClr val="bg1"/>
                </a:solidFill>
              </a:defRPr>
            </a:lvl1pPr>
          </a:lstStyle>
          <a:p>
            <a:r>
              <a:rPr lang="en-US"/>
              <a:t>Click to edit </a:t>
            </a:r>
            <a:br>
              <a:rPr lang="en-US"/>
            </a:br>
            <a:r>
              <a:rPr lang="en-US"/>
              <a:t>Master title style</a:t>
            </a:r>
            <a:endParaRPr lang="en-GB"/>
          </a:p>
        </p:txBody>
      </p:sp>
      <p:sp>
        <p:nvSpPr>
          <p:cNvPr id="11" name="Shape 8">
            <a:extLst>
              <a:ext uri="{FF2B5EF4-FFF2-40B4-BE49-F238E27FC236}">
                <a16:creationId xmlns:a16="http://schemas.microsoft.com/office/drawing/2014/main" id="{6F8A44DB-E899-44C0-A61C-35692D4B595E}"/>
              </a:ext>
            </a:extLst>
          </p:cNvPr>
          <p:cNvSpPr txBox="1">
            <a:spLocks/>
          </p:cNvSpPr>
          <p:nvPr userDrawn="1"/>
        </p:nvSpPr>
        <p:spPr>
          <a:xfrm>
            <a:off x="11378014" y="648035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bg1"/>
                </a:solidFill>
                <a:latin typeface="+mn-lt"/>
                <a:ea typeface="Arial"/>
                <a:cs typeface="Arial" panose="020B0604020202020204" pitchFamily="34" charset="0"/>
              </a:rPr>
              <a:pPr algn="r"/>
              <a:t>‹#›</a:t>
            </a:fld>
            <a:endParaRPr lang="en-GB" sz="1000">
              <a:solidFill>
                <a:schemeClr val="bg1"/>
              </a:solidFill>
              <a:latin typeface="+mn-lt"/>
              <a:ea typeface="Arial"/>
              <a:cs typeface="Arial" panose="020B0604020202020204" pitchFamily="34" charset="0"/>
            </a:endParaRPr>
          </a:p>
        </p:txBody>
      </p:sp>
      <p:sp>
        <p:nvSpPr>
          <p:cNvPr id="12" name="TextBox 11">
            <a:extLst>
              <a:ext uri="{FF2B5EF4-FFF2-40B4-BE49-F238E27FC236}">
                <a16:creationId xmlns:a16="http://schemas.microsoft.com/office/drawing/2014/main" id="{F6506F99-FBF3-4A48-B468-3CAC100597D4}"/>
              </a:ext>
              <a:ext uri="{C183D7F6-B498-43B3-948B-1728B52AA6E4}">
                <adec:decorative xmlns:adec="http://schemas.microsoft.com/office/drawing/2017/decorative" val="1"/>
              </a:ext>
            </a:extLst>
          </p:cNvPr>
          <p:cNvSpPr txBox="1"/>
          <p:nvPr userDrawn="1">
            <p:custDataLst>
              <p:tags r:id="rId1"/>
            </p:custDataLst>
          </p:nvPr>
        </p:nvSpPr>
        <p:spPr>
          <a:xfrm>
            <a:off x="9399201" y="6508896"/>
            <a:ext cx="1866200"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solidFill>
                <a:latin typeface="+mn-lt"/>
                <a:ea typeface="+mn-ea"/>
                <a:cs typeface="+mn-cs"/>
              </a:rPr>
              <a:t>Document Classification: KPMG Public</a:t>
            </a:r>
          </a:p>
        </p:txBody>
      </p:sp>
      <p:sp>
        <p:nvSpPr>
          <p:cNvPr id="13" name="TextBox 12">
            <a:extLst>
              <a:ext uri="{FF2B5EF4-FFF2-40B4-BE49-F238E27FC236}">
                <a16:creationId xmlns:a16="http://schemas.microsoft.com/office/drawing/2014/main" id="{B1992975-05B2-4E48-9D31-194DBB130F70}"/>
              </a:ext>
              <a:ext uri="{C183D7F6-B498-43B3-948B-1728B52AA6E4}">
                <adec:decorative xmlns:adec="http://schemas.microsoft.com/office/drawing/2017/decorative" val="1"/>
              </a:ext>
            </a:extLst>
          </p:cNvPr>
          <p:cNvSpPr txBox="1"/>
          <p:nvPr userDrawn="1"/>
        </p:nvSpPr>
        <p:spPr>
          <a:xfrm>
            <a:off x="1885684" y="6480357"/>
            <a:ext cx="5044699" cy="92333"/>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kern="1200" noProof="0">
                <a:solidFill>
                  <a:schemeClr val="tx1"/>
                </a:solidFill>
                <a:highlight>
                  <a:srgbClr val="FFFF00"/>
                </a:highlight>
                <a:latin typeface="+mn-lt"/>
                <a:ea typeface="+mn-ea"/>
                <a:cs typeface="+mn-cs"/>
              </a:rPr>
              <a:t>Please use entity specific disclaimers as per the requirement</a:t>
            </a:r>
          </a:p>
        </p:txBody>
      </p:sp>
      <p:cxnSp>
        <p:nvCxnSpPr>
          <p:cNvPr id="14" name="Straight Connector 13">
            <a:extLst>
              <a:ext uri="{FF2B5EF4-FFF2-40B4-BE49-F238E27FC236}">
                <a16:creationId xmlns:a16="http://schemas.microsoft.com/office/drawing/2014/main" id="{486653E3-0641-40B7-93AC-CE11BE4A1B24}"/>
              </a:ext>
            </a:extLst>
          </p:cNvPr>
          <p:cNvCxnSpPr/>
          <p:nvPr userDrawn="1"/>
        </p:nvCxnSpPr>
        <p:spPr>
          <a:xfrm>
            <a:off x="11359955" y="6480357"/>
            <a:ext cx="0" cy="149412"/>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5" name="Graphic 8">
            <a:extLst>
              <a:ext uri="{FF2B5EF4-FFF2-40B4-BE49-F238E27FC236}">
                <a16:creationId xmlns:a16="http://schemas.microsoft.com/office/drawing/2014/main" id="{60388360-AE8D-4CD7-8861-C77E3C3E5FF9}"/>
              </a:ext>
            </a:extLst>
          </p:cNvPr>
          <p:cNvSpPr/>
          <p:nvPr userDrawn="1"/>
        </p:nvSpPr>
        <p:spPr>
          <a:xfrm>
            <a:off x="609600" y="648035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bg1"/>
          </a:solidFill>
          <a:ln w="1683" cap="flat">
            <a:noFill/>
            <a:prstDash val="solid"/>
            <a:miter/>
          </a:ln>
        </p:spPr>
        <p:txBody>
          <a:bodyPr rtlCol="0" anchor="ctr"/>
          <a:lstStyle/>
          <a:p>
            <a:endParaRPr lang="en-GB">
              <a:solidFill>
                <a:schemeClr val="bg1"/>
              </a:solidFill>
            </a:endParaRPr>
          </a:p>
        </p:txBody>
      </p:sp>
    </p:spTree>
    <p:extLst>
      <p:ext uri="{BB962C8B-B14F-4D97-AF65-F5344CB8AC3E}">
        <p14:creationId xmlns:p14="http://schemas.microsoft.com/office/powerpoint/2010/main" val="2839191154"/>
      </p:ext>
    </p:extLst>
  </p:cSld>
  <p:clrMapOvr>
    <a:masterClrMapping/>
  </p:clrMapOvr>
  <p:extLst>
    <p:ext uri="{DCECCB84-F9BA-43D5-87BE-67443E8EF086}">
      <p15:sldGuideLst xmlns:p15="http://schemas.microsoft.com/office/powerpoint/2012/main">
        <p15:guide id="1" orient="horz" pos="107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1_Title Only - Dark BG colour">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C06C60-BBAD-4B44-9D69-536848922030}"/>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GB"/>
          </a:p>
        </p:txBody>
      </p:sp>
      <p:sp>
        <p:nvSpPr>
          <p:cNvPr id="10" name="Shape 8">
            <a:extLst>
              <a:ext uri="{FF2B5EF4-FFF2-40B4-BE49-F238E27FC236}">
                <a16:creationId xmlns:a16="http://schemas.microsoft.com/office/drawing/2014/main" id="{2A37A053-6D22-4005-8542-683A1CF9603E}"/>
              </a:ext>
            </a:extLst>
          </p:cNvPr>
          <p:cNvSpPr txBox="1">
            <a:spLocks/>
          </p:cNvSpPr>
          <p:nvPr userDrawn="1"/>
        </p:nvSpPr>
        <p:spPr>
          <a:xfrm>
            <a:off x="11378014" y="648035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bg1"/>
                </a:solidFill>
                <a:latin typeface="+mn-lt"/>
                <a:ea typeface="Arial"/>
                <a:cs typeface="Arial" panose="020B0604020202020204" pitchFamily="34" charset="0"/>
              </a:rPr>
              <a:pPr algn="r"/>
              <a:t>‹#›</a:t>
            </a:fld>
            <a:endParaRPr lang="en-GB" sz="1000">
              <a:solidFill>
                <a:schemeClr val="bg1"/>
              </a:solidFill>
              <a:latin typeface="+mn-lt"/>
              <a:ea typeface="Arial"/>
              <a:cs typeface="Arial" panose="020B0604020202020204" pitchFamily="34" charset="0"/>
            </a:endParaRPr>
          </a:p>
        </p:txBody>
      </p:sp>
      <p:sp>
        <p:nvSpPr>
          <p:cNvPr id="11" name="TextBox 10">
            <a:extLst>
              <a:ext uri="{FF2B5EF4-FFF2-40B4-BE49-F238E27FC236}">
                <a16:creationId xmlns:a16="http://schemas.microsoft.com/office/drawing/2014/main" id="{890D5523-30E8-4D81-AABB-A15329CDDB6F}"/>
              </a:ext>
              <a:ext uri="{C183D7F6-B498-43B3-948B-1728B52AA6E4}">
                <adec:decorative xmlns:adec="http://schemas.microsoft.com/office/drawing/2017/decorative" val="1"/>
              </a:ext>
            </a:extLst>
          </p:cNvPr>
          <p:cNvSpPr txBox="1"/>
          <p:nvPr userDrawn="1">
            <p:custDataLst>
              <p:tags r:id="rId1"/>
            </p:custDataLst>
          </p:nvPr>
        </p:nvSpPr>
        <p:spPr>
          <a:xfrm>
            <a:off x="9399201" y="6508896"/>
            <a:ext cx="1866200"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solidFill>
                <a:latin typeface="+mn-lt"/>
                <a:ea typeface="+mn-ea"/>
                <a:cs typeface="+mn-cs"/>
              </a:rPr>
              <a:t>Document Classification: KPMG Public</a:t>
            </a:r>
          </a:p>
        </p:txBody>
      </p:sp>
      <p:sp>
        <p:nvSpPr>
          <p:cNvPr id="12" name="TextBox 11">
            <a:extLst>
              <a:ext uri="{FF2B5EF4-FFF2-40B4-BE49-F238E27FC236}">
                <a16:creationId xmlns:a16="http://schemas.microsoft.com/office/drawing/2014/main" id="{3F63F10D-C21C-48DA-BB23-B877BBC991F6}"/>
              </a:ext>
              <a:ext uri="{C183D7F6-B498-43B3-948B-1728B52AA6E4}">
                <adec:decorative xmlns:adec="http://schemas.microsoft.com/office/drawing/2017/decorative" val="1"/>
              </a:ext>
            </a:extLst>
          </p:cNvPr>
          <p:cNvSpPr txBox="1"/>
          <p:nvPr userDrawn="1"/>
        </p:nvSpPr>
        <p:spPr>
          <a:xfrm>
            <a:off x="1885684" y="6480357"/>
            <a:ext cx="5044699" cy="92333"/>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kern="1200" noProof="0">
                <a:solidFill>
                  <a:schemeClr val="tx1"/>
                </a:solidFill>
                <a:highlight>
                  <a:srgbClr val="FFFF00"/>
                </a:highlight>
                <a:latin typeface="+mn-lt"/>
                <a:ea typeface="+mn-ea"/>
                <a:cs typeface="+mn-cs"/>
              </a:rPr>
              <a:t>Please use entity specific disclaimers as per the requirement</a:t>
            </a:r>
          </a:p>
        </p:txBody>
      </p:sp>
      <p:cxnSp>
        <p:nvCxnSpPr>
          <p:cNvPr id="13" name="Straight Connector 12">
            <a:extLst>
              <a:ext uri="{FF2B5EF4-FFF2-40B4-BE49-F238E27FC236}">
                <a16:creationId xmlns:a16="http://schemas.microsoft.com/office/drawing/2014/main" id="{1A1AE098-469F-48F9-80D0-58822B4D6615}"/>
              </a:ext>
            </a:extLst>
          </p:cNvPr>
          <p:cNvCxnSpPr/>
          <p:nvPr userDrawn="1"/>
        </p:nvCxnSpPr>
        <p:spPr>
          <a:xfrm>
            <a:off x="11359955" y="6480357"/>
            <a:ext cx="0" cy="149412"/>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4" name="Graphic 8">
            <a:extLst>
              <a:ext uri="{FF2B5EF4-FFF2-40B4-BE49-F238E27FC236}">
                <a16:creationId xmlns:a16="http://schemas.microsoft.com/office/drawing/2014/main" id="{B3C08BCD-5982-4459-9D27-87BFDB1F1F21}"/>
              </a:ext>
            </a:extLst>
          </p:cNvPr>
          <p:cNvSpPr/>
          <p:nvPr userDrawn="1"/>
        </p:nvSpPr>
        <p:spPr>
          <a:xfrm>
            <a:off x="609600" y="648035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bg1"/>
          </a:solidFill>
          <a:ln w="1683" cap="flat">
            <a:noFill/>
            <a:prstDash val="solid"/>
            <a:miter/>
          </a:ln>
        </p:spPr>
        <p:txBody>
          <a:bodyPr rtlCol="0" anchor="ctr"/>
          <a:lstStyle/>
          <a:p>
            <a:endParaRPr lang="en-GB">
              <a:solidFill>
                <a:schemeClr val="bg1"/>
              </a:solidFill>
            </a:endParaRPr>
          </a:p>
        </p:txBody>
      </p:sp>
    </p:spTree>
    <p:extLst>
      <p:ext uri="{BB962C8B-B14F-4D97-AF65-F5344CB8AC3E}">
        <p14:creationId xmlns:p14="http://schemas.microsoft.com/office/powerpoint/2010/main" val="4787950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Two Column Text">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609600" y="1257300"/>
            <a:ext cx="4968000" cy="46196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8"/>
          <p:cNvSpPr>
            <a:spLocks noGrp="1"/>
          </p:cNvSpPr>
          <p:nvPr>
            <p:ph type="body" sz="quarter" idx="11"/>
          </p:nvPr>
        </p:nvSpPr>
        <p:spPr>
          <a:xfrm>
            <a:off x="6652500" y="1257300"/>
            <a:ext cx="4968000" cy="46196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 name="Title 2">
            <a:extLst>
              <a:ext uri="{FF2B5EF4-FFF2-40B4-BE49-F238E27FC236}">
                <a16:creationId xmlns:a16="http://schemas.microsoft.com/office/drawing/2014/main" id="{DF69D30F-5094-425F-A158-0850AE27D366}"/>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278541590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1_TITLE SLIDE Right Horizontal Window Image_Cobalt Blue">
    <p:bg>
      <p:bgPr>
        <a:solidFill>
          <a:schemeClr val="accent2"/>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8B22237-1FE8-420D-8F2E-3B7D5CDADE5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3246"/>
            <a:ext cx="12192000" cy="6858000"/>
          </a:xfrm>
          <a:prstGeom prst="rect">
            <a:avLst/>
          </a:prstGeom>
        </p:spPr>
      </p:pic>
      <p:sp>
        <p:nvSpPr>
          <p:cNvPr id="5" name="Freeform 19">
            <a:extLst>
              <a:ext uri="{FF2B5EF4-FFF2-40B4-BE49-F238E27FC236}">
                <a16:creationId xmlns:a16="http://schemas.microsoft.com/office/drawing/2014/main" id="{EEC5B735-00AD-41B9-A513-0F7783FFBE36}"/>
              </a:ext>
            </a:extLst>
          </p:cNvPr>
          <p:cNvSpPr>
            <a:spLocks noChangeAspect="1" noEditPoints="1"/>
          </p:cNvSpPr>
          <p:nvPr userDrawn="1"/>
        </p:nvSpPr>
        <p:spPr bwMode="auto">
          <a:xfrm>
            <a:off x="998476" y="1129527"/>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endParaRPr lang="en-GB"/>
          </a:p>
        </p:txBody>
      </p:sp>
      <p:sp>
        <p:nvSpPr>
          <p:cNvPr id="8" name="Freeform 19">
            <a:extLst>
              <a:ext uri="{FF2B5EF4-FFF2-40B4-BE49-F238E27FC236}">
                <a16:creationId xmlns:a16="http://schemas.microsoft.com/office/drawing/2014/main" id="{C5CCCCF1-8E34-4341-A6C5-97CC39680E55}"/>
              </a:ext>
            </a:extLst>
          </p:cNvPr>
          <p:cNvSpPr>
            <a:spLocks noChangeAspect="1" noEditPoints="1"/>
          </p:cNvSpPr>
          <p:nvPr userDrawn="1"/>
        </p:nvSpPr>
        <p:spPr bwMode="auto">
          <a:xfrm>
            <a:off x="998476" y="1872149"/>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endParaRPr lang="en-GB"/>
          </a:p>
        </p:txBody>
      </p:sp>
      <p:sp>
        <p:nvSpPr>
          <p:cNvPr id="34" name="Title 1">
            <a:extLst>
              <a:ext uri="{FF2B5EF4-FFF2-40B4-BE49-F238E27FC236}">
                <a16:creationId xmlns:a16="http://schemas.microsoft.com/office/drawing/2014/main" id="{E8E14845-BB2E-4EA2-8CBD-F35A520E366D}"/>
              </a:ext>
            </a:extLst>
          </p:cNvPr>
          <p:cNvSpPr>
            <a:spLocks noGrp="1"/>
          </p:cNvSpPr>
          <p:nvPr>
            <p:ph type="ctrTitle" hasCustomPrompt="1"/>
          </p:nvPr>
        </p:nvSpPr>
        <p:spPr>
          <a:xfrm>
            <a:off x="609600" y="1344030"/>
            <a:ext cx="3237347" cy="2537963"/>
          </a:xfrm>
          <a:noFill/>
          <a:ln w="3175">
            <a:noFill/>
            <a:prstDash val="lgDash"/>
          </a:ln>
        </p:spPr>
        <p:txBody>
          <a:bodyPr lIns="0" tIns="0" rIns="0" bIns="0" anchor="t" anchorCtr="0">
            <a:noAutofit/>
          </a:bodyPr>
          <a:lstStyle>
            <a:lvl1pPr algn="l">
              <a:defRPr sz="6600" baseline="0">
                <a:solidFill>
                  <a:schemeClr val="bg1"/>
                </a:solidFill>
              </a:defRPr>
            </a:lvl1pPr>
          </a:lstStyle>
          <a:p>
            <a:r>
              <a:rPr lang="en-GB"/>
              <a:t>Title slide text only</a:t>
            </a:r>
            <a:endParaRPr lang="en-US"/>
          </a:p>
        </p:txBody>
      </p:sp>
      <p:pic>
        <p:nvPicPr>
          <p:cNvPr id="9" name="Graphic 8">
            <a:extLst>
              <a:ext uri="{FF2B5EF4-FFF2-40B4-BE49-F238E27FC236}">
                <a16:creationId xmlns:a16="http://schemas.microsoft.com/office/drawing/2014/main" id="{323EE304-3FCA-4CF8-84B4-178F6B5C57AE}"/>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609599" y="371311"/>
            <a:ext cx="914400" cy="368346"/>
          </a:xfrm>
          <a:prstGeom prst="rect">
            <a:avLst/>
          </a:prstGeom>
        </p:spPr>
      </p:pic>
    </p:spTree>
    <p:extLst>
      <p:ext uri="{BB962C8B-B14F-4D97-AF65-F5344CB8AC3E}">
        <p14:creationId xmlns:p14="http://schemas.microsoft.com/office/powerpoint/2010/main" val="358050893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One Column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Text Placeholder 8"/>
          <p:cNvSpPr>
            <a:spLocks noGrp="1"/>
          </p:cNvSpPr>
          <p:nvPr>
            <p:ph type="body" sz="quarter" idx="10"/>
          </p:nvPr>
        </p:nvSpPr>
        <p:spPr>
          <a:xfrm>
            <a:off x="575734" y="1426660"/>
            <a:ext cx="11040533" cy="45942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4"/>
          <p:cNvSpPr>
            <a:spLocks noGrp="1"/>
          </p:cNvSpPr>
          <p:nvPr>
            <p:ph type="body" sz="quarter" idx="12" hasCustomPrompt="1"/>
          </p:nvPr>
        </p:nvSpPr>
        <p:spPr>
          <a:xfrm>
            <a:off x="575733" y="227993"/>
            <a:ext cx="11045952" cy="169200"/>
          </a:xfrm>
        </p:spPr>
        <p:txBody>
          <a:bodyPr anchor="b"/>
          <a:lstStyle>
            <a:lvl1pPr>
              <a:spcAft>
                <a:spcPts val="0"/>
              </a:spcAft>
              <a:defRPr sz="1200"/>
            </a:lvl1pPr>
          </a:lstStyle>
          <a:p>
            <a:pPr lvl="0"/>
            <a:r>
              <a:rPr lang="en-US"/>
              <a:t>Super title here</a:t>
            </a:r>
          </a:p>
        </p:txBody>
      </p:sp>
    </p:spTree>
    <p:extLst>
      <p:ext uri="{BB962C8B-B14F-4D97-AF65-F5344CB8AC3E}">
        <p14:creationId xmlns:p14="http://schemas.microsoft.com/office/powerpoint/2010/main" val="1355356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userDrawn="1">
  <p:cSld name="1_TATA_Consumer_16_9 Title Slide">
    <p:bg>
      <p:bgPr>
        <a:solidFill>
          <a:schemeClr val="accent2"/>
        </a:solidFill>
        <a:effectLst/>
      </p:bgPr>
    </p:bg>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B7E59D7E-2807-46D9-B16D-B411363A101C}"/>
              </a:ext>
            </a:extLst>
          </p:cNvPr>
          <p:cNvGraphicFramePr>
            <a:graphicFrameLocks noChangeAspect="1"/>
          </p:cNvGraphicFramePr>
          <p:nvPr userDrawn="1">
            <p:custDataLst>
              <p:tags r:id="rId1"/>
            </p:custDataLst>
            <p:extLst>
              <p:ext uri="{D42A27DB-BD31-4B8C-83A1-F6EECF244321}">
                <p14:modId xmlns:p14="http://schemas.microsoft.com/office/powerpoint/2010/main" val="246379781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21" imgH="423" progId="TCLayout.ActiveDocument.1">
                  <p:embed/>
                </p:oleObj>
              </mc:Choice>
              <mc:Fallback>
                <p:oleObj name="think-cell Slide" r:id="rId5" imgW="421" imgH="423" progId="TCLayout.ActiveDocument.1">
                  <p:embed/>
                  <p:pic>
                    <p:nvPicPr>
                      <p:cNvPr id="5" name="Object 4" hidden="1">
                        <a:extLst>
                          <a:ext uri="{FF2B5EF4-FFF2-40B4-BE49-F238E27FC236}">
                            <a16:creationId xmlns:a16="http://schemas.microsoft.com/office/drawing/2014/main" id="{B7E59D7E-2807-46D9-B16D-B411363A101C}"/>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2326230F-D973-4C8C-90EB-D6B6794CB9D7}"/>
              </a:ext>
            </a:extLst>
          </p:cNvPr>
          <p:cNvSpPr/>
          <p:nvPr userDrawn="1">
            <p:custDataLst>
              <p:tags r:id="rId2"/>
            </p:custDataLst>
          </p:nvPr>
        </p:nvSpPr>
        <p:spPr bwMode="gray">
          <a:xfrm>
            <a:off x="0" y="0"/>
            <a:ext cx="158750" cy="158750"/>
          </a:xfrm>
          <a:prstGeom prst="rect">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t" anchorCtr="0" forceAA="0" compatLnSpc="1">
            <a:prstTxWarp prst="textNoShape">
              <a:avLst/>
            </a:prstTxWarp>
            <a:noAutofit/>
          </a:bodyPr>
          <a:lstStyle/>
          <a:p>
            <a:pPr marL="0" lvl="0" indent="0" algn="ctr">
              <a:buNone/>
            </a:pPr>
            <a:endParaRPr lang="en-US" sz="4000" b="1" i="0" baseline="0">
              <a:solidFill>
                <a:schemeClr val="tx1"/>
              </a:solidFill>
              <a:latin typeface="Arial" panose="020B0604020202020204" pitchFamily="34" charset="0"/>
              <a:cs typeface="Arial" panose="020B0604020202020204" pitchFamily="34" charset="0"/>
              <a:sym typeface="Arial" panose="020B0604020202020204" pitchFamily="34" charset="0"/>
            </a:endParaRPr>
          </a:p>
        </p:txBody>
      </p:sp>
      <p:sp>
        <p:nvSpPr>
          <p:cNvPr id="6" name="btfpLayoutConfig" hidden="1"/>
          <p:cNvSpPr txBox="1"/>
          <p:nvPr userDrawn="1"/>
        </p:nvSpPr>
        <p:spPr>
          <a:xfrm>
            <a:off x="12700" y="12700"/>
            <a:ext cx="611312" cy="88092"/>
          </a:xfrm>
          <a:prstGeom prst="rect">
            <a:avLst/>
          </a:prstGeom>
          <a:noFill/>
        </p:spPr>
        <p:txBody>
          <a:bodyPr vert="horz" wrap="none" lIns="36000" tIns="36000" rIns="36000" bIns="36000" rtlCol="0">
            <a:spAutoFit/>
          </a:bodyPr>
          <a:lstStyle/>
          <a:p>
            <a:r>
              <a:rPr lang="en-US" sz="100">
                <a:solidFill>
                  <a:srgbClr val="FFFFFF">
                    <a:alpha val="0"/>
                  </a:srgbClr>
                </a:solidFill>
                <a:latin typeface="Arial" panose="020B0604020202020204" pitchFamily="34" charset="0"/>
                <a:cs typeface="Arial" panose="020B0604020202020204" pitchFamily="34" charset="0"/>
                <a:sym typeface="Arial" panose="020B0604020202020204" pitchFamily="34" charset="0"/>
              </a:rPr>
              <a:t>overall_0_131468226384557565 columns_1_131468226384557565 </a:t>
            </a:r>
          </a:p>
        </p:txBody>
      </p:sp>
      <p:sp>
        <p:nvSpPr>
          <p:cNvPr id="9" name="Shape 8">
            <a:extLst>
              <a:ext uri="{FF2B5EF4-FFF2-40B4-BE49-F238E27FC236}">
                <a16:creationId xmlns:a16="http://schemas.microsoft.com/office/drawing/2014/main" id="{A23536BF-E18D-0AEF-30B6-870E280C5F06}"/>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accent2"/>
                </a:solidFill>
                <a:latin typeface="+mn-lt"/>
                <a:ea typeface="Arial"/>
                <a:cs typeface="Arial" panose="020B0604020202020204" pitchFamily="34" charset="0"/>
              </a:rPr>
              <a:pPr algn="r"/>
              <a:t>‹#›</a:t>
            </a:fld>
            <a:endParaRPr lang="en-GB" sz="1000">
              <a:solidFill>
                <a:schemeClr val="accent2"/>
              </a:solidFill>
              <a:latin typeface="+mn-lt"/>
              <a:ea typeface="Arial"/>
              <a:cs typeface="Arial" panose="020B0604020202020204" pitchFamily="34" charset="0"/>
            </a:endParaRPr>
          </a:p>
        </p:txBody>
      </p:sp>
      <p:sp>
        <p:nvSpPr>
          <p:cNvPr id="11" name="TextBox 10">
            <a:extLst>
              <a:ext uri="{FF2B5EF4-FFF2-40B4-BE49-F238E27FC236}">
                <a16:creationId xmlns:a16="http://schemas.microsoft.com/office/drawing/2014/main" id="{CB41C6C3-E34E-7DFD-3290-B94A03FA1CB6}"/>
              </a:ext>
              <a:ext uri="{C183D7F6-B498-43B3-948B-1728B52AA6E4}">
                <adec:decorative xmlns:adec="http://schemas.microsoft.com/office/drawing/2017/decorative" val="1"/>
              </a:ext>
            </a:extLst>
          </p:cNvPr>
          <p:cNvSpPr txBox="1"/>
          <p:nvPr userDrawn="1">
            <p:custDataLst>
              <p:tags r:id="rId3"/>
            </p:custDataLst>
          </p:nvPr>
        </p:nvSpPr>
        <p:spPr>
          <a:xfrm>
            <a:off x="8967794" y="6295536"/>
            <a:ext cx="1866200"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lumMod val="65000"/>
                  </a:schemeClr>
                </a:solidFill>
                <a:latin typeface="+mn-lt"/>
                <a:ea typeface="+mn-ea"/>
                <a:cs typeface="+mn-cs"/>
              </a:rPr>
              <a:t>Document Classification: KPMG Private</a:t>
            </a:r>
          </a:p>
        </p:txBody>
      </p:sp>
      <p:cxnSp>
        <p:nvCxnSpPr>
          <p:cNvPr id="12" name="Straight Connector 11">
            <a:extLst>
              <a:ext uri="{FF2B5EF4-FFF2-40B4-BE49-F238E27FC236}">
                <a16:creationId xmlns:a16="http://schemas.microsoft.com/office/drawing/2014/main" id="{9C92C531-9062-38AE-836C-86512C0DE519}"/>
              </a:ext>
            </a:extLst>
          </p:cNvPr>
          <p:cNvCxnSpPr/>
          <p:nvPr userDrawn="1"/>
        </p:nvCxnSpPr>
        <p:spPr>
          <a:xfrm>
            <a:off x="10928548" y="6266997"/>
            <a:ext cx="0" cy="149412"/>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3" name="Graphic 8">
            <a:extLst>
              <a:ext uri="{FF2B5EF4-FFF2-40B4-BE49-F238E27FC236}">
                <a16:creationId xmlns:a16="http://schemas.microsoft.com/office/drawing/2014/main" id="{2025A834-5CB7-5307-3507-B38D97117AFD}"/>
              </a:ext>
            </a:extLst>
          </p:cNvPr>
          <p:cNvSpPr/>
          <p:nvPr userDrawn="1"/>
        </p:nvSpPr>
        <p:spPr>
          <a:xfrm>
            <a:off x="1003200" y="6295872"/>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bg1"/>
          </a:solidFill>
          <a:ln w="1683" cap="flat">
            <a:noFill/>
            <a:prstDash val="solid"/>
            <a:miter/>
          </a:ln>
        </p:spPr>
        <p:txBody>
          <a:bodyPr rtlCol="0" anchor="ctr"/>
          <a:lstStyle/>
          <a:p>
            <a:endParaRPr lang="en-GB"/>
          </a:p>
        </p:txBody>
      </p:sp>
      <p:sp>
        <p:nvSpPr>
          <p:cNvPr id="14" name="TextBox 13">
            <a:extLst>
              <a:ext uri="{FF2B5EF4-FFF2-40B4-BE49-F238E27FC236}">
                <a16:creationId xmlns:a16="http://schemas.microsoft.com/office/drawing/2014/main" id="{641F8FCB-F500-EB55-0E05-7B6563751D33}"/>
              </a:ext>
              <a:ext uri="{C183D7F6-B498-43B3-948B-1728B52AA6E4}">
                <adec:decorative xmlns:adec="http://schemas.microsoft.com/office/drawing/2017/decorative" val="1"/>
              </a:ext>
            </a:extLst>
          </p:cNvPr>
          <p:cNvSpPr txBox="1"/>
          <p:nvPr userDrawn="1"/>
        </p:nvSpPr>
        <p:spPr>
          <a:xfrm>
            <a:off x="1582586" y="6304950"/>
            <a:ext cx="5044699"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kern="1200" noProof="0">
                <a:solidFill>
                  <a:schemeClr val="bg1"/>
                </a:solidFill>
                <a:latin typeface="+mn-lt"/>
                <a:ea typeface="+mn-ea"/>
                <a:cs typeface="+mn-cs"/>
              </a:rPr>
              <a:t>© 2025 KPMG India Services LLP a member firm of the KPMG global organization of independent member firms affiliated with KPMG International Limited, a private English company limited by guarantee. All rights reserved.</a:t>
            </a:r>
          </a:p>
        </p:txBody>
      </p:sp>
      <p:sp>
        <p:nvSpPr>
          <p:cNvPr id="16" name="Rectangle 15">
            <a:extLst>
              <a:ext uri="{FF2B5EF4-FFF2-40B4-BE49-F238E27FC236}">
                <a16:creationId xmlns:a16="http://schemas.microsoft.com/office/drawing/2014/main" id="{6FE40699-E50A-E907-7F3D-90895DB4B448}"/>
              </a:ext>
            </a:extLst>
          </p:cNvPr>
          <p:cNvSpPr>
            <a:spLocks noChangeAspect="1"/>
          </p:cNvSpPr>
          <p:nvPr userDrawn="1"/>
        </p:nvSpPr>
        <p:spPr>
          <a:xfrm>
            <a:off x="744476" y="1053919"/>
            <a:ext cx="7383524" cy="5128866"/>
          </a:xfrm>
          <a:prstGeom prst="rect">
            <a:avLst/>
          </a:prstGeom>
          <a:gradFill>
            <a:gsLst>
              <a:gs pos="100000">
                <a:schemeClr val="accent1"/>
              </a:gs>
              <a:gs pos="0">
                <a:schemeClr val="accent5"/>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err="1">
              <a:solidFill>
                <a:schemeClr val="bg1"/>
              </a:solidFill>
              <a:latin typeface="KPMG Bold" panose="020B0803030202040204" pitchFamily="34" charset="0"/>
              <a:ea typeface="+mj-ea"/>
              <a:cs typeface="+mj-cs"/>
            </a:endParaRPr>
          </a:p>
        </p:txBody>
      </p:sp>
      <p:pic>
        <p:nvPicPr>
          <p:cNvPr id="17" name="Graphic 16">
            <a:extLst>
              <a:ext uri="{FF2B5EF4-FFF2-40B4-BE49-F238E27FC236}">
                <a16:creationId xmlns:a16="http://schemas.microsoft.com/office/drawing/2014/main" id="{7E895987-8845-5FC4-1034-9BC9AC7914CE}"/>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744476" y="265532"/>
            <a:ext cx="914400" cy="368346"/>
          </a:xfrm>
          <a:prstGeom prst="rect">
            <a:avLst/>
          </a:prstGeom>
        </p:spPr>
      </p:pic>
    </p:spTree>
    <p:extLst>
      <p:ext uri="{BB962C8B-B14F-4D97-AF65-F5344CB8AC3E}">
        <p14:creationId xmlns:p14="http://schemas.microsoft.com/office/powerpoint/2010/main" val="2032636809"/>
      </p:ext>
    </p:extLst>
  </p:cSld>
  <p:clrMapOvr>
    <a:masterClrMapping/>
  </p:clrMapOvr>
  <p:transition/>
  <p:extLst>
    <p:ext uri="{DCECCB84-F9BA-43D5-87BE-67443E8EF086}">
      <p15:sldGuideLst xmlns:p15="http://schemas.microsoft.com/office/powerpoint/2012/main">
        <p15:guide id="1" pos="208">
          <p15:clr>
            <a:srgbClr val="CCCCCC"/>
          </p15:clr>
        </p15:guide>
        <p15:guide id="2" pos="7472">
          <p15:clr>
            <a:srgbClr val="CCCCCC"/>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1_TITLE SLIDE Left Horizontal Window_KPMG Blue">
    <p:bg>
      <p:bgPr>
        <a:solidFill>
          <a:schemeClr val="accent2"/>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E96C774-8B31-4EC8-BF6C-ACF71C2F0C15}"/>
              </a:ext>
            </a:extLst>
          </p:cNvPr>
          <p:cNvSpPr>
            <a:spLocks noChangeAspect="1"/>
          </p:cNvSpPr>
          <p:nvPr userDrawn="1"/>
        </p:nvSpPr>
        <p:spPr>
          <a:xfrm>
            <a:off x="998476" y="1470479"/>
            <a:ext cx="6350010" cy="4410949"/>
          </a:xfrm>
          <a:prstGeom prst="rect">
            <a:avLst/>
          </a:prstGeom>
          <a:gradFill>
            <a:gsLst>
              <a:gs pos="100000">
                <a:schemeClr val="accent1"/>
              </a:gs>
              <a:gs pos="0">
                <a:schemeClr val="accent5"/>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err="1">
              <a:solidFill>
                <a:schemeClr val="bg1"/>
              </a:solidFill>
              <a:latin typeface="KPMG Bold" panose="020B0803030202040204" pitchFamily="34" charset="0"/>
              <a:ea typeface="+mj-ea"/>
              <a:cs typeface="+mj-cs"/>
            </a:endParaRPr>
          </a:p>
        </p:txBody>
      </p:sp>
      <p:sp>
        <p:nvSpPr>
          <p:cNvPr id="2" name="Title 1"/>
          <p:cNvSpPr>
            <a:spLocks noGrp="1"/>
          </p:cNvSpPr>
          <p:nvPr>
            <p:ph type="ctrTitle" hasCustomPrompt="1"/>
          </p:nvPr>
        </p:nvSpPr>
        <p:spPr>
          <a:xfrm>
            <a:off x="1274841" y="1759937"/>
            <a:ext cx="5765982" cy="2903488"/>
          </a:xfrm>
          <a:noFill/>
          <a:ln w="3175">
            <a:noFill/>
            <a:prstDash val="lgDash"/>
          </a:ln>
        </p:spPr>
        <p:txBody>
          <a:bodyPr lIns="0" tIns="0" rIns="0" bIns="0" anchor="t" anchorCtr="0">
            <a:noAutofit/>
          </a:bodyPr>
          <a:lstStyle>
            <a:lvl1pPr algn="l">
              <a:defRPr sz="6600" baseline="0">
                <a:solidFill>
                  <a:schemeClr val="bg1"/>
                </a:solidFill>
              </a:defRPr>
            </a:lvl1pPr>
          </a:lstStyle>
          <a:p>
            <a:r>
              <a:rPr lang="en-GB"/>
              <a:t>Title slide text only</a:t>
            </a:r>
            <a:endParaRPr lang="en-US"/>
          </a:p>
        </p:txBody>
      </p:sp>
      <p:sp>
        <p:nvSpPr>
          <p:cNvPr id="6" name="Text Placeholder 3"/>
          <p:cNvSpPr>
            <a:spLocks noGrp="1"/>
          </p:cNvSpPr>
          <p:nvPr>
            <p:ph type="body" sz="quarter" idx="11"/>
          </p:nvPr>
        </p:nvSpPr>
        <p:spPr>
          <a:xfrm>
            <a:off x="1274841" y="4752153"/>
            <a:ext cx="5765982" cy="816606"/>
          </a:xfrm>
          <a:ln w="3175">
            <a:noFill/>
            <a:prstDash val="lgDash"/>
          </a:ln>
        </p:spPr>
        <p:txBody>
          <a:bodyPr wrap="square" anchor="b">
            <a:noAutofit/>
          </a:bodyPr>
          <a:lstStyle>
            <a:lvl1pPr>
              <a:defRPr sz="1400">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pic>
        <p:nvPicPr>
          <p:cNvPr id="8" name="Graphic 7">
            <a:extLst>
              <a:ext uri="{FF2B5EF4-FFF2-40B4-BE49-F238E27FC236}">
                <a16:creationId xmlns:a16="http://schemas.microsoft.com/office/drawing/2014/main" id="{F680A8EA-2B0E-411E-90AD-02F7AF47674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98476" y="342435"/>
            <a:ext cx="914400" cy="368346"/>
          </a:xfrm>
          <a:prstGeom prst="rect">
            <a:avLst/>
          </a:prstGeom>
        </p:spPr>
      </p:pic>
    </p:spTree>
    <p:extLst>
      <p:ext uri="{BB962C8B-B14F-4D97-AF65-F5344CB8AC3E}">
        <p14:creationId xmlns:p14="http://schemas.microsoft.com/office/powerpoint/2010/main" val="349720829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cSld name="TATA_Consumer_16_9 Last Page Logo">
    <p:bg>
      <p:bgPr>
        <a:solidFill>
          <a:schemeClr val="accent2"/>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A660118-49EE-1C9C-FA16-C410F6554369}"/>
              </a:ext>
            </a:extLst>
          </p:cNvPr>
          <p:cNvSpPr>
            <a:spLocks noChangeAspect="1"/>
          </p:cNvSpPr>
          <p:nvPr userDrawn="1"/>
        </p:nvSpPr>
        <p:spPr>
          <a:xfrm>
            <a:off x="0" y="0"/>
            <a:ext cx="12192000" cy="8469009"/>
          </a:xfrm>
          <a:prstGeom prst="rect">
            <a:avLst/>
          </a:prstGeom>
          <a:gradFill>
            <a:gsLst>
              <a:gs pos="100000">
                <a:schemeClr val="accent1"/>
              </a:gs>
              <a:gs pos="0">
                <a:schemeClr val="accent5"/>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err="1">
              <a:solidFill>
                <a:schemeClr val="bg1"/>
              </a:solidFill>
              <a:latin typeface="KPMG Bold" panose="020B0803030202040204" pitchFamily="34" charset="0"/>
              <a:ea typeface="+mj-ea"/>
              <a:cs typeface="+mj-cs"/>
            </a:endParaRPr>
          </a:p>
        </p:txBody>
      </p:sp>
      <p:sp>
        <p:nvSpPr>
          <p:cNvPr id="5" name="Shape 8">
            <a:extLst>
              <a:ext uri="{FF2B5EF4-FFF2-40B4-BE49-F238E27FC236}">
                <a16:creationId xmlns:a16="http://schemas.microsoft.com/office/drawing/2014/main" id="{BF06AA93-DDBF-A7B7-CBEE-2963B05135A5}"/>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accent2"/>
                </a:solidFill>
                <a:latin typeface="+mn-lt"/>
                <a:ea typeface="Arial"/>
                <a:cs typeface="Arial" panose="020B0604020202020204" pitchFamily="34" charset="0"/>
              </a:rPr>
              <a:pPr algn="r"/>
              <a:t>‹#›</a:t>
            </a:fld>
            <a:endParaRPr lang="en-GB" sz="1000">
              <a:solidFill>
                <a:schemeClr val="accent2"/>
              </a:solidFill>
              <a:latin typeface="+mn-lt"/>
              <a:ea typeface="Arial"/>
              <a:cs typeface="Arial" panose="020B0604020202020204" pitchFamily="34" charset="0"/>
            </a:endParaRPr>
          </a:p>
        </p:txBody>
      </p:sp>
      <p:sp>
        <p:nvSpPr>
          <p:cNvPr id="6" name="TextBox 5">
            <a:extLst>
              <a:ext uri="{FF2B5EF4-FFF2-40B4-BE49-F238E27FC236}">
                <a16:creationId xmlns:a16="http://schemas.microsoft.com/office/drawing/2014/main" id="{4C12BB28-C120-E8BF-85EC-257C16462EB4}"/>
              </a:ext>
              <a:ext uri="{C183D7F6-B498-43B3-948B-1728B52AA6E4}">
                <adec:decorative xmlns:adec="http://schemas.microsoft.com/office/drawing/2017/decorative" val="1"/>
              </a:ext>
            </a:extLst>
          </p:cNvPr>
          <p:cNvSpPr txBox="1"/>
          <p:nvPr userDrawn="1">
            <p:custDataLst>
              <p:tags r:id="rId1"/>
            </p:custDataLst>
          </p:nvPr>
        </p:nvSpPr>
        <p:spPr>
          <a:xfrm>
            <a:off x="8967794" y="6295536"/>
            <a:ext cx="1866200"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lumMod val="65000"/>
                  </a:schemeClr>
                </a:solidFill>
                <a:latin typeface="+mn-lt"/>
                <a:ea typeface="+mn-ea"/>
                <a:cs typeface="+mn-cs"/>
              </a:rPr>
              <a:t>Document Classification: KPMG Private</a:t>
            </a:r>
          </a:p>
        </p:txBody>
      </p:sp>
      <p:cxnSp>
        <p:nvCxnSpPr>
          <p:cNvPr id="7" name="Straight Connector 6">
            <a:extLst>
              <a:ext uri="{FF2B5EF4-FFF2-40B4-BE49-F238E27FC236}">
                <a16:creationId xmlns:a16="http://schemas.microsoft.com/office/drawing/2014/main" id="{5008F691-DE95-C988-EDE9-92113C6910B0}"/>
              </a:ext>
            </a:extLst>
          </p:cNvPr>
          <p:cNvCxnSpPr/>
          <p:nvPr userDrawn="1"/>
        </p:nvCxnSpPr>
        <p:spPr>
          <a:xfrm>
            <a:off x="10928548" y="6266997"/>
            <a:ext cx="0" cy="149412"/>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sp>
        <p:nvSpPr>
          <p:cNvPr id="8" name="Graphic 8">
            <a:extLst>
              <a:ext uri="{FF2B5EF4-FFF2-40B4-BE49-F238E27FC236}">
                <a16:creationId xmlns:a16="http://schemas.microsoft.com/office/drawing/2014/main" id="{DA3F48AF-502B-1BE9-ECFC-6B76015BB6C8}"/>
              </a:ext>
            </a:extLst>
          </p:cNvPr>
          <p:cNvSpPr/>
          <p:nvPr userDrawn="1"/>
        </p:nvSpPr>
        <p:spPr>
          <a:xfrm>
            <a:off x="1003200" y="6295872"/>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bg1"/>
          </a:solidFill>
          <a:ln w="1683" cap="flat">
            <a:noFill/>
            <a:prstDash val="solid"/>
            <a:miter/>
          </a:ln>
        </p:spPr>
        <p:txBody>
          <a:bodyPr rtlCol="0" anchor="ctr"/>
          <a:lstStyle/>
          <a:p>
            <a:endParaRPr lang="en-GB"/>
          </a:p>
        </p:txBody>
      </p:sp>
      <p:sp>
        <p:nvSpPr>
          <p:cNvPr id="9" name="TextBox 8">
            <a:extLst>
              <a:ext uri="{FF2B5EF4-FFF2-40B4-BE49-F238E27FC236}">
                <a16:creationId xmlns:a16="http://schemas.microsoft.com/office/drawing/2014/main" id="{DC8FE5F6-9627-2232-167E-C5DEC4A719D8}"/>
              </a:ext>
              <a:ext uri="{C183D7F6-B498-43B3-948B-1728B52AA6E4}">
                <adec:decorative xmlns:adec="http://schemas.microsoft.com/office/drawing/2017/decorative" val="1"/>
              </a:ext>
            </a:extLst>
          </p:cNvPr>
          <p:cNvSpPr txBox="1"/>
          <p:nvPr userDrawn="1"/>
        </p:nvSpPr>
        <p:spPr>
          <a:xfrm>
            <a:off x="1582586" y="6304950"/>
            <a:ext cx="5044699"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kern="1200" noProof="0">
                <a:solidFill>
                  <a:schemeClr val="bg1"/>
                </a:solidFill>
                <a:latin typeface="+mn-lt"/>
                <a:ea typeface="+mn-ea"/>
                <a:cs typeface="+mn-cs"/>
              </a:rPr>
              <a:t>© 2025 KPMG India Services LLP a member firm of the KPMG global organization of independent member firms affiliated with KPMG International Limited, a private English company limited by guarantee. All rights reserved.</a:t>
            </a:r>
          </a:p>
        </p:txBody>
      </p:sp>
      <p:pic>
        <p:nvPicPr>
          <p:cNvPr id="12" name="Graphic 11">
            <a:extLst>
              <a:ext uri="{FF2B5EF4-FFF2-40B4-BE49-F238E27FC236}">
                <a16:creationId xmlns:a16="http://schemas.microsoft.com/office/drawing/2014/main" id="{1AF89A7F-9A63-F5D6-A111-3B57EBFE2AC8}"/>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744476" y="265532"/>
            <a:ext cx="914400" cy="368346"/>
          </a:xfrm>
          <a:prstGeom prst="rect">
            <a:avLst/>
          </a:prstGeom>
        </p:spPr>
      </p:pic>
    </p:spTree>
    <p:extLst>
      <p:ext uri="{BB962C8B-B14F-4D97-AF65-F5344CB8AC3E}">
        <p14:creationId xmlns:p14="http://schemas.microsoft.com/office/powerpoint/2010/main" val="4066649836"/>
      </p:ext>
    </p:extLst>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pic>
        <p:nvPicPr>
          <p:cNvPr id="3" name="Picture 2" descr="A white background with a white dot&#10;&#10;Description automatically generated">
            <a:extLst>
              <a:ext uri="{FF2B5EF4-FFF2-40B4-BE49-F238E27FC236}">
                <a16:creationId xmlns:a16="http://schemas.microsoft.com/office/drawing/2014/main" id="{62D8003D-5C76-01BC-0A7C-0E65736D6D90}"/>
              </a:ext>
            </a:extLst>
          </p:cNvPr>
          <p:cNvPicPr>
            <a:picLocks noChangeAspect="1"/>
          </p:cNvPicPr>
          <p:nvPr userDrawn="1"/>
        </p:nvPicPr>
        <p:blipFill>
          <a:blip r:embed="rId2"/>
          <a:stretch>
            <a:fillRect/>
          </a:stretch>
        </p:blipFill>
        <p:spPr>
          <a:xfrm>
            <a:off x="3183" y="0"/>
            <a:ext cx="12185634" cy="6858000"/>
          </a:xfrm>
          <a:prstGeom prst="rect">
            <a:avLst/>
          </a:prstGeom>
        </p:spPr>
      </p:pic>
    </p:spTree>
    <p:extLst>
      <p:ext uri="{BB962C8B-B14F-4D97-AF65-F5344CB8AC3E}">
        <p14:creationId xmlns:p14="http://schemas.microsoft.com/office/powerpoint/2010/main" val="384543227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TATA_Consumer_16_9 Title Only">
    <p:spTree>
      <p:nvGrpSpPr>
        <p:cNvPr id="1" name=""/>
        <p:cNvGrpSpPr/>
        <p:nvPr/>
      </p:nvGrpSpPr>
      <p:grpSpPr>
        <a:xfrm>
          <a:off x="0" y="0"/>
          <a:ext cx="0" cy="0"/>
          <a:chOff x="0" y="0"/>
          <a:chExt cx="0" cy="0"/>
        </a:xfrm>
      </p:grpSpPr>
      <p:sp>
        <p:nvSpPr>
          <p:cNvPr id="2" name="Title"/>
          <p:cNvSpPr>
            <a:spLocks noGrp="1"/>
          </p:cNvSpPr>
          <p:nvPr>
            <p:ph type="title"/>
          </p:nvPr>
        </p:nvSpPr>
        <p:spPr>
          <a:xfrm>
            <a:off x="566383" y="129657"/>
            <a:ext cx="11290656" cy="876687"/>
          </a:xfrm>
        </p:spPr>
        <p:txBody>
          <a:bodyPr anchor="b"/>
          <a:lstStyle>
            <a:lvl1pPr>
              <a:lnSpc>
                <a:spcPct val="70000"/>
              </a:lnSpc>
              <a:defRPr>
                <a:latin typeface="KPMG Bold" panose="020B0803030202040204" pitchFamily="34" charset="0"/>
                <a:cs typeface="Arial" panose="020B0604020202020204" pitchFamily="34" charset="0"/>
                <a:sym typeface="Arial" panose="020B0604020202020204" pitchFamily="34" charset="0"/>
              </a:defRPr>
            </a:lvl1pPr>
          </a:lstStyle>
          <a:p>
            <a:r>
              <a:rPr lang="en-US"/>
              <a:t>Click to edit Master title style</a:t>
            </a:r>
          </a:p>
        </p:txBody>
      </p:sp>
    </p:spTree>
    <p:extLst>
      <p:ext uri="{BB962C8B-B14F-4D97-AF65-F5344CB8AC3E}">
        <p14:creationId xmlns:p14="http://schemas.microsoft.com/office/powerpoint/2010/main" val="1646081557"/>
      </p:ext>
    </p:extLst>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TITLE SLIDE Left Horizontal Window_KPMG Blue">
    <p:bg>
      <p:bgPr>
        <a:solidFill>
          <a:schemeClr val="accent2"/>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E96C774-8B31-4EC8-BF6C-ACF71C2F0C15}"/>
              </a:ext>
            </a:extLst>
          </p:cNvPr>
          <p:cNvSpPr>
            <a:spLocks noChangeAspect="1"/>
          </p:cNvSpPr>
          <p:nvPr userDrawn="1"/>
        </p:nvSpPr>
        <p:spPr>
          <a:xfrm>
            <a:off x="998476" y="1470479"/>
            <a:ext cx="6350010" cy="4410949"/>
          </a:xfrm>
          <a:prstGeom prst="rect">
            <a:avLst/>
          </a:prstGeom>
          <a:gradFill>
            <a:gsLst>
              <a:gs pos="100000">
                <a:schemeClr val="accent1"/>
              </a:gs>
              <a:gs pos="0">
                <a:schemeClr val="accent5"/>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err="1">
              <a:solidFill>
                <a:schemeClr val="bg1"/>
              </a:solidFill>
              <a:latin typeface="KPMG Bold" panose="020B0803030202040204" pitchFamily="34" charset="0"/>
              <a:ea typeface="+mj-ea"/>
              <a:cs typeface="+mj-cs"/>
            </a:endParaRPr>
          </a:p>
        </p:txBody>
      </p:sp>
      <p:sp>
        <p:nvSpPr>
          <p:cNvPr id="2" name="Title 1"/>
          <p:cNvSpPr>
            <a:spLocks noGrp="1"/>
          </p:cNvSpPr>
          <p:nvPr>
            <p:ph type="ctrTitle" hasCustomPrompt="1"/>
          </p:nvPr>
        </p:nvSpPr>
        <p:spPr>
          <a:xfrm>
            <a:off x="1274841" y="1759937"/>
            <a:ext cx="5765982" cy="2903488"/>
          </a:xfrm>
          <a:noFill/>
          <a:ln w="3175">
            <a:noFill/>
            <a:prstDash val="lgDash"/>
          </a:ln>
        </p:spPr>
        <p:txBody>
          <a:bodyPr lIns="0" tIns="0" rIns="0" bIns="0" anchor="t" anchorCtr="0">
            <a:noAutofit/>
          </a:bodyPr>
          <a:lstStyle>
            <a:lvl1pPr algn="l">
              <a:defRPr sz="6600" baseline="0">
                <a:solidFill>
                  <a:schemeClr val="bg1"/>
                </a:solidFill>
              </a:defRPr>
            </a:lvl1pPr>
          </a:lstStyle>
          <a:p>
            <a:r>
              <a:rPr lang="en-GB"/>
              <a:t>Title slide text only</a:t>
            </a:r>
            <a:endParaRPr lang="en-US"/>
          </a:p>
        </p:txBody>
      </p:sp>
      <p:sp>
        <p:nvSpPr>
          <p:cNvPr id="6" name="Text Placeholder 3"/>
          <p:cNvSpPr>
            <a:spLocks noGrp="1"/>
          </p:cNvSpPr>
          <p:nvPr>
            <p:ph type="body" sz="quarter" idx="11"/>
          </p:nvPr>
        </p:nvSpPr>
        <p:spPr>
          <a:xfrm>
            <a:off x="1274841" y="4752153"/>
            <a:ext cx="5765982" cy="816606"/>
          </a:xfrm>
          <a:ln w="3175">
            <a:noFill/>
            <a:prstDash val="lgDash"/>
          </a:ln>
        </p:spPr>
        <p:txBody>
          <a:bodyPr wrap="square" anchor="b">
            <a:noAutofit/>
          </a:bodyPr>
          <a:lstStyle>
            <a:lvl1pPr>
              <a:defRPr sz="1400">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pic>
        <p:nvPicPr>
          <p:cNvPr id="8" name="Graphic 7">
            <a:extLst>
              <a:ext uri="{FF2B5EF4-FFF2-40B4-BE49-F238E27FC236}">
                <a16:creationId xmlns:a16="http://schemas.microsoft.com/office/drawing/2014/main" id="{F680A8EA-2B0E-411E-90AD-02F7AF47674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98476" y="371311"/>
            <a:ext cx="914400" cy="368346"/>
          </a:xfrm>
          <a:prstGeom prst="rect">
            <a:avLst/>
          </a:prstGeom>
        </p:spPr>
      </p:pic>
    </p:spTree>
    <p:extLst>
      <p:ext uri="{BB962C8B-B14F-4D97-AF65-F5344CB8AC3E}">
        <p14:creationId xmlns:p14="http://schemas.microsoft.com/office/powerpoint/2010/main" val="425242060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TITLE SLIDE Left Vertical Window_KPMG Blue">
    <p:bg>
      <p:bgPr>
        <a:solidFill>
          <a:schemeClr val="accent2"/>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7F73FA8F-86B4-4B38-9318-B211F1BBAFEB}"/>
              </a:ext>
            </a:extLst>
          </p:cNvPr>
          <p:cNvSpPr>
            <a:spLocks noChangeAspect="1"/>
          </p:cNvSpPr>
          <p:nvPr userDrawn="1"/>
        </p:nvSpPr>
        <p:spPr>
          <a:xfrm>
            <a:off x="998476" y="1470479"/>
            <a:ext cx="3053689" cy="4410949"/>
          </a:xfrm>
          <a:prstGeom prst="rect">
            <a:avLst/>
          </a:prstGeom>
          <a:gradFill>
            <a:gsLst>
              <a:gs pos="100000">
                <a:schemeClr val="accent1"/>
              </a:gs>
              <a:gs pos="0">
                <a:schemeClr val="accent5"/>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err="1">
              <a:solidFill>
                <a:schemeClr val="bg1"/>
              </a:solidFill>
              <a:latin typeface="KPMG Bold" panose="020B0803030202040204" pitchFamily="34" charset="0"/>
              <a:ea typeface="+mj-ea"/>
              <a:cs typeface="+mj-cs"/>
            </a:endParaRPr>
          </a:p>
        </p:txBody>
      </p:sp>
      <p:sp>
        <p:nvSpPr>
          <p:cNvPr id="2" name="Title 1"/>
          <p:cNvSpPr>
            <a:spLocks noGrp="1"/>
          </p:cNvSpPr>
          <p:nvPr>
            <p:ph type="ctrTitle" hasCustomPrompt="1"/>
          </p:nvPr>
        </p:nvSpPr>
        <p:spPr>
          <a:xfrm>
            <a:off x="1274841" y="1759937"/>
            <a:ext cx="2487266" cy="2900514"/>
          </a:xfrm>
          <a:noFill/>
          <a:ln w="3175">
            <a:noFill/>
            <a:prstDash val="lgDash"/>
          </a:ln>
        </p:spPr>
        <p:txBody>
          <a:bodyPr lIns="0" tIns="0" rIns="0" bIns="0" anchor="t" anchorCtr="0">
            <a:noAutofit/>
          </a:bodyPr>
          <a:lstStyle>
            <a:lvl1pPr algn="l">
              <a:defRPr sz="6600" baseline="0">
                <a:solidFill>
                  <a:schemeClr val="bg1"/>
                </a:solidFill>
              </a:defRPr>
            </a:lvl1pPr>
          </a:lstStyle>
          <a:p>
            <a:r>
              <a:rPr lang="en-GB"/>
              <a:t>Title slide text only</a:t>
            </a:r>
            <a:endParaRPr lang="en-US"/>
          </a:p>
        </p:txBody>
      </p:sp>
      <p:sp>
        <p:nvSpPr>
          <p:cNvPr id="6" name="Text Placeholder 3"/>
          <p:cNvSpPr>
            <a:spLocks noGrp="1"/>
          </p:cNvSpPr>
          <p:nvPr userDrawn="1">
            <p:ph type="body" sz="quarter" idx="11"/>
          </p:nvPr>
        </p:nvSpPr>
        <p:spPr>
          <a:xfrm>
            <a:off x="1274841" y="4752153"/>
            <a:ext cx="2487267" cy="815770"/>
          </a:xfrm>
          <a:ln w="3175">
            <a:noFill/>
            <a:prstDash val="lgDash"/>
          </a:ln>
        </p:spPr>
        <p:txBody>
          <a:bodyPr wrap="square" anchor="b">
            <a:noAutofit/>
          </a:bodyPr>
          <a:lstStyle>
            <a:lvl1pPr>
              <a:defRPr sz="1400">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pic>
        <p:nvPicPr>
          <p:cNvPr id="8" name="Graphic 7">
            <a:extLst>
              <a:ext uri="{FF2B5EF4-FFF2-40B4-BE49-F238E27FC236}">
                <a16:creationId xmlns:a16="http://schemas.microsoft.com/office/drawing/2014/main" id="{ACB44795-849A-41CE-8B25-0DE9EB09F9B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98476" y="371311"/>
            <a:ext cx="914400" cy="368346"/>
          </a:xfrm>
          <a:prstGeom prst="rect">
            <a:avLst/>
          </a:prstGeom>
        </p:spPr>
      </p:pic>
    </p:spTree>
    <p:extLst>
      <p:ext uri="{BB962C8B-B14F-4D97-AF65-F5344CB8AC3E}">
        <p14:creationId xmlns:p14="http://schemas.microsoft.com/office/powerpoint/2010/main" val="272100596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TITLE SLIDE Right Horizontal Window_Pacific Blue">
    <p:bg>
      <p:bgPr>
        <a:gradFill>
          <a:gsLst>
            <a:gs pos="100000">
              <a:srgbClr val="ACEAFF"/>
            </a:gs>
            <a:gs pos="0">
              <a:schemeClr val="accent4"/>
            </a:gs>
          </a:gsLst>
          <a:lin ang="0" scaled="0"/>
        </a:gra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E96C774-8B31-4EC8-BF6C-ACF71C2F0C15}"/>
              </a:ext>
            </a:extLst>
          </p:cNvPr>
          <p:cNvSpPr>
            <a:spLocks noChangeAspect="1"/>
          </p:cNvSpPr>
          <p:nvPr userDrawn="1"/>
        </p:nvSpPr>
        <p:spPr>
          <a:xfrm>
            <a:off x="3405716" y="371311"/>
            <a:ext cx="7794097" cy="5414065"/>
          </a:xfrm>
          <a:prstGeom prst="rect">
            <a:avLst/>
          </a:prstGeom>
          <a:gradFill>
            <a:gsLst>
              <a:gs pos="100000">
                <a:schemeClr val="accent1"/>
              </a:gs>
              <a:gs pos="0">
                <a:schemeClr val="accent5"/>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err="1">
              <a:solidFill>
                <a:schemeClr val="bg1"/>
              </a:solidFill>
              <a:latin typeface="KPMG Bold" panose="020B0803030202040204" pitchFamily="34" charset="0"/>
              <a:ea typeface="+mj-ea"/>
              <a:cs typeface="+mj-cs"/>
            </a:endParaRPr>
          </a:p>
        </p:txBody>
      </p:sp>
      <p:sp>
        <p:nvSpPr>
          <p:cNvPr id="6" name="Text Placeholder 3"/>
          <p:cNvSpPr>
            <a:spLocks noGrp="1"/>
          </p:cNvSpPr>
          <p:nvPr>
            <p:ph type="body" sz="quarter" idx="11"/>
          </p:nvPr>
        </p:nvSpPr>
        <p:spPr>
          <a:xfrm>
            <a:off x="3672180" y="4710484"/>
            <a:ext cx="7260639" cy="810000"/>
          </a:xfrm>
          <a:ln w="3175">
            <a:noFill/>
            <a:prstDash val="lgDash"/>
          </a:ln>
        </p:spPr>
        <p:txBody>
          <a:bodyPr wrap="square" anchor="b">
            <a:noAutofit/>
          </a:bodyPr>
          <a:lstStyle>
            <a:lvl1pPr>
              <a:defRPr sz="1400">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sp>
        <p:nvSpPr>
          <p:cNvPr id="10" name="Title 9">
            <a:extLst>
              <a:ext uri="{FF2B5EF4-FFF2-40B4-BE49-F238E27FC236}">
                <a16:creationId xmlns:a16="http://schemas.microsoft.com/office/drawing/2014/main" id="{BA9E5DDB-2262-4657-AA4F-9CE87AA83B57}"/>
              </a:ext>
            </a:extLst>
          </p:cNvPr>
          <p:cNvSpPr>
            <a:spLocks noGrp="1"/>
          </p:cNvSpPr>
          <p:nvPr>
            <p:ph type="title" hasCustomPrompt="1"/>
          </p:nvPr>
        </p:nvSpPr>
        <p:spPr>
          <a:xfrm>
            <a:off x="3671123" y="636808"/>
            <a:ext cx="7260639" cy="3950972"/>
          </a:xfrm>
        </p:spPr>
        <p:txBody>
          <a:bodyPr/>
          <a:lstStyle>
            <a:lvl1pPr>
              <a:defRPr lang="en-GB" sz="6600" kern="1200" baseline="0" dirty="0">
                <a:solidFill>
                  <a:schemeClr val="bg1"/>
                </a:solidFill>
                <a:latin typeface="+mj-lt"/>
                <a:ea typeface="+mj-ea"/>
                <a:cs typeface="+mj-cs"/>
              </a:defRPr>
            </a:lvl1pPr>
          </a:lstStyle>
          <a:p>
            <a:r>
              <a:rPr lang="en-GB"/>
              <a:t>Title slide text only</a:t>
            </a:r>
          </a:p>
        </p:txBody>
      </p:sp>
      <p:pic>
        <p:nvPicPr>
          <p:cNvPr id="8" name="Graphic 7">
            <a:extLst>
              <a:ext uri="{FF2B5EF4-FFF2-40B4-BE49-F238E27FC236}">
                <a16:creationId xmlns:a16="http://schemas.microsoft.com/office/drawing/2014/main" id="{9F2B47DB-768D-47AE-9D19-E74198AD42C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98476" y="371311"/>
            <a:ext cx="914400" cy="368346"/>
          </a:xfrm>
          <a:prstGeom prst="rect">
            <a:avLst/>
          </a:prstGeom>
        </p:spPr>
      </p:pic>
    </p:spTree>
    <p:extLst>
      <p:ext uri="{BB962C8B-B14F-4D97-AF65-F5344CB8AC3E}">
        <p14:creationId xmlns:p14="http://schemas.microsoft.com/office/powerpoint/2010/main" val="396504958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TITLE SLIDE Right Vertical Window_Pacific Blue">
    <p:bg>
      <p:bgPr>
        <a:gradFill>
          <a:gsLst>
            <a:gs pos="100000">
              <a:srgbClr val="ACEAFF"/>
            </a:gs>
            <a:gs pos="0">
              <a:schemeClr val="accent4"/>
            </a:gs>
          </a:gsLst>
          <a:lin ang="0" scaled="0"/>
        </a:gra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9BC1A25C-9C23-47D0-BC86-BD2474043CD3}"/>
              </a:ext>
            </a:extLst>
          </p:cNvPr>
          <p:cNvGrpSpPr/>
          <p:nvPr userDrawn="1"/>
        </p:nvGrpSpPr>
        <p:grpSpPr>
          <a:xfrm>
            <a:off x="998476" y="0"/>
            <a:ext cx="911399" cy="1485244"/>
            <a:chOff x="1008000" y="0"/>
            <a:chExt cx="911399" cy="1485244"/>
          </a:xfrm>
          <a:solidFill>
            <a:schemeClr val="bg1">
              <a:alpha val="0"/>
            </a:schemeClr>
          </a:solidFill>
        </p:grpSpPr>
        <p:sp>
          <p:nvSpPr>
            <p:cNvPr id="5" name="Freeform 19">
              <a:extLst>
                <a:ext uri="{FF2B5EF4-FFF2-40B4-BE49-F238E27FC236}">
                  <a16:creationId xmlns:a16="http://schemas.microsoft.com/office/drawing/2014/main" id="{EEC5B735-00AD-41B9-A513-0F7783FFBE36}"/>
                </a:ext>
              </a:extLst>
            </p:cNvPr>
            <p:cNvSpPr>
              <a:spLocks noChangeAspect="1" noEditPoints="1"/>
            </p:cNvSpPr>
            <p:nvPr userDrawn="1"/>
          </p:nvSpPr>
          <p:spPr bwMode="auto">
            <a:xfrm>
              <a:off x="1008000" y="0"/>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GB"/>
            </a:p>
          </p:txBody>
        </p:sp>
        <p:sp>
          <p:nvSpPr>
            <p:cNvPr id="8" name="Freeform 19">
              <a:extLst>
                <a:ext uri="{FF2B5EF4-FFF2-40B4-BE49-F238E27FC236}">
                  <a16:creationId xmlns:a16="http://schemas.microsoft.com/office/drawing/2014/main" id="{C5CCCCF1-8E34-4341-A6C5-97CC39680E55}"/>
                </a:ext>
              </a:extLst>
            </p:cNvPr>
            <p:cNvSpPr>
              <a:spLocks noChangeAspect="1" noEditPoints="1"/>
            </p:cNvSpPr>
            <p:nvPr userDrawn="1"/>
          </p:nvSpPr>
          <p:spPr bwMode="auto">
            <a:xfrm>
              <a:off x="1008000" y="742622"/>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GB"/>
            </a:p>
          </p:txBody>
        </p:sp>
        <p:sp>
          <p:nvSpPr>
            <p:cNvPr id="9" name="Freeform 19">
              <a:extLst>
                <a:ext uri="{FF2B5EF4-FFF2-40B4-BE49-F238E27FC236}">
                  <a16:creationId xmlns:a16="http://schemas.microsoft.com/office/drawing/2014/main" id="{162D722E-1D64-4D54-98B6-8466501BFD3D}"/>
                </a:ext>
              </a:extLst>
            </p:cNvPr>
            <p:cNvSpPr>
              <a:spLocks noChangeAspect="1" noEditPoints="1"/>
            </p:cNvSpPr>
            <p:nvPr userDrawn="1"/>
          </p:nvSpPr>
          <p:spPr bwMode="auto">
            <a:xfrm>
              <a:off x="1008000" y="1113933"/>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GB"/>
            </a:p>
          </p:txBody>
        </p:sp>
      </p:grpSp>
      <p:sp>
        <p:nvSpPr>
          <p:cNvPr id="104" name="Rectangle 103">
            <a:extLst>
              <a:ext uri="{FF2B5EF4-FFF2-40B4-BE49-F238E27FC236}">
                <a16:creationId xmlns:a16="http://schemas.microsoft.com/office/drawing/2014/main" id="{6A6246C3-5BC1-4146-9E95-B8B3F1B77C22}"/>
              </a:ext>
            </a:extLst>
          </p:cNvPr>
          <p:cNvSpPr>
            <a:spLocks noChangeAspect="1"/>
          </p:cNvSpPr>
          <p:nvPr userDrawn="1"/>
        </p:nvSpPr>
        <p:spPr>
          <a:xfrm>
            <a:off x="7435789" y="371311"/>
            <a:ext cx="3764024" cy="5415923"/>
          </a:xfrm>
          <a:prstGeom prst="rect">
            <a:avLst/>
          </a:prstGeom>
          <a:gradFill>
            <a:gsLst>
              <a:gs pos="100000">
                <a:schemeClr val="accent1"/>
              </a:gs>
              <a:gs pos="0">
                <a:schemeClr val="accent5"/>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err="1">
              <a:solidFill>
                <a:schemeClr val="bg1"/>
              </a:solidFill>
              <a:latin typeface="KPMG Bold" panose="020B0803030202040204" pitchFamily="34" charset="0"/>
              <a:ea typeface="+mj-ea"/>
              <a:cs typeface="+mj-cs"/>
            </a:endParaRPr>
          </a:p>
        </p:txBody>
      </p:sp>
      <p:sp>
        <p:nvSpPr>
          <p:cNvPr id="106" name="Text Placeholder 3">
            <a:extLst>
              <a:ext uri="{FF2B5EF4-FFF2-40B4-BE49-F238E27FC236}">
                <a16:creationId xmlns:a16="http://schemas.microsoft.com/office/drawing/2014/main" id="{E9A5689E-A0AC-4126-A5A7-5CD8528C6C2E}"/>
              </a:ext>
            </a:extLst>
          </p:cNvPr>
          <p:cNvSpPr>
            <a:spLocks noGrp="1"/>
          </p:cNvSpPr>
          <p:nvPr>
            <p:ph type="body" sz="quarter" idx="12"/>
          </p:nvPr>
        </p:nvSpPr>
        <p:spPr>
          <a:xfrm>
            <a:off x="7702252" y="4710484"/>
            <a:ext cx="3229510" cy="810000"/>
          </a:xfrm>
          <a:ln w="3175">
            <a:noFill/>
            <a:prstDash val="lgDash"/>
          </a:ln>
        </p:spPr>
        <p:txBody>
          <a:bodyPr wrap="square" anchor="b">
            <a:noAutofit/>
          </a:bodyPr>
          <a:lstStyle>
            <a:lvl1pPr>
              <a:defRPr sz="1400">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sp>
        <p:nvSpPr>
          <p:cNvPr id="2" name="Title 1"/>
          <p:cNvSpPr>
            <a:spLocks noGrp="1"/>
          </p:cNvSpPr>
          <p:nvPr>
            <p:ph type="ctrTitle" hasCustomPrompt="1"/>
          </p:nvPr>
        </p:nvSpPr>
        <p:spPr>
          <a:xfrm>
            <a:off x="7702252" y="636808"/>
            <a:ext cx="3229510" cy="3950972"/>
          </a:xfrm>
          <a:noFill/>
          <a:ln w="3175">
            <a:noFill/>
            <a:prstDash val="lgDash"/>
          </a:ln>
        </p:spPr>
        <p:txBody>
          <a:bodyPr lIns="0" tIns="0" rIns="0" bIns="0" anchor="t" anchorCtr="0">
            <a:noAutofit/>
          </a:bodyPr>
          <a:lstStyle>
            <a:lvl1pPr algn="l">
              <a:defRPr sz="6600" baseline="0">
                <a:solidFill>
                  <a:schemeClr val="bg1"/>
                </a:solidFill>
              </a:defRPr>
            </a:lvl1pPr>
          </a:lstStyle>
          <a:p>
            <a:r>
              <a:rPr lang="en-GB"/>
              <a:t>Title slide text only</a:t>
            </a:r>
            <a:endParaRPr lang="en-US"/>
          </a:p>
        </p:txBody>
      </p:sp>
      <p:pic>
        <p:nvPicPr>
          <p:cNvPr id="10" name="Graphic 9">
            <a:extLst>
              <a:ext uri="{FF2B5EF4-FFF2-40B4-BE49-F238E27FC236}">
                <a16:creationId xmlns:a16="http://schemas.microsoft.com/office/drawing/2014/main" id="{78DFFAD0-690D-40FA-92E3-26DD5F2CF71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98476" y="371311"/>
            <a:ext cx="914400" cy="368346"/>
          </a:xfrm>
          <a:prstGeom prst="rect">
            <a:avLst/>
          </a:prstGeom>
        </p:spPr>
      </p:pic>
    </p:spTree>
    <p:extLst>
      <p:ext uri="{BB962C8B-B14F-4D97-AF65-F5344CB8AC3E}">
        <p14:creationId xmlns:p14="http://schemas.microsoft.com/office/powerpoint/2010/main" val="271147127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TITLE SLIDE Left Horizontal Window Image_KPMG Blue">
    <p:bg>
      <p:bgPr>
        <a:solidFill>
          <a:schemeClr val="accent2"/>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6200E6EA-7AA4-4C98-8E47-F5F83446E051}"/>
              </a:ext>
            </a:extLst>
          </p:cNvPr>
          <p:cNvSpPr>
            <a:spLocks noGrp="1" noChangeAspect="1"/>
          </p:cNvSpPr>
          <p:nvPr>
            <p:ph type="pic" sz="quarter" idx="12"/>
          </p:nvPr>
        </p:nvSpPr>
        <p:spPr>
          <a:xfrm>
            <a:off x="998477" y="1468380"/>
            <a:ext cx="5885053" cy="4087973"/>
          </a:xfrm>
          <a:solidFill>
            <a:schemeClr val="accent1"/>
          </a:solidFill>
        </p:spPr>
        <p:txBody>
          <a:bodyPr anchor="ctr"/>
          <a:lstStyle>
            <a:lvl1pPr algn="ctr">
              <a:defRPr sz="1000" b="0">
                <a:solidFill>
                  <a:schemeClr val="bg1"/>
                </a:solidFill>
              </a:defRPr>
            </a:lvl1pPr>
          </a:lstStyle>
          <a:p>
            <a:r>
              <a:rPr lang="en-US"/>
              <a:t>Click icon to add picture</a:t>
            </a:r>
            <a:endParaRPr lang="en-GB"/>
          </a:p>
        </p:txBody>
      </p:sp>
      <p:sp>
        <p:nvSpPr>
          <p:cNvPr id="2" name="Title 1"/>
          <p:cNvSpPr>
            <a:spLocks noGrp="1"/>
          </p:cNvSpPr>
          <p:nvPr>
            <p:ph type="ctrTitle" hasCustomPrompt="1"/>
          </p:nvPr>
        </p:nvSpPr>
        <p:spPr>
          <a:xfrm>
            <a:off x="7642337" y="1468380"/>
            <a:ext cx="3551186" cy="3098109"/>
          </a:xfrm>
          <a:noFill/>
          <a:ln w="3175">
            <a:noFill/>
            <a:prstDash val="lgDash"/>
          </a:ln>
        </p:spPr>
        <p:txBody>
          <a:bodyPr lIns="0" tIns="0" rIns="0" bIns="0" anchor="t" anchorCtr="0">
            <a:noAutofit/>
          </a:bodyPr>
          <a:lstStyle>
            <a:lvl1pPr algn="l">
              <a:defRPr sz="6600" baseline="0">
                <a:solidFill>
                  <a:schemeClr val="bg1"/>
                </a:solidFill>
              </a:defRPr>
            </a:lvl1pPr>
          </a:lstStyle>
          <a:p>
            <a:r>
              <a:rPr lang="en-GB"/>
              <a:t>Title slide text only</a:t>
            </a:r>
            <a:endParaRPr lang="en-US"/>
          </a:p>
        </p:txBody>
      </p:sp>
      <p:sp>
        <p:nvSpPr>
          <p:cNvPr id="5" name="Freeform 19">
            <a:extLst>
              <a:ext uri="{FF2B5EF4-FFF2-40B4-BE49-F238E27FC236}">
                <a16:creationId xmlns:a16="http://schemas.microsoft.com/office/drawing/2014/main" id="{EEC5B735-00AD-41B9-A513-0F7783FFBE36}"/>
              </a:ext>
            </a:extLst>
          </p:cNvPr>
          <p:cNvSpPr>
            <a:spLocks noChangeAspect="1" noEditPoints="1"/>
          </p:cNvSpPr>
          <p:nvPr userDrawn="1"/>
        </p:nvSpPr>
        <p:spPr bwMode="auto">
          <a:xfrm>
            <a:off x="7648627" y="1129527"/>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endParaRPr lang="en-GB"/>
          </a:p>
        </p:txBody>
      </p:sp>
      <p:sp>
        <p:nvSpPr>
          <p:cNvPr id="8" name="Freeform 19">
            <a:extLst>
              <a:ext uri="{FF2B5EF4-FFF2-40B4-BE49-F238E27FC236}">
                <a16:creationId xmlns:a16="http://schemas.microsoft.com/office/drawing/2014/main" id="{C5CCCCF1-8E34-4341-A6C5-97CC39680E55}"/>
              </a:ext>
            </a:extLst>
          </p:cNvPr>
          <p:cNvSpPr>
            <a:spLocks noChangeAspect="1" noEditPoints="1"/>
          </p:cNvSpPr>
          <p:nvPr userDrawn="1"/>
        </p:nvSpPr>
        <p:spPr bwMode="auto">
          <a:xfrm>
            <a:off x="7648627" y="1872149"/>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endParaRPr lang="en-GB"/>
          </a:p>
        </p:txBody>
      </p:sp>
      <p:sp>
        <p:nvSpPr>
          <p:cNvPr id="6" name="Text Placeholder 3"/>
          <p:cNvSpPr>
            <a:spLocks noGrp="1"/>
          </p:cNvSpPr>
          <p:nvPr userDrawn="1">
            <p:ph type="body" sz="quarter" idx="11"/>
          </p:nvPr>
        </p:nvSpPr>
        <p:spPr>
          <a:xfrm>
            <a:off x="7648628" y="4746353"/>
            <a:ext cx="3551186" cy="810000"/>
          </a:xfrm>
          <a:ln w="3175">
            <a:noFill/>
            <a:prstDash val="lgDash"/>
          </a:ln>
        </p:spPr>
        <p:txBody>
          <a:bodyPr wrap="square" anchor="b">
            <a:noAutofit/>
          </a:bodyPr>
          <a:lstStyle>
            <a:lvl1pPr>
              <a:defRPr sz="1400">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pic>
        <p:nvPicPr>
          <p:cNvPr id="9" name="Graphic 8">
            <a:extLst>
              <a:ext uri="{FF2B5EF4-FFF2-40B4-BE49-F238E27FC236}">
                <a16:creationId xmlns:a16="http://schemas.microsoft.com/office/drawing/2014/main" id="{93430CE4-5B69-4517-8F25-A3A23061EE9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647346" y="371311"/>
            <a:ext cx="914400" cy="368346"/>
          </a:xfrm>
          <a:prstGeom prst="rect">
            <a:avLst/>
          </a:prstGeom>
        </p:spPr>
      </p:pic>
    </p:spTree>
    <p:extLst>
      <p:ext uri="{BB962C8B-B14F-4D97-AF65-F5344CB8AC3E}">
        <p14:creationId xmlns:p14="http://schemas.microsoft.com/office/powerpoint/2010/main" val="929737386"/>
      </p:ext>
    </p:extLst>
  </p:cSld>
  <p:clrMapOvr>
    <a:masterClrMapping/>
  </p:clrMapOvr>
  <p:extLst>
    <p:ext uri="{DCECCB84-F9BA-43D5-87BE-67443E8EF086}">
      <p15:sldGuideLst xmlns:p15="http://schemas.microsoft.com/office/powerpoint/2012/main">
        <p15:guide id="1" orient="horz" pos="3498">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TITLE SLIDE Left Vertical Window Image_KPMG Blue">
    <p:bg>
      <p:bgPr>
        <a:solidFill>
          <a:schemeClr val="accent2"/>
        </a:solidFill>
        <a:effectLst/>
      </p:bgPr>
    </p:bg>
    <p:spTree>
      <p:nvGrpSpPr>
        <p:cNvPr id="1" name=""/>
        <p:cNvGrpSpPr/>
        <p:nvPr/>
      </p:nvGrpSpPr>
      <p:grpSpPr>
        <a:xfrm>
          <a:off x="0" y="0"/>
          <a:ext cx="0" cy="0"/>
          <a:chOff x="0" y="0"/>
          <a:chExt cx="0" cy="0"/>
        </a:xfrm>
      </p:grpSpPr>
      <p:sp>
        <p:nvSpPr>
          <p:cNvPr id="28" name="Picture Placeholder 3">
            <a:extLst>
              <a:ext uri="{FF2B5EF4-FFF2-40B4-BE49-F238E27FC236}">
                <a16:creationId xmlns:a16="http://schemas.microsoft.com/office/drawing/2014/main" id="{445BA5F7-F13B-4C20-B0E0-112E55400EE4}"/>
              </a:ext>
            </a:extLst>
          </p:cNvPr>
          <p:cNvSpPr>
            <a:spLocks noGrp="1" noChangeAspect="1"/>
          </p:cNvSpPr>
          <p:nvPr>
            <p:ph type="pic" sz="quarter" idx="12"/>
          </p:nvPr>
        </p:nvSpPr>
        <p:spPr>
          <a:xfrm>
            <a:off x="998477" y="371311"/>
            <a:ext cx="3727618" cy="5392264"/>
          </a:xfrm>
          <a:solidFill>
            <a:schemeClr val="accent1"/>
          </a:solidFill>
        </p:spPr>
        <p:txBody>
          <a:bodyPr vert="horz" lIns="0" tIns="0" rIns="0" bIns="0" rtlCol="0" anchor="ctr" anchorCtr="0">
            <a:noAutofit/>
          </a:bodyPr>
          <a:lstStyle>
            <a:lvl1pPr>
              <a:defRPr lang="en-GB" sz="1000" b="0">
                <a:solidFill>
                  <a:schemeClr val="bg1"/>
                </a:solidFill>
              </a:defRPr>
            </a:lvl1pPr>
          </a:lstStyle>
          <a:p>
            <a:pPr lvl="0" algn="ctr"/>
            <a:r>
              <a:rPr lang="en-US"/>
              <a:t>Click icon to add picture</a:t>
            </a:r>
            <a:endParaRPr lang="en-GB"/>
          </a:p>
        </p:txBody>
      </p:sp>
      <p:sp>
        <p:nvSpPr>
          <p:cNvPr id="2" name="Title 1"/>
          <p:cNvSpPr>
            <a:spLocks noGrp="1"/>
          </p:cNvSpPr>
          <p:nvPr>
            <p:ph type="ctrTitle" hasCustomPrompt="1"/>
          </p:nvPr>
        </p:nvSpPr>
        <p:spPr>
          <a:xfrm>
            <a:off x="5489910" y="1453783"/>
            <a:ext cx="5301922" cy="3446223"/>
          </a:xfrm>
          <a:noFill/>
          <a:ln w="3175">
            <a:noFill/>
            <a:prstDash val="lgDash"/>
          </a:ln>
        </p:spPr>
        <p:txBody>
          <a:bodyPr lIns="0" tIns="0" rIns="0" bIns="0" anchor="t" anchorCtr="0">
            <a:noAutofit/>
          </a:bodyPr>
          <a:lstStyle>
            <a:lvl1pPr algn="l">
              <a:defRPr sz="6600" baseline="0">
                <a:solidFill>
                  <a:schemeClr val="bg1"/>
                </a:solidFill>
              </a:defRPr>
            </a:lvl1pPr>
          </a:lstStyle>
          <a:p>
            <a:r>
              <a:rPr lang="en-GB"/>
              <a:t>Title slide text only</a:t>
            </a:r>
            <a:endParaRPr lang="en-US"/>
          </a:p>
        </p:txBody>
      </p:sp>
      <p:sp>
        <p:nvSpPr>
          <p:cNvPr id="5" name="Freeform 19">
            <a:extLst>
              <a:ext uri="{FF2B5EF4-FFF2-40B4-BE49-F238E27FC236}">
                <a16:creationId xmlns:a16="http://schemas.microsoft.com/office/drawing/2014/main" id="{EEC5B735-00AD-41B9-A513-0F7783FFBE36}"/>
              </a:ext>
            </a:extLst>
          </p:cNvPr>
          <p:cNvSpPr>
            <a:spLocks noChangeAspect="1" noEditPoints="1"/>
          </p:cNvSpPr>
          <p:nvPr userDrawn="1"/>
        </p:nvSpPr>
        <p:spPr bwMode="auto">
          <a:xfrm>
            <a:off x="4729193" y="614966"/>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endParaRPr lang="en-GB"/>
          </a:p>
        </p:txBody>
      </p:sp>
      <p:sp>
        <p:nvSpPr>
          <p:cNvPr id="6" name="Text Placeholder 3"/>
          <p:cNvSpPr>
            <a:spLocks noGrp="1"/>
          </p:cNvSpPr>
          <p:nvPr userDrawn="1">
            <p:ph type="body" sz="quarter" idx="11"/>
          </p:nvPr>
        </p:nvSpPr>
        <p:spPr>
          <a:xfrm>
            <a:off x="5489910" y="4953575"/>
            <a:ext cx="5301922" cy="810000"/>
          </a:xfrm>
          <a:ln w="3175">
            <a:noFill/>
            <a:prstDash val="lgDash"/>
          </a:ln>
        </p:spPr>
        <p:txBody>
          <a:bodyPr wrap="square" anchor="b">
            <a:noAutofit/>
          </a:bodyPr>
          <a:lstStyle>
            <a:lvl1pPr>
              <a:defRPr sz="1400">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pic>
        <p:nvPicPr>
          <p:cNvPr id="7" name="Graphic 6">
            <a:extLst>
              <a:ext uri="{FF2B5EF4-FFF2-40B4-BE49-F238E27FC236}">
                <a16:creationId xmlns:a16="http://schemas.microsoft.com/office/drawing/2014/main" id="{3FEB65A9-A8F4-40C5-AC08-82132F1B1BD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491560" y="371311"/>
            <a:ext cx="914400" cy="368346"/>
          </a:xfrm>
          <a:prstGeom prst="rect">
            <a:avLst/>
          </a:prstGeom>
        </p:spPr>
      </p:pic>
    </p:spTree>
    <p:extLst>
      <p:ext uri="{BB962C8B-B14F-4D97-AF65-F5344CB8AC3E}">
        <p14:creationId xmlns:p14="http://schemas.microsoft.com/office/powerpoint/2010/main" val="395760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TITLE SLIDE Right Horizontal Window Image_Cobalt Blue">
    <p:bg>
      <p:bgPr>
        <a:solidFill>
          <a:schemeClr val="accent1"/>
        </a:solidFill>
        <a:effectLst/>
      </p:bgPr>
    </p:bg>
    <p:spTree>
      <p:nvGrpSpPr>
        <p:cNvPr id="1" name=""/>
        <p:cNvGrpSpPr/>
        <p:nvPr/>
      </p:nvGrpSpPr>
      <p:grpSpPr>
        <a:xfrm>
          <a:off x="0" y="0"/>
          <a:ext cx="0" cy="0"/>
          <a:chOff x="0" y="0"/>
          <a:chExt cx="0" cy="0"/>
        </a:xfrm>
      </p:grpSpPr>
      <p:sp>
        <p:nvSpPr>
          <p:cNvPr id="5" name="Freeform 19">
            <a:extLst>
              <a:ext uri="{FF2B5EF4-FFF2-40B4-BE49-F238E27FC236}">
                <a16:creationId xmlns:a16="http://schemas.microsoft.com/office/drawing/2014/main" id="{EEC5B735-00AD-41B9-A513-0F7783FFBE36}"/>
              </a:ext>
            </a:extLst>
          </p:cNvPr>
          <p:cNvSpPr>
            <a:spLocks noChangeAspect="1" noEditPoints="1"/>
          </p:cNvSpPr>
          <p:nvPr userDrawn="1"/>
        </p:nvSpPr>
        <p:spPr bwMode="auto">
          <a:xfrm>
            <a:off x="998476" y="1129527"/>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endParaRPr lang="en-GB"/>
          </a:p>
        </p:txBody>
      </p:sp>
      <p:sp>
        <p:nvSpPr>
          <p:cNvPr id="8" name="Freeform 19">
            <a:extLst>
              <a:ext uri="{FF2B5EF4-FFF2-40B4-BE49-F238E27FC236}">
                <a16:creationId xmlns:a16="http://schemas.microsoft.com/office/drawing/2014/main" id="{C5CCCCF1-8E34-4341-A6C5-97CC39680E55}"/>
              </a:ext>
            </a:extLst>
          </p:cNvPr>
          <p:cNvSpPr>
            <a:spLocks noChangeAspect="1" noEditPoints="1"/>
          </p:cNvSpPr>
          <p:nvPr userDrawn="1"/>
        </p:nvSpPr>
        <p:spPr bwMode="auto">
          <a:xfrm>
            <a:off x="998476" y="1872149"/>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endParaRPr lang="en-GB"/>
          </a:p>
        </p:txBody>
      </p:sp>
      <p:sp>
        <p:nvSpPr>
          <p:cNvPr id="28" name="Picture Placeholder 3">
            <a:extLst>
              <a:ext uri="{FF2B5EF4-FFF2-40B4-BE49-F238E27FC236}">
                <a16:creationId xmlns:a16="http://schemas.microsoft.com/office/drawing/2014/main" id="{1D0B9D96-907F-4E37-B5A7-830AD095F223}"/>
              </a:ext>
            </a:extLst>
          </p:cNvPr>
          <p:cNvSpPr>
            <a:spLocks noGrp="1" noChangeAspect="1"/>
          </p:cNvSpPr>
          <p:nvPr>
            <p:ph type="pic" sz="quarter" idx="12"/>
          </p:nvPr>
        </p:nvSpPr>
        <p:spPr>
          <a:xfrm>
            <a:off x="4915965" y="1456388"/>
            <a:ext cx="6283848" cy="4364991"/>
          </a:xfrm>
          <a:solidFill>
            <a:schemeClr val="accent2"/>
          </a:solidFill>
        </p:spPr>
        <p:txBody>
          <a:bodyPr vert="horz" lIns="0" tIns="0" rIns="0" bIns="0" rtlCol="0" anchor="ctr" anchorCtr="0">
            <a:noAutofit/>
          </a:bodyPr>
          <a:lstStyle>
            <a:lvl1pPr>
              <a:defRPr lang="en-GB" sz="1000" b="0">
                <a:solidFill>
                  <a:schemeClr val="bg1"/>
                </a:solidFill>
              </a:defRPr>
            </a:lvl1pPr>
          </a:lstStyle>
          <a:p>
            <a:pPr lvl="0" algn="ctr"/>
            <a:r>
              <a:rPr lang="en-US"/>
              <a:t>Click icon to add picture</a:t>
            </a:r>
            <a:endParaRPr lang="en-GB"/>
          </a:p>
        </p:txBody>
      </p:sp>
      <p:sp>
        <p:nvSpPr>
          <p:cNvPr id="34" name="Title 1">
            <a:extLst>
              <a:ext uri="{FF2B5EF4-FFF2-40B4-BE49-F238E27FC236}">
                <a16:creationId xmlns:a16="http://schemas.microsoft.com/office/drawing/2014/main" id="{E8E14845-BB2E-4EA2-8CBD-F35A520E366D}"/>
              </a:ext>
            </a:extLst>
          </p:cNvPr>
          <p:cNvSpPr>
            <a:spLocks noGrp="1"/>
          </p:cNvSpPr>
          <p:nvPr>
            <p:ph type="ctrTitle" hasCustomPrompt="1"/>
          </p:nvPr>
        </p:nvSpPr>
        <p:spPr>
          <a:xfrm>
            <a:off x="998478" y="1456388"/>
            <a:ext cx="3174866" cy="3427743"/>
          </a:xfrm>
          <a:noFill/>
          <a:ln w="3175">
            <a:noFill/>
            <a:prstDash val="lgDash"/>
          </a:ln>
        </p:spPr>
        <p:txBody>
          <a:bodyPr lIns="0" tIns="0" rIns="0" bIns="0" anchor="t" anchorCtr="0">
            <a:noAutofit/>
          </a:bodyPr>
          <a:lstStyle>
            <a:lvl1pPr algn="l">
              <a:defRPr sz="6600" baseline="0">
                <a:solidFill>
                  <a:schemeClr val="bg1"/>
                </a:solidFill>
              </a:defRPr>
            </a:lvl1pPr>
          </a:lstStyle>
          <a:p>
            <a:r>
              <a:rPr lang="en-GB"/>
              <a:t>Title slide text only</a:t>
            </a:r>
            <a:endParaRPr lang="en-US"/>
          </a:p>
        </p:txBody>
      </p:sp>
      <p:sp>
        <p:nvSpPr>
          <p:cNvPr id="40" name="Text Placeholder 3">
            <a:extLst>
              <a:ext uri="{FF2B5EF4-FFF2-40B4-BE49-F238E27FC236}">
                <a16:creationId xmlns:a16="http://schemas.microsoft.com/office/drawing/2014/main" id="{423222F2-0E39-45E4-8918-49125CD7C1EA}"/>
              </a:ext>
            </a:extLst>
          </p:cNvPr>
          <p:cNvSpPr>
            <a:spLocks noGrp="1"/>
          </p:cNvSpPr>
          <p:nvPr>
            <p:ph type="body" sz="quarter" idx="11"/>
          </p:nvPr>
        </p:nvSpPr>
        <p:spPr>
          <a:xfrm>
            <a:off x="998478" y="5007010"/>
            <a:ext cx="3174866" cy="810000"/>
          </a:xfrm>
          <a:ln w="3175">
            <a:noFill/>
            <a:prstDash val="lgDash"/>
          </a:ln>
        </p:spPr>
        <p:txBody>
          <a:bodyPr wrap="square" anchor="b">
            <a:noAutofit/>
          </a:bodyPr>
          <a:lstStyle>
            <a:lvl1pPr>
              <a:defRPr sz="1400">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pic>
        <p:nvPicPr>
          <p:cNvPr id="9" name="Graphic 8">
            <a:extLst>
              <a:ext uri="{FF2B5EF4-FFF2-40B4-BE49-F238E27FC236}">
                <a16:creationId xmlns:a16="http://schemas.microsoft.com/office/drawing/2014/main" id="{323EE304-3FCA-4CF8-84B4-178F6B5C57A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98476" y="371311"/>
            <a:ext cx="914400" cy="368346"/>
          </a:xfrm>
          <a:prstGeom prst="rect">
            <a:avLst/>
          </a:prstGeom>
        </p:spPr>
      </p:pic>
    </p:spTree>
    <p:extLst>
      <p:ext uri="{BB962C8B-B14F-4D97-AF65-F5344CB8AC3E}">
        <p14:creationId xmlns:p14="http://schemas.microsoft.com/office/powerpoint/2010/main" val="143855889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TITLE SLIDE Right Vertical Window Image_Cobalt Blue">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998478" y="1456388"/>
            <a:ext cx="5249471" cy="3442681"/>
          </a:xfrm>
          <a:noFill/>
          <a:ln w="3175">
            <a:noFill/>
            <a:prstDash val="lgDash"/>
          </a:ln>
        </p:spPr>
        <p:txBody>
          <a:bodyPr lIns="0" tIns="0" rIns="0" bIns="0" anchor="t" anchorCtr="0">
            <a:noAutofit/>
          </a:bodyPr>
          <a:lstStyle>
            <a:lvl1pPr algn="l">
              <a:defRPr sz="6600" baseline="0">
                <a:solidFill>
                  <a:schemeClr val="bg1"/>
                </a:solidFill>
              </a:defRPr>
            </a:lvl1pPr>
          </a:lstStyle>
          <a:p>
            <a:r>
              <a:rPr lang="en-GB"/>
              <a:t>Title slide text only</a:t>
            </a:r>
            <a:endParaRPr lang="en-US"/>
          </a:p>
        </p:txBody>
      </p:sp>
      <p:sp>
        <p:nvSpPr>
          <p:cNvPr id="5" name="Freeform 19">
            <a:extLst>
              <a:ext uri="{FF2B5EF4-FFF2-40B4-BE49-F238E27FC236}">
                <a16:creationId xmlns:a16="http://schemas.microsoft.com/office/drawing/2014/main" id="{EEC5B735-00AD-41B9-A513-0F7783FFBE36}"/>
              </a:ext>
            </a:extLst>
          </p:cNvPr>
          <p:cNvSpPr>
            <a:spLocks noChangeAspect="1" noEditPoints="1"/>
          </p:cNvSpPr>
          <p:nvPr userDrawn="1"/>
        </p:nvSpPr>
        <p:spPr bwMode="auto">
          <a:xfrm>
            <a:off x="998476" y="614966"/>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a:ea typeface="+mn-ea"/>
              <a:cs typeface="+mn-cs"/>
            </a:endParaRPr>
          </a:p>
        </p:txBody>
      </p:sp>
      <p:sp>
        <p:nvSpPr>
          <p:cNvPr id="8" name="Freeform 19">
            <a:extLst>
              <a:ext uri="{FF2B5EF4-FFF2-40B4-BE49-F238E27FC236}">
                <a16:creationId xmlns:a16="http://schemas.microsoft.com/office/drawing/2014/main" id="{C5CCCCF1-8E34-4341-A6C5-97CC39680E55}"/>
              </a:ext>
            </a:extLst>
          </p:cNvPr>
          <p:cNvSpPr>
            <a:spLocks noChangeAspect="1" noEditPoints="1"/>
          </p:cNvSpPr>
          <p:nvPr userDrawn="1"/>
        </p:nvSpPr>
        <p:spPr bwMode="auto">
          <a:xfrm>
            <a:off x="998476" y="1357588"/>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a:ea typeface="+mn-ea"/>
              <a:cs typeface="+mn-cs"/>
            </a:endParaRPr>
          </a:p>
        </p:txBody>
      </p:sp>
      <p:sp>
        <p:nvSpPr>
          <p:cNvPr id="6" name="Text Placeholder 3"/>
          <p:cNvSpPr>
            <a:spLocks noGrp="1"/>
          </p:cNvSpPr>
          <p:nvPr userDrawn="1">
            <p:ph type="body" sz="quarter" idx="11"/>
          </p:nvPr>
        </p:nvSpPr>
        <p:spPr>
          <a:xfrm>
            <a:off x="998478" y="5007009"/>
            <a:ext cx="5249471" cy="810000"/>
          </a:xfrm>
          <a:ln w="3175">
            <a:noFill/>
            <a:prstDash val="lgDash"/>
          </a:ln>
        </p:spPr>
        <p:txBody>
          <a:bodyPr wrap="square" anchor="b">
            <a:noAutofit/>
          </a:bodyPr>
          <a:lstStyle>
            <a:lvl1pPr>
              <a:defRPr sz="1400">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sp>
        <p:nvSpPr>
          <p:cNvPr id="28" name="Picture Placeholder 3">
            <a:extLst>
              <a:ext uri="{FF2B5EF4-FFF2-40B4-BE49-F238E27FC236}">
                <a16:creationId xmlns:a16="http://schemas.microsoft.com/office/drawing/2014/main" id="{13BD1F9C-C7CA-4162-BCD4-0E8701D30076}"/>
              </a:ext>
            </a:extLst>
          </p:cNvPr>
          <p:cNvSpPr>
            <a:spLocks noGrp="1" noChangeAspect="1"/>
          </p:cNvSpPr>
          <p:nvPr>
            <p:ph type="pic" sz="quarter" idx="12"/>
          </p:nvPr>
        </p:nvSpPr>
        <p:spPr>
          <a:xfrm>
            <a:off x="7428967" y="371311"/>
            <a:ext cx="3764557" cy="5445698"/>
          </a:xfrm>
          <a:solidFill>
            <a:schemeClr val="accent2"/>
          </a:solidFill>
        </p:spPr>
        <p:txBody>
          <a:bodyPr vert="horz" lIns="0" tIns="0" rIns="0" bIns="0" rtlCol="0" anchor="ctr" anchorCtr="0">
            <a:noAutofit/>
          </a:bodyPr>
          <a:lstStyle>
            <a:lvl1pPr>
              <a:defRPr lang="en-GB" sz="1000" b="0">
                <a:solidFill>
                  <a:schemeClr val="bg1"/>
                </a:solidFill>
              </a:defRPr>
            </a:lvl1pPr>
          </a:lstStyle>
          <a:p>
            <a:pPr lvl="0" algn="ctr"/>
            <a:r>
              <a:rPr lang="en-US"/>
              <a:t>Click icon to add picture</a:t>
            </a:r>
            <a:endParaRPr lang="en-GB"/>
          </a:p>
        </p:txBody>
      </p:sp>
      <p:pic>
        <p:nvPicPr>
          <p:cNvPr id="9" name="Graphic 8">
            <a:extLst>
              <a:ext uri="{FF2B5EF4-FFF2-40B4-BE49-F238E27FC236}">
                <a16:creationId xmlns:a16="http://schemas.microsoft.com/office/drawing/2014/main" id="{AA9325F0-DADC-43A7-A4FF-97033BB2202D}"/>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98476" y="371311"/>
            <a:ext cx="914400" cy="368346"/>
          </a:xfrm>
          <a:prstGeom prst="rect">
            <a:avLst/>
          </a:prstGeom>
        </p:spPr>
      </p:pic>
    </p:spTree>
    <p:extLst>
      <p:ext uri="{BB962C8B-B14F-4D97-AF65-F5344CB8AC3E}">
        <p14:creationId xmlns:p14="http://schemas.microsoft.com/office/powerpoint/2010/main" val="302999439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33821-7F6E-47FF-89CD-D057DAFB6B1F}"/>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409761678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Title Only - Dark BG colour">
    <p:bg>
      <p:bgPr>
        <a:solidFill>
          <a:schemeClr val="accent2"/>
        </a:solidFill>
        <a:effectLst/>
      </p:bgPr>
    </p:bg>
    <p:spTree>
      <p:nvGrpSpPr>
        <p:cNvPr id="1" name=""/>
        <p:cNvGrpSpPr/>
        <p:nvPr/>
      </p:nvGrpSpPr>
      <p:grpSpPr>
        <a:xfrm>
          <a:off x="0" y="0"/>
          <a:ext cx="0" cy="0"/>
          <a:chOff x="0" y="0"/>
          <a:chExt cx="0" cy="0"/>
        </a:xfrm>
      </p:grpSpPr>
      <p:sp>
        <p:nvSpPr>
          <p:cNvPr id="4" name="Shape 8">
            <a:extLst>
              <a:ext uri="{FF2B5EF4-FFF2-40B4-BE49-F238E27FC236}">
                <a16:creationId xmlns:a16="http://schemas.microsoft.com/office/drawing/2014/main" id="{FEACBC9C-FDC2-4718-A261-6371F0F60DE3}"/>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bg1"/>
                </a:solidFill>
                <a:latin typeface="+mn-lt"/>
                <a:ea typeface="Arial"/>
                <a:cs typeface="Arial" panose="020B0604020202020204" pitchFamily="34" charset="0"/>
              </a:rPr>
              <a:pPr algn="r"/>
              <a:t>‹#›</a:t>
            </a:fld>
            <a:endParaRPr lang="en-GB" sz="1000">
              <a:solidFill>
                <a:schemeClr val="bg1"/>
              </a:solidFill>
              <a:latin typeface="+mn-lt"/>
              <a:ea typeface="Arial"/>
              <a:cs typeface="Arial" panose="020B0604020202020204" pitchFamily="34" charset="0"/>
            </a:endParaRPr>
          </a:p>
        </p:txBody>
      </p:sp>
      <p:sp>
        <p:nvSpPr>
          <p:cNvPr id="5" name="TextBox 4">
            <a:extLst>
              <a:ext uri="{FF2B5EF4-FFF2-40B4-BE49-F238E27FC236}">
                <a16:creationId xmlns:a16="http://schemas.microsoft.com/office/drawing/2014/main" id="{23B13141-5B21-49DB-9803-98F4E6E17F5A}"/>
              </a:ext>
              <a:ext uri="{C183D7F6-B498-43B3-948B-1728B52AA6E4}">
                <adec:decorative xmlns:adec="http://schemas.microsoft.com/office/drawing/2017/decorative" val="1"/>
              </a:ext>
            </a:extLst>
          </p:cNvPr>
          <p:cNvSpPr txBox="1"/>
          <p:nvPr userDrawn="1">
            <p:custDataLst>
              <p:tags r:id="rId1"/>
            </p:custDataLst>
          </p:nvPr>
        </p:nvSpPr>
        <p:spPr>
          <a:xfrm>
            <a:off x="8813800" y="6295536"/>
            <a:ext cx="2020193"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solidFill>
                <a:latin typeface="+mn-lt"/>
                <a:ea typeface="+mn-ea"/>
                <a:cs typeface="+mn-cs"/>
              </a:rPr>
              <a:t>Document Classification: KPMG Public</a:t>
            </a:r>
          </a:p>
        </p:txBody>
      </p:sp>
      <p:sp>
        <p:nvSpPr>
          <p:cNvPr id="7" name="TextBox 6">
            <a:extLst>
              <a:ext uri="{FF2B5EF4-FFF2-40B4-BE49-F238E27FC236}">
                <a16:creationId xmlns:a16="http://schemas.microsoft.com/office/drawing/2014/main" id="{7E115E64-AC13-4D9A-A160-F698CCA8CA99}"/>
              </a:ext>
              <a:ext uri="{C183D7F6-B498-43B3-948B-1728B52AA6E4}">
                <adec:decorative xmlns:adec="http://schemas.microsoft.com/office/drawing/2017/decorative" val="1"/>
              </a:ext>
            </a:extLst>
          </p:cNvPr>
          <p:cNvSpPr txBox="1">
            <a:spLocks/>
          </p:cNvSpPr>
          <p:nvPr userDrawn="1"/>
        </p:nvSpPr>
        <p:spPr>
          <a:xfrm>
            <a:off x="1885685" y="6266997"/>
            <a:ext cx="6165848"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kern="1200" noProof="0">
                <a:solidFill>
                  <a:schemeClr val="bg1"/>
                </a:solidFill>
                <a:latin typeface="+mn-lt"/>
                <a:ea typeface="+mn-ea"/>
                <a:cs typeface="+mn-cs"/>
              </a:rPr>
              <a:t>© 2023 KPMG Assurance and Consulting Services LLP, an Indian Limited Liability Partnership and a member firm of the KPMG global organization of independent member firms affiliated with KPMG International Limited, a private English company limited by guarantee. All rights reserved.</a:t>
            </a:r>
            <a:endParaRPr lang="en-GB" sz="600" kern="1200" noProof="0">
              <a:solidFill>
                <a:schemeClr val="bg1"/>
              </a:solidFill>
              <a:latin typeface="+mn-lt"/>
              <a:ea typeface="+mn-ea"/>
              <a:cs typeface="+mn-cs"/>
            </a:endParaRPr>
          </a:p>
        </p:txBody>
      </p:sp>
      <p:cxnSp>
        <p:nvCxnSpPr>
          <p:cNvPr id="8" name="Straight Connector 7">
            <a:extLst>
              <a:ext uri="{FF2B5EF4-FFF2-40B4-BE49-F238E27FC236}">
                <a16:creationId xmlns:a16="http://schemas.microsoft.com/office/drawing/2014/main" id="{156A5C29-C797-4C37-9F34-9C206DC1B640}"/>
              </a:ext>
            </a:extLst>
          </p:cNvPr>
          <p:cNvCxnSpPr/>
          <p:nvPr userDrawn="1"/>
        </p:nvCxnSpPr>
        <p:spPr>
          <a:xfrm>
            <a:off x="10928548" y="6266997"/>
            <a:ext cx="0" cy="149412"/>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32C06C60-BBAD-4B44-9D69-536848922030}"/>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GB"/>
          </a:p>
        </p:txBody>
      </p:sp>
      <p:sp>
        <p:nvSpPr>
          <p:cNvPr id="9" name="Graphic 8">
            <a:extLst>
              <a:ext uri="{FF2B5EF4-FFF2-40B4-BE49-F238E27FC236}">
                <a16:creationId xmlns:a16="http://schemas.microsoft.com/office/drawing/2014/main" id="{147A601A-3AE8-4889-A026-9740E00CCFBB}"/>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bg1"/>
          </a:solidFill>
          <a:ln w="1683" cap="flat">
            <a:noFill/>
            <a:prstDash val="solid"/>
            <a:miter/>
          </a:ln>
        </p:spPr>
        <p:txBody>
          <a:bodyPr rtlCol="0" anchor="ctr"/>
          <a:lstStyle/>
          <a:p>
            <a:endParaRPr lang="en-GB"/>
          </a:p>
        </p:txBody>
      </p:sp>
    </p:spTree>
    <p:extLst>
      <p:ext uri="{BB962C8B-B14F-4D97-AF65-F5344CB8AC3E}">
        <p14:creationId xmlns:p14="http://schemas.microsoft.com/office/powerpoint/2010/main" val="286097347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995363" y="1330126"/>
            <a:ext cx="10198237" cy="45467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Title 1">
            <a:extLst>
              <a:ext uri="{FF2B5EF4-FFF2-40B4-BE49-F238E27FC236}">
                <a16:creationId xmlns:a16="http://schemas.microsoft.com/office/drawing/2014/main" id="{8CCFC99C-7410-4D22-BA8D-48877FCFB6C0}"/>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108011127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One Column Text_double title">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9D2B9FA-46EE-4504-A8DE-8C56CCE29B0B}"/>
              </a:ext>
            </a:extLst>
          </p:cNvPr>
          <p:cNvSpPr>
            <a:spLocks noGrp="1"/>
          </p:cNvSpPr>
          <p:nvPr>
            <p:ph type="body" sz="quarter" idx="10"/>
          </p:nvPr>
        </p:nvSpPr>
        <p:spPr>
          <a:xfrm>
            <a:off x="998538" y="1700213"/>
            <a:ext cx="10201275" cy="41767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Title 1">
            <a:extLst>
              <a:ext uri="{FF2B5EF4-FFF2-40B4-BE49-F238E27FC236}">
                <a16:creationId xmlns:a16="http://schemas.microsoft.com/office/drawing/2014/main" id="{4AFC733E-E364-489F-B7AF-D2002EE59732}"/>
              </a:ext>
            </a:extLst>
          </p:cNvPr>
          <p:cNvSpPr>
            <a:spLocks noGrp="1"/>
          </p:cNvSpPr>
          <p:nvPr>
            <p:ph type="title" hasCustomPrompt="1"/>
          </p:nvPr>
        </p:nvSpPr>
        <p:spPr/>
        <p:txBody>
          <a:bodyPr/>
          <a:lstStyle>
            <a:lvl1pPr>
              <a:defRPr/>
            </a:lvl1pPr>
          </a:lstStyle>
          <a:p>
            <a:r>
              <a:rPr lang="en-US"/>
              <a:t>Click to edit </a:t>
            </a:r>
            <a:br>
              <a:rPr lang="en-US"/>
            </a:br>
            <a:r>
              <a:rPr lang="en-US"/>
              <a:t>Master title style</a:t>
            </a:r>
            <a:endParaRPr lang="en-GB"/>
          </a:p>
        </p:txBody>
      </p:sp>
    </p:spTree>
    <p:extLst>
      <p:ext uri="{BB962C8B-B14F-4D97-AF65-F5344CB8AC3E}">
        <p14:creationId xmlns:p14="http://schemas.microsoft.com/office/powerpoint/2010/main" val="3044499952"/>
      </p:ext>
    </p:extLst>
  </p:cSld>
  <p:clrMapOvr>
    <a:masterClrMapping/>
  </p:clrMapOvr>
  <p:extLst>
    <p:ext uri="{DCECCB84-F9BA-43D5-87BE-67443E8EF086}">
      <p15:sldGuideLst xmlns:p15="http://schemas.microsoft.com/office/powerpoint/2012/main">
        <p15:guide id="1" orient="horz" pos="1071">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One Column Text_double title_KPMG Blue">
    <p:bg>
      <p:bgPr>
        <a:solidFill>
          <a:schemeClr val="accent2"/>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9D2B9FA-46EE-4504-A8DE-8C56CCE29B0B}"/>
              </a:ext>
            </a:extLst>
          </p:cNvPr>
          <p:cNvSpPr>
            <a:spLocks noGrp="1"/>
          </p:cNvSpPr>
          <p:nvPr>
            <p:ph type="body" sz="quarter" idx="10"/>
          </p:nvPr>
        </p:nvSpPr>
        <p:spPr>
          <a:xfrm>
            <a:off x="998538" y="1700213"/>
            <a:ext cx="10201275" cy="4176712"/>
          </a:xfrm>
        </p:spPr>
        <p:txBody>
          <a:bodyPr/>
          <a:lstStyle>
            <a:lvl1pPr>
              <a:defRPr>
                <a:solidFill>
                  <a:schemeClr val="bg1"/>
                </a:solidFill>
              </a:defRPr>
            </a:lvl1pPr>
            <a:lvl2pPr>
              <a:defRPr>
                <a:solidFill>
                  <a:schemeClr val="bg1"/>
                </a:solidFill>
              </a:defRPr>
            </a:lvl2pPr>
            <a:lvl3pPr>
              <a:buClrTx/>
              <a:defRPr>
                <a:solidFill>
                  <a:schemeClr val="bg1"/>
                </a:solidFill>
              </a:defRPr>
            </a:lvl3pPr>
            <a:lvl4pPr marL="361950" indent="-180975">
              <a:buClrTx/>
              <a:defRPr>
                <a:solidFill>
                  <a:schemeClr val="bg1"/>
                </a:solidFill>
              </a:defRPr>
            </a:lvl4pPr>
            <a:lvl5pPr>
              <a:buClrTx/>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Shape 8">
            <a:extLst>
              <a:ext uri="{FF2B5EF4-FFF2-40B4-BE49-F238E27FC236}">
                <a16:creationId xmlns:a16="http://schemas.microsoft.com/office/drawing/2014/main" id="{F4561A05-7671-4539-AB97-A9979F67EB43}"/>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bg1"/>
                </a:solidFill>
                <a:latin typeface="+mn-lt"/>
                <a:ea typeface="Arial"/>
                <a:cs typeface="Arial" panose="020B0604020202020204" pitchFamily="34" charset="0"/>
              </a:rPr>
              <a:pPr algn="r"/>
              <a:t>‹#›</a:t>
            </a:fld>
            <a:endParaRPr lang="en-GB" sz="1000">
              <a:solidFill>
                <a:schemeClr val="bg1"/>
              </a:solidFill>
              <a:latin typeface="+mn-lt"/>
              <a:ea typeface="Arial"/>
              <a:cs typeface="Arial" panose="020B0604020202020204" pitchFamily="34" charset="0"/>
            </a:endParaRPr>
          </a:p>
        </p:txBody>
      </p:sp>
      <p:sp>
        <p:nvSpPr>
          <p:cNvPr id="6" name="TextBox 5">
            <a:extLst>
              <a:ext uri="{FF2B5EF4-FFF2-40B4-BE49-F238E27FC236}">
                <a16:creationId xmlns:a16="http://schemas.microsoft.com/office/drawing/2014/main" id="{EC919669-F96A-4239-990D-B48E0AE682F3}"/>
              </a:ext>
              <a:ext uri="{C183D7F6-B498-43B3-948B-1728B52AA6E4}">
                <adec:decorative xmlns:adec="http://schemas.microsoft.com/office/drawing/2017/decorative" val="1"/>
              </a:ext>
            </a:extLst>
          </p:cNvPr>
          <p:cNvSpPr txBox="1"/>
          <p:nvPr userDrawn="1">
            <p:custDataLst>
              <p:tags r:id="rId1"/>
            </p:custDataLst>
          </p:nvPr>
        </p:nvSpPr>
        <p:spPr>
          <a:xfrm>
            <a:off x="8820154" y="6295536"/>
            <a:ext cx="2013840"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solidFill>
                <a:latin typeface="+mn-lt"/>
                <a:ea typeface="+mn-ea"/>
                <a:cs typeface="+mn-cs"/>
              </a:rPr>
              <a:t>Document Classification: KPMG Public</a:t>
            </a:r>
          </a:p>
        </p:txBody>
      </p:sp>
      <p:sp>
        <p:nvSpPr>
          <p:cNvPr id="8" name="TextBox 7">
            <a:extLst>
              <a:ext uri="{FF2B5EF4-FFF2-40B4-BE49-F238E27FC236}">
                <a16:creationId xmlns:a16="http://schemas.microsoft.com/office/drawing/2014/main" id="{1CBF1CF3-C473-4B59-9814-FFEC4D26E803}"/>
              </a:ext>
              <a:ext uri="{C183D7F6-B498-43B3-948B-1728B52AA6E4}">
                <adec:decorative xmlns:adec="http://schemas.microsoft.com/office/drawing/2017/decorative" val="1"/>
              </a:ext>
            </a:extLst>
          </p:cNvPr>
          <p:cNvSpPr txBox="1">
            <a:spLocks/>
          </p:cNvSpPr>
          <p:nvPr userDrawn="1"/>
        </p:nvSpPr>
        <p:spPr>
          <a:xfrm>
            <a:off x="1885685" y="6266997"/>
            <a:ext cx="6165848"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kern="1200" noProof="0">
                <a:solidFill>
                  <a:schemeClr val="bg1"/>
                </a:solidFill>
                <a:latin typeface="+mn-lt"/>
                <a:ea typeface="+mn-ea"/>
                <a:cs typeface="+mn-cs"/>
              </a:rPr>
              <a:t>© 2023 KPMG Assurance and Consulting Services LLP, an Indian Limited Liability Partnership and a member firm of the KPMG global organization of independent member firms affiliated with KPMG International Limited, a private English company limited by guarantee. All rights reserved. </a:t>
            </a:r>
          </a:p>
        </p:txBody>
      </p:sp>
      <p:cxnSp>
        <p:nvCxnSpPr>
          <p:cNvPr id="9" name="Straight Connector 8">
            <a:extLst>
              <a:ext uri="{FF2B5EF4-FFF2-40B4-BE49-F238E27FC236}">
                <a16:creationId xmlns:a16="http://schemas.microsoft.com/office/drawing/2014/main" id="{89D5ED2D-F17F-4481-8AE6-4D9EA0535145}"/>
              </a:ext>
            </a:extLst>
          </p:cNvPr>
          <p:cNvCxnSpPr/>
          <p:nvPr userDrawn="1"/>
        </p:nvCxnSpPr>
        <p:spPr>
          <a:xfrm>
            <a:off x="10928548" y="6266997"/>
            <a:ext cx="0" cy="149412"/>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803AAE32-05EB-420A-97AB-3254804D32FD}"/>
              </a:ext>
            </a:extLst>
          </p:cNvPr>
          <p:cNvSpPr>
            <a:spLocks noGrp="1"/>
          </p:cNvSpPr>
          <p:nvPr>
            <p:ph type="title" hasCustomPrompt="1"/>
          </p:nvPr>
        </p:nvSpPr>
        <p:spPr/>
        <p:txBody>
          <a:bodyPr/>
          <a:lstStyle>
            <a:lvl1pPr>
              <a:defRPr>
                <a:solidFill>
                  <a:schemeClr val="bg1"/>
                </a:solidFill>
              </a:defRPr>
            </a:lvl1pPr>
          </a:lstStyle>
          <a:p>
            <a:r>
              <a:rPr lang="en-US"/>
              <a:t>Click to edit </a:t>
            </a:r>
            <a:br>
              <a:rPr lang="en-US"/>
            </a:br>
            <a:r>
              <a:rPr lang="en-US"/>
              <a:t>Master title style</a:t>
            </a:r>
            <a:endParaRPr lang="en-GB"/>
          </a:p>
        </p:txBody>
      </p:sp>
      <p:sp>
        <p:nvSpPr>
          <p:cNvPr id="10" name="Graphic 8">
            <a:extLst>
              <a:ext uri="{FF2B5EF4-FFF2-40B4-BE49-F238E27FC236}">
                <a16:creationId xmlns:a16="http://schemas.microsoft.com/office/drawing/2014/main" id="{567897B5-3A96-440B-8018-FDD880280B2A}"/>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bg1"/>
          </a:solidFill>
          <a:ln w="1683" cap="flat">
            <a:noFill/>
            <a:prstDash val="solid"/>
            <a:miter/>
          </a:ln>
        </p:spPr>
        <p:txBody>
          <a:bodyPr rtlCol="0" anchor="ctr"/>
          <a:lstStyle/>
          <a:p>
            <a:endParaRPr lang="en-GB"/>
          </a:p>
        </p:txBody>
      </p:sp>
    </p:spTree>
    <p:extLst>
      <p:ext uri="{BB962C8B-B14F-4D97-AF65-F5344CB8AC3E}">
        <p14:creationId xmlns:p14="http://schemas.microsoft.com/office/powerpoint/2010/main" val="552290155"/>
      </p:ext>
    </p:extLst>
  </p:cSld>
  <p:clrMapOvr>
    <a:masterClrMapping/>
  </p:clrMapOvr>
  <p:extLst>
    <p:ext uri="{DCECCB84-F9BA-43D5-87BE-67443E8EF086}">
      <p15:sldGuideLst xmlns:p15="http://schemas.microsoft.com/office/powerpoint/2012/main">
        <p15:guide id="1" orient="horz" pos="1071">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One Column Text - Dark BG colour">
    <p:bg>
      <p:bgPr>
        <a:solidFill>
          <a:schemeClr val="accent2"/>
        </a:solidFill>
        <a:effectLst/>
      </p:bgPr>
    </p:bg>
    <p:spTree>
      <p:nvGrpSpPr>
        <p:cNvPr id="1" name=""/>
        <p:cNvGrpSpPr/>
        <p:nvPr/>
      </p:nvGrpSpPr>
      <p:grpSpPr>
        <a:xfrm>
          <a:off x="0" y="0"/>
          <a:ext cx="0" cy="0"/>
          <a:chOff x="0" y="0"/>
          <a:chExt cx="0" cy="0"/>
        </a:xfrm>
      </p:grpSpPr>
      <p:sp>
        <p:nvSpPr>
          <p:cNvPr id="4" name="Shape 8">
            <a:extLst>
              <a:ext uri="{FF2B5EF4-FFF2-40B4-BE49-F238E27FC236}">
                <a16:creationId xmlns:a16="http://schemas.microsoft.com/office/drawing/2014/main" id="{FEACBC9C-FDC2-4718-A261-6371F0F60DE3}"/>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bg1"/>
                </a:solidFill>
                <a:latin typeface="+mn-lt"/>
                <a:ea typeface="Arial"/>
                <a:cs typeface="Arial" panose="020B0604020202020204" pitchFamily="34" charset="0"/>
              </a:rPr>
              <a:pPr algn="r"/>
              <a:t>‹#›</a:t>
            </a:fld>
            <a:endParaRPr lang="en-GB" sz="1000">
              <a:solidFill>
                <a:schemeClr val="bg1"/>
              </a:solidFill>
              <a:latin typeface="+mn-lt"/>
              <a:ea typeface="Arial"/>
              <a:cs typeface="Arial" panose="020B0604020202020204" pitchFamily="34" charset="0"/>
            </a:endParaRPr>
          </a:p>
        </p:txBody>
      </p:sp>
      <p:sp>
        <p:nvSpPr>
          <p:cNvPr id="5" name="TextBox 4">
            <a:extLst>
              <a:ext uri="{FF2B5EF4-FFF2-40B4-BE49-F238E27FC236}">
                <a16:creationId xmlns:a16="http://schemas.microsoft.com/office/drawing/2014/main" id="{23B13141-5B21-49DB-9803-98F4E6E17F5A}"/>
              </a:ext>
              <a:ext uri="{C183D7F6-B498-43B3-948B-1728B52AA6E4}">
                <adec:decorative xmlns:adec="http://schemas.microsoft.com/office/drawing/2017/decorative" val="1"/>
              </a:ext>
            </a:extLst>
          </p:cNvPr>
          <p:cNvSpPr txBox="1"/>
          <p:nvPr userDrawn="1">
            <p:custDataLst>
              <p:tags r:id="rId1"/>
            </p:custDataLst>
          </p:nvPr>
        </p:nvSpPr>
        <p:spPr>
          <a:xfrm>
            <a:off x="8896358" y="6295536"/>
            <a:ext cx="1937636"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solidFill>
                <a:latin typeface="+mn-lt"/>
                <a:ea typeface="+mn-ea"/>
                <a:cs typeface="+mn-cs"/>
              </a:rPr>
              <a:t>Document Classification: KPMG Public</a:t>
            </a:r>
          </a:p>
        </p:txBody>
      </p:sp>
      <p:sp>
        <p:nvSpPr>
          <p:cNvPr id="7" name="TextBox 6">
            <a:extLst>
              <a:ext uri="{FF2B5EF4-FFF2-40B4-BE49-F238E27FC236}">
                <a16:creationId xmlns:a16="http://schemas.microsoft.com/office/drawing/2014/main" id="{7E115E64-AC13-4D9A-A160-F698CCA8CA99}"/>
              </a:ext>
              <a:ext uri="{C183D7F6-B498-43B3-948B-1728B52AA6E4}">
                <adec:decorative xmlns:adec="http://schemas.microsoft.com/office/drawing/2017/decorative" val="1"/>
              </a:ext>
            </a:extLst>
          </p:cNvPr>
          <p:cNvSpPr txBox="1">
            <a:spLocks/>
          </p:cNvSpPr>
          <p:nvPr userDrawn="1"/>
        </p:nvSpPr>
        <p:spPr>
          <a:xfrm>
            <a:off x="1885685" y="6266997"/>
            <a:ext cx="6165848"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kern="1200" noProof="0">
                <a:solidFill>
                  <a:schemeClr val="bg1"/>
                </a:solidFill>
                <a:latin typeface="+mn-lt"/>
                <a:ea typeface="+mn-ea"/>
                <a:cs typeface="+mn-cs"/>
              </a:rPr>
              <a:t>© 2023 KPMG Assurance and Consulting Services LLP, an Indian Limited Liability Partnership and a member firm of the KPMG global organization of independent member firms affiliated with KPMG International Limited, a private English company limited by guarantee. All rights reserved. </a:t>
            </a:r>
          </a:p>
        </p:txBody>
      </p:sp>
      <p:cxnSp>
        <p:nvCxnSpPr>
          <p:cNvPr id="8" name="Straight Connector 7">
            <a:extLst>
              <a:ext uri="{FF2B5EF4-FFF2-40B4-BE49-F238E27FC236}">
                <a16:creationId xmlns:a16="http://schemas.microsoft.com/office/drawing/2014/main" id="{156A5C29-C797-4C37-9F34-9C206DC1B640}"/>
              </a:ext>
            </a:extLst>
          </p:cNvPr>
          <p:cNvCxnSpPr/>
          <p:nvPr userDrawn="1"/>
        </p:nvCxnSpPr>
        <p:spPr>
          <a:xfrm>
            <a:off x="10928548" y="6266997"/>
            <a:ext cx="0" cy="149412"/>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Text Placeholder 26">
            <a:extLst>
              <a:ext uri="{FF2B5EF4-FFF2-40B4-BE49-F238E27FC236}">
                <a16:creationId xmlns:a16="http://schemas.microsoft.com/office/drawing/2014/main" id="{2D4DF521-FBEB-4C5C-80DB-DDFC4B7E350A}"/>
              </a:ext>
            </a:extLst>
          </p:cNvPr>
          <p:cNvSpPr>
            <a:spLocks noGrp="1"/>
          </p:cNvSpPr>
          <p:nvPr>
            <p:ph type="body" sz="quarter" idx="10"/>
          </p:nvPr>
        </p:nvSpPr>
        <p:spPr>
          <a:xfrm>
            <a:off x="998400" y="1330126"/>
            <a:ext cx="10201275" cy="4546600"/>
          </a:xfrm>
        </p:spPr>
        <p:txBody>
          <a:bodyPr/>
          <a:lstStyle>
            <a:lvl1pPr>
              <a:defRPr>
                <a:solidFill>
                  <a:schemeClr val="bg1"/>
                </a:solidFill>
              </a:defRPr>
            </a:lvl1pPr>
            <a:lvl2pPr>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893FD8B3-A559-4E34-BA53-32A7F9278785}"/>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GB"/>
          </a:p>
        </p:txBody>
      </p:sp>
      <p:sp>
        <p:nvSpPr>
          <p:cNvPr id="9" name="Graphic 8">
            <a:extLst>
              <a:ext uri="{FF2B5EF4-FFF2-40B4-BE49-F238E27FC236}">
                <a16:creationId xmlns:a16="http://schemas.microsoft.com/office/drawing/2014/main" id="{48947F85-E5F1-445E-BD2C-8963D165668D}"/>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bg1"/>
          </a:solidFill>
          <a:ln w="1683" cap="flat">
            <a:noFill/>
            <a:prstDash val="solid"/>
            <a:miter/>
          </a:ln>
        </p:spPr>
        <p:txBody>
          <a:bodyPr rtlCol="0" anchor="ctr"/>
          <a:lstStyle/>
          <a:p>
            <a:endParaRPr lang="en-GB"/>
          </a:p>
        </p:txBody>
      </p:sp>
    </p:spTree>
    <p:extLst>
      <p:ext uri="{BB962C8B-B14F-4D97-AF65-F5344CB8AC3E}">
        <p14:creationId xmlns:p14="http://schemas.microsoft.com/office/powerpoint/2010/main" val="421301621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wo Column Text">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1003200" y="1330126"/>
            <a:ext cx="4968000" cy="45467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8"/>
          <p:cNvSpPr>
            <a:spLocks noGrp="1"/>
          </p:cNvSpPr>
          <p:nvPr>
            <p:ph type="body" sz="quarter" idx="11"/>
          </p:nvPr>
        </p:nvSpPr>
        <p:spPr>
          <a:xfrm>
            <a:off x="6220800" y="1330126"/>
            <a:ext cx="4968000" cy="45467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 name="Title 2">
            <a:extLst>
              <a:ext uri="{FF2B5EF4-FFF2-40B4-BE49-F238E27FC236}">
                <a16:creationId xmlns:a16="http://schemas.microsoft.com/office/drawing/2014/main" id="{DF69D30F-5094-425F-A158-0850AE27D366}"/>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425754278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Two Column Text - Dark BG colour">
    <p:bg>
      <p:bgPr>
        <a:solidFill>
          <a:schemeClr val="accent2"/>
        </a:solidFill>
        <a:effectLst/>
      </p:bgPr>
    </p:bg>
    <p:spTree>
      <p:nvGrpSpPr>
        <p:cNvPr id="1" name=""/>
        <p:cNvGrpSpPr/>
        <p:nvPr/>
      </p:nvGrpSpPr>
      <p:grpSpPr>
        <a:xfrm>
          <a:off x="0" y="0"/>
          <a:ext cx="0" cy="0"/>
          <a:chOff x="0" y="0"/>
          <a:chExt cx="0" cy="0"/>
        </a:xfrm>
      </p:grpSpPr>
      <p:sp>
        <p:nvSpPr>
          <p:cNvPr id="4" name="Shape 8">
            <a:extLst>
              <a:ext uri="{FF2B5EF4-FFF2-40B4-BE49-F238E27FC236}">
                <a16:creationId xmlns:a16="http://schemas.microsoft.com/office/drawing/2014/main" id="{FEACBC9C-FDC2-4718-A261-6371F0F60DE3}"/>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bg1"/>
                </a:solidFill>
                <a:latin typeface="+mn-lt"/>
                <a:ea typeface="Arial"/>
                <a:cs typeface="Arial" panose="020B0604020202020204" pitchFamily="34" charset="0"/>
              </a:rPr>
              <a:pPr algn="r"/>
              <a:t>‹#›</a:t>
            </a:fld>
            <a:endParaRPr lang="en-GB" sz="1000">
              <a:solidFill>
                <a:schemeClr val="bg1"/>
              </a:solidFill>
              <a:latin typeface="+mn-lt"/>
              <a:ea typeface="Arial"/>
              <a:cs typeface="Arial" panose="020B0604020202020204" pitchFamily="34" charset="0"/>
            </a:endParaRPr>
          </a:p>
        </p:txBody>
      </p:sp>
      <p:sp>
        <p:nvSpPr>
          <p:cNvPr id="5" name="TextBox 4">
            <a:extLst>
              <a:ext uri="{FF2B5EF4-FFF2-40B4-BE49-F238E27FC236}">
                <a16:creationId xmlns:a16="http://schemas.microsoft.com/office/drawing/2014/main" id="{23B13141-5B21-49DB-9803-98F4E6E17F5A}"/>
              </a:ext>
              <a:ext uri="{C183D7F6-B498-43B3-948B-1728B52AA6E4}">
                <adec:decorative xmlns:adec="http://schemas.microsoft.com/office/drawing/2017/decorative" val="1"/>
              </a:ext>
            </a:extLst>
          </p:cNvPr>
          <p:cNvSpPr txBox="1"/>
          <p:nvPr userDrawn="1">
            <p:custDataLst>
              <p:tags r:id="rId1"/>
            </p:custDataLst>
          </p:nvPr>
        </p:nvSpPr>
        <p:spPr>
          <a:xfrm>
            <a:off x="8864606" y="6295536"/>
            <a:ext cx="1969388"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1" kern="1200" noProof="0">
                <a:solidFill>
                  <a:schemeClr val="bg1"/>
                </a:solidFill>
                <a:latin typeface="+mn-lt"/>
                <a:ea typeface="+mn-ea"/>
                <a:cs typeface="+mn-cs"/>
              </a:rPr>
              <a:t>Document Classification: KPMG Public</a:t>
            </a:r>
          </a:p>
        </p:txBody>
      </p:sp>
      <p:sp>
        <p:nvSpPr>
          <p:cNvPr id="7" name="TextBox 6">
            <a:extLst>
              <a:ext uri="{FF2B5EF4-FFF2-40B4-BE49-F238E27FC236}">
                <a16:creationId xmlns:a16="http://schemas.microsoft.com/office/drawing/2014/main" id="{7E115E64-AC13-4D9A-A160-F698CCA8CA99}"/>
              </a:ext>
              <a:ext uri="{C183D7F6-B498-43B3-948B-1728B52AA6E4}">
                <adec:decorative xmlns:adec="http://schemas.microsoft.com/office/drawing/2017/decorative" val="1"/>
              </a:ext>
            </a:extLst>
          </p:cNvPr>
          <p:cNvSpPr txBox="1">
            <a:spLocks/>
          </p:cNvSpPr>
          <p:nvPr userDrawn="1"/>
        </p:nvSpPr>
        <p:spPr>
          <a:xfrm>
            <a:off x="1885685" y="6266997"/>
            <a:ext cx="6165848"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kern="1200" noProof="0">
                <a:solidFill>
                  <a:schemeClr val="bg1"/>
                </a:solidFill>
                <a:latin typeface="+mn-lt"/>
                <a:ea typeface="+mn-ea"/>
                <a:cs typeface="+mn-cs"/>
              </a:rPr>
              <a:t>© 2023 KPMG Assurance and Consulting Services LLP, an Indian Limited Liability Partnership and a member firm of the KPMG global organization of independent member firms affiliated with KPMG International Limited, a private English company limited by guarantee. All rights reserved. </a:t>
            </a:r>
          </a:p>
        </p:txBody>
      </p:sp>
      <p:cxnSp>
        <p:nvCxnSpPr>
          <p:cNvPr id="8" name="Straight Connector 7">
            <a:extLst>
              <a:ext uri="{FF2B5EF4-FFF2-40B4-BE49-F238E27FC236}">
                <a16:creationId xmlns:a16="http://schemas.microsoft.com/office/drawing/2014/main" id="{156A5C29-C797-4C37-9F34-9C206DC1B640}"/>
              </a:ext>
            </a:extLst>
          </p:cNvPr>
          <p:cNvCxnSpPr/>
          <p:nvPr userDrawn="1"/>
        </p:nvCxnSpPr>
        <p:spPr>
          <a:xfrm>
            <a:off x="10928548" y="6266997"/>
            <a:ext cx="0" cy="149412"/>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Text Placeholder 26">
            <a:extLst>
              <a:ext uri="{FF2B5EF4-FFF2-40B4-BE49-F238E27FC236}">
                <a16:creationId xmlns:a16="http://schemas.microsoft.com/office/drawing/2014/main" id="{2D4DF521-FBEB-4C5C-80DB-DDFC4B7E350A}"/>
              </a:ext>
            </a:extLst>
          </p:cNvPr>
          <p:cNvSpPr>
            <a:spLocks noGrp="1"/>
          </p:cNvSpPr>
          <p:nvPr>
            <p:ph type="body" sz="quarter" idx="10"/>
          </p:nvPr>
        </p:nvSpPr>
        <p:spPr>
          <a:xfrm>
            <a:off x="998400" y="1330126"/>
            <a:ext cx="4968000" cy="4546600"/>
          </a:xfrm>
        </p:spPr>
        <p:txBody>
          <a:bodyPr/>
          <a:lstStyle>
            <a:lvl1pPr>
              <a:defRPr>
                <a:solidFill>
                  <a:schemeClr val="bg1"/>
                </a:solidFill>
              </a:defRPr>
            </a:lvl1pPr>
            <a:lvl2pPr>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27">
            <a:extLst>
              <a:ext uri="{FF2B5EF4-FFF2-40B4-BE49-F238E27FC236}">
                <a16:creationId xmlns:a16="http://schemas.microsoft.com/office/drawing/2014/main" id="{6ED3211B-3C86-4413-BA20-A4F81B443BE8}"/>
              </a:ext>
            </a:extLst>
          </p:cNvPr>
          <p:cNvSpPr>
            <a:spLocks noGrp="1"/>
          </p:cNvSpPr>
          <p:nvPr>
            <p:ph type="body" sz="quarter" idx="11"/>
          </p:nvPr>
        </p:nvSpPr>
        <p:spPr>
          <a:xfrm>
            <a:off x="6220800" y="1330126"/>
            <a:ext cx="4968875" cy="4546600"/>
          </a:xfrm>
        </p:spPr>
        <p:txBody>
          <a:bodyPr/>
          <a:lstStyle>
            <a:lvl1pPr>
              <a:defRPr>
                <a:solidFill>
                  <a:schemeClr val="bg1"/>
                </a:solidFill>
              </a:defRPr>
            </a:lvl1pPr>
            <a:lvl2pPr>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E1C918AE-52AC-4531-9640-0D2CA3A28F2B}"/>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GB"/>
          </a:p>
        </p:txBody>
      </p:sp>
      <p:sp>
        <p:nvSpPr>
          <p:cNvPr id="10" name="Graphic 8">
            <a:extLst>
              <a:ext uri="{FF2B5EF4-FFF2-40B4-BE49-F238E27FC236}">
                <a16:creationId xmlns:a16="http://schemas.microsoft.com/office/drawing/2014/main" id="{79D6C947-06F1-4188-A558-E10C77FF12CE}"/>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bg1"/>
          </a:solidFill>
          <a:ln w="1683" cap="flat">
            <a:noFill/>
            <a:prstDash val="solid"/>
            <a:miter/>
          </a:ln>
        </p:spPr>
        <p:txBody>
          <a:bodyPr rtlCol="0" anchor="ctr"/>
          <a:lstStyle/>
          <a:p>
            <a:endParaRPr lang="en-GB"/>
          </a:p>
        </p:txBody>
      </p:sp>
    </p:spTree>
    <p:extLst>
      <p:ext uri="{BB962C8B-B14F-4D97-AF65-F5344CB8AC3E}">
        <p14:creationId xmlns:p14="http://schemas.microsoft.com/office/powerpoint/2010/main" val="348082131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ext with Image or Chart">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1003200" y="1330126"/>
            <a:ext cx="4968000" cy="4546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Chart Placeholder 4"/>
          <p:cNvSpPr>
            <a:spLocks noGrp="1"/>
          </p:cNvSpPr>
          <p:nvPr>
            <p:ph type="chart" sz="quarter" idx="13"/>
          </p:nvPr>
        </p:nvSpPr>
        <p:spPr>
          <a:xfrm>
            <a:off x="6220800" y="1330126"/>
            <a:ext cx="4968000" cy="4546800"/>
          </a:xfrm>
        </p:spPr>
        <p:txBody>
          <a:bodyPr anchor="ctr"/>
          <a:lstStyle>
            <a:lvl1pPr algn="ctr">
              <a:defRPr/>
            </a:lvl1pPr>
          </a:lstStyle>
          <a:p>
            <a:r>
              <a:rPr lang="en-US"/>
              <a:t>Click icon to add chart</a:t>
            </a:r>
            <a:endParaRPr lang="en-GB"/>
          </a:p>
        </p:txBody>
      </p:sp>
      <p:sp>
        <p:nvSpPr>
          <p:cNvPr id="3" name="Title 2">
            <a:extLst>
              <a:ext uri="{FF2B5EF4-FFF2-40B4-BE49-F238E27FC236}">
                <a16:creationId xmlns:a16="http://schemas.microsoft.com/office/drawing/2014/main" id="{D91C8742-D774-4F89-A78A-3FE2DD10535D}"/>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148511434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1 Column Chart Text">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1003200" y="1331360"/>
            <a:ext cx="10195200" cy="213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Chart Placeholder 4"/>
          <p:cNvSpPr>
            <a:spLocks noGrp="1"/>
          </p:cNvSpPr>
          <p:nvPr>
            <p:ph type="chart" sz="quarter" idx="11"/>
          </p:nvPr>
        </p:nvSpPr>
        <p:spPr>
          <a:xfrm>
            <a:off x="1003200" y="3742126"/>
            <a:ext cx="10195200" cy="2135740"/>
          </a:xfrm>
        </p:spPr>
        <p:txBody>
          <a:bodyPr anchor="ctr"/>
          <a:lstStyle>
            <a:lvl1pPr algn="ctr">
              <a:defRPr/>
            </a:lvl1pPr>
          </a:lstStyle>
          <a:p>
            <a:r>
              <a:rPr lang="en-US"/>
              <a:t>Click icon to add chart</a:t>
            </a:r>
            <a:endParaRPr lang="en-GB"/>
          </a:p>
        </p:txBody>
      </p:sp>
      <p:sp>
        <p:nvSpPr>
          <p:cNvPr id="3" name="Title 2">
            <a:extLst>
              <a:ext uri="{FF2B5EF4-FFF2-40B4-BE49-F238E27FC236}">
                <a16:creationId xmlns:a16="http://schemas.microsoft.com/office/drawing/2014/main" id="{02D32ADA-D319-4A1F-BF43-8C0B259FADD8}"/>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428615851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2 Column Chart">
    <p:spTree>
      <p:nvGrpSpPr>
        <p:cNvPr id="1" name=""/>
        <p:cNvGrpSpPr/>
        <p:nvPr/>
      </p:nvGrpSpPr>
      <p:grpSpPr>
        <a:xfrm>
          <a:off x="0" y="0"/>
          <a:ext cx="0" cy="0"/>
          <a:chOff x="0" y="0"/>
          <a:chExt cx="0" cy="0"/>
        </a:xfrm>
      </p:grpSpPr>
      <p:sp>
        <p:nvSpPr>
          <p:cNvPr id="5" name="Chart Placeholder 4"/>
          <p:cNvSpPr>
            <a:spLocks noGrp="1"/>
          </p:cNvSpPr>
          <p:nvPr>
            <p:ph type="chart" sz="quarter" idx="11"/>
          </p:nvPr>
        </p:nvSpPr>
        <p:spPr>
          <a:xfrm>
            <a:off x="6220800" y="1330126"/>
            <a:ext cx="4968000" cy="4546800"/>
          </a:xfrm>
        </p:spPr>
        <p:txBody>
          <a:bodyPr anchor="ctr"/>
          <a:lstStyle>
            <a:lvl1pPr algn="ctr">
              <a:defRPr/>
            </a:lvl1pPr>
          </a:lstStyle>
          <a:p>
            <a:r>
              <a:rPr lang="en-US"/>
              <a:t>Click icon to add chart</a:t>
            </a:r>
            <a:endParaRPr lang="en-GB"/>
          </a:p>
        </p:txBody>
      </p:sp>
      <p:sp>
        <p:nvSpPr>
          <p:cNvPr id="6" name="Chart Placeholder 4"/>
          <p:cNvSpPr>
            <a:spLocks noGrp="1"/>
          </p:cNvSpPr>
          <p:nvPr>
            <p:ph type="chart" sz="quarter" idx="12"/>
          </p:nvPr>
        </p:nvSpPr>
        <p:spPr>
          <a:xfrm>
            <a:off x="1003200" y="1330126"/>
            <a:ext cx="4968000" cy="4546800"/>
          </a:xfrm>
        </p:spPr>
        <p:txBody>
          <a:bodyPr anchor="ctr"/>
          <a:lstStyle>
            <a:lvl1pPr algn="ctr">
              <a:defRPr/>
            </a:lvl1pPr>
          </a:lstStyle>
          <a:p>
            <a:r>
              <a:rPr lang="en-US"/>
              <a:t>Click icon to add chart</a:t>
            </a:r>
            <a:endParaRPr lang="en-GB"/>
          </a:p>
        </p:txBody>
      </p:sp>
      <p:sp>
        <p:nvSpPr>
          <p:cNvPr id="3" name="Title 2">
            <a:extLst>
              <a:ext uri="{FF2B5EF4-FFF2-40B4-BE49-F238E27FC236}">
                <a16:creationId xmlns:a16="http://schemas.microsoft.com/office/drawing/2014/main" id="{F443F486-864A-4617-9E68-0A1C3CD9BA80}"/>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228526868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3 Column Chart &amp; Text">
    <p:spTree>
      <p:nvGrpSpPr>
        <p:cNvPr id="1" name=""/>
        <p:cNvGrpSpPr/>
        <p:nvPr/>
      </p:nvGrpSpPr>
      <p:grpSpPr>
        <a:xfrm>
          <a:off x="0" y="0"/>
          <a:ext cx="0" cy="0"/>
          <a:chOff x="0" y="0"/>
          <a:chExt cx="0" cy="0"/>
        </a:xfrm>
      </p:grpSpPr>
      <p:sp>
        <p:nvSpPr>
          <p:cNvPr id="5" name="Chart Placeholder 4"/>
          <p:cNvSpPr>
            <a:spLocks noGrp="1"/>
          </p:cNvSpPr>
          <p:nvPr>
            <p:ph type="chart" sz="quarter" idx="11"/>
          </p:nvPr>
        </p:nvSpPr>
        <p:spPr>
          <a:xfrm>
            <a:off x="4507546" y="3742126"/>
            <a:ext cx="3187200" cy="2134800"/>
          </a:xfrm>
        </p:spPr>
        <p:txBody>
          <a:bodyPr anchor="ctr"/>
          <a:lstStyle>
            <a:lvl1pPr algn="ctr">
              <a:defRPr/>
            </a:lvl1pPr>
          </a:lstStyle>
          <a:p>
            <a:r>
              <a:rPr lang="en-US"/>
              <a:t>Click icon to add chart</a:t>
            </a:r>
            <a:endParaRPr lang="en-GB"/>
          </a:p>
        </p:txBody>
      </p:sp>
      <p:sp>
        <p:nvSpPr>
          <p:cNvPr id="6" name="Chart Placeholder 4"/>
          <p:cNvSpPr>
            <a:spLocks noGrp="1"/>
          </p:cNvSpPr>
          <p:nvPr>
            <p:ph type="chart" sz="quarter" idx="12"/>
          </p:nvPr>
        </p:nvSpPr>
        <p:spPr>
          <a:xfrm>
            <a:off x="1003200" y="3742126"/>
            <a:ext cx="3187200" cy="2134800"/>
          </a:xfrm>
        </p:spPr>
        <p:txBody>
          <a:bodyPr anchor="ctr"/>
          <a:lstStyle>
            <a:lvl1pPr algn="ctr">
              <a:defRPr/>
            </a:lvl1pPr>
          </a:lstStyle>
          <a:p>
            <a:r>
              <a:rPr lang="en-US"/>
              <a:t>Click icon to add chart</a:t>
            </a:r>
            <a:endParaRPr lang="en-GB"/>
          </a:p>
        </p:txBody>
      </p:sp>
      <p:sp>
        <p:nvSpPr>
          <p:cNvPr id="7" name="Text Placeholder 8"/>
          <p:cNvSpPr>
            <a:spLocks noGrp="1"/>
          </p:cNvSpPr>
          <p:nvPr>
            <p:ph type="body" sz="quarter" idx="10"/>
          </p:nvPr>
        </p:nvSpPr>
        <p:spPr>
          <a:xfrm>
            <a:off x="1003200" y="1331360"/>
            <a:ext cx="3187200" cy="213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Chart Placeholder 4"/>
          <p:cNvSpPr>
            <a:spLocks noGrp="1"/>
          </p:cNvSpPr>
          <p:nvPr>
            <p:ph type="chart" sz="quarter" idx="13"/>
          </p:nvPr>
        </p:nvSpPr>
        <p:spPr>
          <a:xfrm>
            <a:off x="8011892" y="3742126"/>
            <a:ext cx="3187200" cy="2134800"/>
          </a:xfrm>
        </p:spPr>
        <p:txBody>
          <a:bodyPr anchor="ctr"/>
          <a:lstStyle>
            <a:lvl1pPr algn="ctr">
              <a:defRPr/>
            </a:lvl1pPr>
          </a:lstStyle>
          <a:p>
            <a:r>
              <a:rPr lang="en-US"/>
              <a:t>Click icon to add chart</a:t>
            </a:r>
            <a:endParaRPr lang="en-GB"/>
          </a:p>
        </p:txBody>
      </p:sp>
      <p:sp>
        <p:nvSpPr>
          <p:cNvPr id="9" name="Text Placeholder 8"/>
          <p:cNvSpPr>
            <a:spLocks noGrp="1"/>
          </p:cNvSpPr>
          <p:nvPr>
            <p:ph type="body" sz="quarter" idx="14"/>
          </p:nvPr>
        </p:nvSpPr>
        <p:spPr>
          <a:xfrm>
            <a:off x="4507546" y="1331360"/>
            <a:ext cx="3187200" cy="213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Text Placeholder 8"/>
          <p:cNvSpPr>
            <a:spLocks noGrp="1"/>
          </p:cNvSpPr>
          <p:nvPr>
            <p:ph type="body" sz="quarter" idx="15"/>
          </p:nvPr>
        </p:nvSpPr>
        <p:spPr>
          <a:xfrm>
            <a:off x="8011892" y="1331360"/>
            <a:ext cx="3187200" cy="213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 name="Title 2">
            <a:extLst>
              <a:ext uri="{FF2B5EF4-FFF2-40B4-BE49-F238E27FC236}">
                <a16:creationId xmlns:a16="http://schemas.microsoft.com/office/drawing/2014/main" id="{1993B809-7A30-47BC-953E-AF9FE10FDFBB}"/>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187777990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Process 5 Columns">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1003201" y="1936712"/>
            <a:ext cx="1728000" cy="3940213"/>
          </a:xfrm>
          <a:solidFill>
            <a:schemeClr val="accent1">
              <a:lumMod val="20000"/>
              <a:lumOff val="80000"/>
            </a:schemeClr>
          </a:solidFill>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8"/>
          <p:cNvSpPr>
            <a:spLocks noGrp="1"/>
          </p:cNvSpPr>
          <p:nvPr>
            <p:ph type="body" sz="quarter" idx="11"/>
          </p:nvPr>
        </p:nvSpPr>
        <p:spPr>
          <a:xfrm>
            <a:off x="3068984" y="1936712"/>
            <a:ext cx="1728000" cy="3940213"/>
          </a:xfrm>
          <a:solidFill>
            <a:schemeClr val="accent1">
              <a:lumMod val="20000"/>
              <a:lumOff val="80000"/>
            </a:schemeClr>
          </a:solidFill>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8"/>
          <p:cNvSpPr>
            <a:spLocks noGrp="1"/>
          </p:cNvSpPr>
          <p:nvPr>
            <p:ph type="body" sz="quarter" idx="12"/>
          </p:nvPr>
        </p:nvSpPr>
        <p:spPr>
          <a:xfrm>
            <a:off x="5134768" y="1936712"/>
            <a:ext cx="1728000" cy="3940213"/>
          </a:xfrm>
          <a:solidFill>
            <a:schemeClr val="accent1">
              <a:lumMod val="20000"/>
              <a:lumOff val="80000"/>
            </a:schemeClr>
          </a:solidFill>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Text Placeholder 8"/>
          <p:cNvSpPr>
            <a:spLocks noGrp="1"/>
          </p:cNvSpPr>
          <p:nvPr>
            <p:ph type="body" sz="quarter" idx="13"/>
          </p:nvPr>
        </p:nvSpPr>
        <p:spPr>
          <a:xfrm>
            <a:off x="7200552" y="1936712"/>
            <a:ext cx="1728000" cy="3940213"/>
          </a:xfrm>
          <a:solidFill>
            <a:schemeClr val="accent1">
              <a:lumMod val="20000"/>
              <a:lumOff val="80000"/>
            </a:schemeClr>
          </a:solidFill>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3" name="Text Placeholder 12"/>
          <p:cNvSpPr>
            <a:spLocks noGrp="1"/>
          </p:cNvSpPr>
          <p:nvPr>
            <p:ph type="body" sz="quarter" idx="14" hasCustomPrompt="1"/>
          </p:nvPr>
        </p:nvSpPr>
        <p:spPr>
          <a:xfrm>
            <a:off x="1003200" y="1331913"/>
            <a:ext cx="1935163" cy="604800"/>
          </a:xfrm>
          <a:prstGeom prst="homePlate">
            <a:avLst>
              <a:gd name="adj" fmla="val 34200"/>
            </a:avLst>
          </a:prstGeom>
          <a:solidFill>
            <a:schemeClr val="accent2"/>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15" name="Text Placeholder 12"/>
          <p:cNvSpPr>
            <a:spLocks noGrp="1"/>
          </p:cNvSpPr>
          <p:nvPr>
            <p:ph type="body" sz="quarter" idx="15" hasCustomPrompt="1"/>
          </p:nvPr>
        </p:nvSpPr>
        <p:spPr>
          <a:xfrm>
            <a:off x="3068984" y="1331913"/>
            <a:ext cx="1935163" cy="604800"/>
          </a:xfrm>
          <a:prstGeom prst="homePlate">
            <a:avLst>
              <a:gd name="adj" fmla="val 34200"/>
            </a:avLst>
          </a:prstGeom>
          <a:solidFill>
            <a:schemeClr val="accent2"/>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16" name="Text Placeholder 12"/>
          <p:cNvSpPr>
            <a:spLocks noGrp="1"/>
          </p:cNvSpPr>
          <p:nvPr>
            <p:ph type="body" sz="quarter" idx="16" hasCustomPrompt="1"/>
          </p:nvPr>
        </p:nvSpPr>
        <p:spPr>
          <a:xfrm>
            <a:off x="5134768" y="1331913"/>
            <a:ext cx="1935163" cy="604800"/>
          </a:xfrm>
          <a:prstGeom prst="homePlate">
            <a:avLst>
              <a:gd name="adj" fmla="val 34200"/>
            </a:avLst>
          </a:prstGeom>
          <a:solidFill>
            <a:schemeClr val="accent2"/>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17" name="Text Placeholder 12"/>
          <p:cNvSpPr>
            <a:spLocks noGrp="1"/>
          </p:cNvSpPr>
          <p:nvPr>
            <p:ph type="body" sz="quarter" idx="17" hasCustomPrompt="1"/>
          </p:nvPr>
        </p:nvSpPr>
        <p:spPr>
          <a:xfrm>
            <a:off x="7200552" y="1331913"/>
            <a:ext cx="1935163" cy="604800"/>
          </a:xfrm>
          <a:prstGeom prst="homePlate">
            <a:avLst>
              <a:gd name="adj" fmla="val 34200"/>
            </a:avLst>
          </a:prstGeom>
          <a:solidFill>
            <a:schemeClr val="accent2"/>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11" name="Text Placeholder 12"/>
          <p:cNvSpPr>
            <a:spLocks noGrp="1"/>
          </p:cNvSpPr>
          <p:nvPr>
            <p:ph type="body" sz="quarter" idx="18" hasCustomPrompt="1"/>
          </p:nvPr>
        </p:nvSpPr>
        <p:spPr>
          <a:xfrm>
            <a:off x="9266337" y="1331913"/>
            <a:ext cx="1935163" cy="604800"/>
          </a:xfrm>
          <a:prstGeom prst="homePlate">
            <a:avLst>
              <a:gd name="adj" fmla="val 34200"/>
            </a:avLst>
          </a:prstGeom>
          <a:solidFill>
            <a:schemeClr val="accent2"/>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12" name="Text Placeholder 8"/>
          <p:cNvSpPr>
            <a:spLocks noGrp="1"/>
          </p:cNvSpPr>
          <p:nvPr>
            <p:ph type="body" sz="quarter" idx="19"/>
          </p:nvPr>
        </p:nvSpPr>
        <p:spPr>
          <a:xfrm>
            <a:off x="9266337" y="1936712"/>
            <a:ext cx="1728000" cy="3940213"/>
          </a:xfrm>
          <a:solidFill>
            <a:schemeClr val="accent1">
              <a:lumMod val="20000"/>
              <a:lumOff val="80000"/>
            </a:schemeClr>
          </a:solidFill>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 name="Title 2">
            <a:extLst>
              <a:ext uri="{FF2B5EF4-FFF2-40B4-BE49-F238E27FC236}">
                <a16:creationId xmlns:a16="http://schemas.microsoft.com/office/drawing/2014/main" id="{B6F9AD75-9C5D-491A-8EB6-1E4763A9BC35}"/>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286180468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Process 5 Columns_Cobalt Blue">
    <p:spTree>
      <p:nvGrpSpPr>
        <p:cNvPr id="1" name=""/>
        <p:cNvGrpSpPr/>
        <p:nvPr/>
      </p:nvGrpSpPr>
      <p:grpSpPr>
        <a:xfrm>
          <a:off x="0" y="0"/>
          <a:ext cx="0" cy="0"/>
          <a:chOff x="0" y="0"/>
          <a:chExt cx="0" cy="0"/>
        </a:xfrm>
      </p:grpSpPr>
      <p:sp>
        <p:nvSpPr>
          <p:cNvPr id="27" name="Text Placeholder 8">
            <a:extLst>
              <a:ext uri="{FF2B5EF4-FFF2-40B4-BE49-F238E27FC236}">
                <a16:creationId xmlns:a16="http://schemas.microsoft.com/office/drawing/2014/main" id="{A68D3E60-F95F-4250-92C1-89CF93433E23}"/>
              </a:ext>
            </a:extLst>
          </p:cNvPr>
          <p:cNvSpPr>
            <a:spLocks noGrp="1"/>
          </p:cNvSpPr>
          <p:nvPr>
            <p:ph type="body" sz="quarter" idx="10"/>
          </p:nvPr>
        </p:nvSpPr>
        <p:spPr>
          <a:xfrm>
            <a:off x="1003201" y="1936712"/>
            <a:ext cx="1728000" cy="3940213"/>
          </a:xfrm>
          <a:solidFill>
            <a:schemeClr val="accent1">
              <a:lumMod val="20000"/>
              <a:lumOff val="80000"/>
            </a:schemeClr>
          </a:solidFill>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8" name="Text Placeholder 8">
            <a:extLst>
              <a:ext uri="{FF2B5EF4-FFF2-40B4-BE49-F238E27FC236}">
                <a16:creationId xmlns:a16="http://schemas.microsoft.com/office/drawing/2014/main" id="{8D8E592C-F128-4E4B-970B-BFB5C0F2A492}"/>
              </a:ext>
            </a:extLst>
          </p:cNvPr>
          <p:cNvSpPr>
            <a:spLocks noGrp="1"/>
          </p:cNvSpPr>
          <p:nvPr>
            <p:ph type="body" sz="quarter" idx="11"/>
          </p:nvPr>
        </p:nvSpPr>
        <p:spPr>
          <a:xfrm>
            <a:off x="3068984" y="1936712"/>
            <a:ext cx="1728000" cy="3940213"/>
          </a:xfrm>
          <a:solidFill>
            <a:schemeClr val="accent1">
              <a:lumMod val="20000"/>
              <a:lumOff val="80000"/>
            </a:schemeClr>
          </a:solidFill>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9" name="Text Placeholder 8">
            <a:extLst>
              <a:ext uri="{FF2B5EF4-FFF2-40B4-BE49-F238E27FC236}">
                <a16:creationId xmlns:a16="http://schemas.microsoft.com/office/drawing/2014/main" id="{EE6B17CD-E0EF-40A4-A171-4E4B731CE0D9}"/>
              </a:ext>
            </a:extLst>
          </p:cNvPr>
          <p:cNvSpPr>
            <a:spLocks noGrp="1"/>
          </p:cNvSpPr>
          <p:nvPr>
            <p:ph type="body" sz="quarter" idx="12"/>
          </p:nvPr>
        </p:nvSpPr>
        <p:spPr>
          <a:xfrm>
            <a:off x="5134768" y="1936712"/>
            <a:ext cx="1728000" cy="3940213"/>
          </a:xfrm>
          <a:solidFill>
            <a:schemeClr val="accent1">
              <a:lumMod val="20000"/>
              <a:lumOff val="80000"/>
            </a:schemeClr>
          </a:solidFill>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0" name="Text Placeholder 8">
            <a:extLst>
              <a:ext uri="{FF2B5EF4-FFF2-40B4-BE49-F238E27FC236}">
                <a16:creationId xmlns:a16="http://schemas.microsoft.com/office/drawing/2014/main" id="{03C9A44B-2A8F-416D-A76B-F3A018572E3F}"/>
              </a:ext>
            </a:extLst>
          </p:cNvPr>
          <p:cNvSpPr>
            <a:spLocks noGrp="1"/>
          </p:cNvSpPr>
          <p:nvPr>
            <p:ph type="body" sz="quarter" idx="13"/>
          </p:nvPr>
        </p:nvSpPr>
        <p:spPr>
          <a:xfrm>
            <a:off x="7200552" y="1936712"/>
            <a:ext cx="1728000" cy="3940213"/>
          </a:xfrm>
          <a:solidFill>
            <a:schemeClr val="accent1">
              <a:lumMod val="20000"/>
              <a:lumOff val="80000"/>
            </a:schemeClr>
          </a:solidFill>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1" name="Text Placeholder 12">
            <a:extLst>
              <a:ext uri="{FF2B5EF4-FFF2-40B4-BE49-F238E27FC236}">
                <a16:creationId xmlns:a16="http://schemas.microsoft.com/office/drawing/2014/main" id="{D3A5B3AC-C2E0-40CF-9D31-036461F790D0}"/>
              </a:ext>
            </a:extLst>
          </p:cNvPr>
          <p:cNvSpPr>
            <a:spLocks noGrp="1"/>
          </p:cNvSpPr>
          <p:nvPr>
            <p:ph type="body" sz="quarter" idx="14" hasCustomPrompt="1"/>
          </p:nvPr>
        </p:nvSpPr>
        <p:spPr>
          <a:xfrm>
            <a:off x="1003200" y="1331913"/>
            <a:ext cx="1935163" cy="604800"/>
          </a:xfrm>
          <a:prstGeom prst="homePlate">
            <a:avLst>
              <a:gd name="adj" fmla="val 34200"/>
            </a:avLst>
          </a:prstGeom>
          <a:solidFill>
            <a:schemeClr val="accent1"/>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32" name="Text Placeholder 12">
            <a:extLst>
              <a:ext uri="{FF2B5EF4-FFF2-40B4-BE49-F238E27FC236}">
                <a16:creationId xmlns:a16="http://schemas.microsoft.com/office/drawing/2014/main" id="{969E3860-942E-40E2-A1C8-AF5DF29675F7}"/>
              </a:ext>
            </a:extLst>
          </p:cNvPr>
          <p:cNvSpPr>
            <a:spLocks noGrp="1"/>
          </p:cNvSpPr>
          <p:nvPr>
            <p:ph type="body" sz="quarter" idx="15" hasCustomPrompt="1"/>
          </p:nvPr>
        </p:nvSpPr>
        <p:spPr>
          <a:xfrm>
            <a:off x="3068984" y="1331913"/>
            <a:ext cx="1935163" cy="604800"/>
          </a:xfrm>
          <a:prstGeom prst="homePlate">
            <a:avLst>
              <a:gd name="adj" fmla="val 34200"/>
            </a:avLst>
          </a:prstGeom>
          <a:solidFill>
            <a:schemeClr val="accent1"/>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33" name="Text Placeholder 12">
            <a:extLst>
              <a:ext uri="{FF2B5EF4-FFF2-40B4-BE49-F238E27FC236}">
                <a16:creationId xmlns:a16="http://schemas.microsoft.com/office/drawing/2014/main" id="{8E580107-2025-4C04-9884-4A6DBB63DE03}"/>
              </a:ext>
            </a:extLst>
          </p:cNvPr>
          <p:cNvSpPr>
            <a:spLocks noGrp="1"/>
          </p:cNvSpPr>
          <p:nvPr>
            <p:ph type="body" sz="quarter" idx="16" hasCustomPrompt="1"/>
          </p:nvPr>
        </p:nvSpPr>
        <p:spPr>
          <a:xfrm>
            <a:off x="5134768" y="1331913"/>
            <a:ext cx="1935163" cy="604800"/>
          </a:xfrm>
          <a:prstGeom prst="homePlate">
            <a:avLst>
              <a:gd name="adj" fmla="val 34200"/>
            </a:avLst>
          </a:prstGeom>
          <a:solidFill>
            <a:schemeClr val="accent1"/>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34" name="Text Placeholder 12">
            <a:extLst>
              <a:ext uri="{FF2B5EF4-FFF2-40B4-BE49-F238E27FC236}">
                <a16:creationId xmlns:a16="http://schemas.microsoft.com/office/drawing/2014/main" id="{BC4D5128-392D-4FC9-A83F-FA43203A40D7}"/>
              </a:ext>
            </a:extLst>
          </p:cNvPr>
          <p:cNvSpPr>
            <a:spLocks noGrp="1"/>
          </p:cNvSpPr>
          <p:nvPr>
            <p:ph type="body" sz="quarter" idx="17" hasCustomPrompt="1"/>
          </p:nvPr>
        </p:nvSpPr>
        <p:spPr>
          <a:xfrm>
            <a:off x="7200552" y="1331913"/>
            <a:ext cx="1935163" cy="604800"/>
          </a:xfrm>
          <a:prstGeom prst="homePlate">
            <a:avLst>
              <a:gd name="adj" fmla="val 34200"/>
            </a:avLst>
          </a:prstGeom>
          <a:solidFill>
            <a:schemeClr val="accent1"/>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35" name="Text Placeholder 12">
            <a:extLst>
              <a:ext uri="{FF2B5EF4-FFF2-40B4-BE49-F238E27FC236}">
                <a16:creationId xmlns:a16="http://schemas.microsoft.com/office/drawing/2014/main" id="{A8EB5529-8601-4864-9983-FBB672B8B9FF}"/>
              </a:ext>
            </a:extLst>
          </p:cNvPr>
          <p:cNvSpPr>
            <a:spLocks noGrp="1"/>
          </p:cNvSpPr>
          <p:nvPr>
            <p:ph type="body" sz="quarter" idx="18" hasCustomPrompt="1"/>
          </p:nvPr>
        </p:nvSpPr>
        <p:spPr>
          <a:xfrm>
            <a:off x="9266337" y="1331913"/>
            <a:ext cx="1935163" cy="604800"/>
          </a:xfrm>
          <a:prstGeom prst="homePlate">
            <a:avLst>
              <a:gd name="adj" fmla="val 34200"/>
            </a:avLst>
          </a:prstGeom>
          <a:solidFill>
            <a:schemeClr val="accent1"/>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36" name="Text Placeholder 8">
            <a:extLst>
              <a:ext uri="{FF2B5EF4-FFF2-40B4-BE49-F238E27FC236}">
                <a16:creationId xmlns:a16="http://schemas.microsoft.com/office/drawing/2014/main" id="{4715BC67-F699-49E6-B5D7-22ED9DFA817E}"/>
              </a:ext>
            </a:extLst>
          </p:cNvPr>
          <p:cNvSpPr>
            <a:spLocks noGrp="1"/>
          </p:cNvSpPr>
          <p:nvPr>
            <p:ph type="body" sz="quarter" idx="19"/>
          </p:nvPr>
        </p:nvSpPr>
        <p:spPr>
          <a:xfrm>
            <a:off x="9266337" y="1936712"/>
            <a:ext cx="1728000" cy="3940213"/>
          </a:xfrm>
          <a:solidFill>
            <a:schemeClr val="accent1">
              <a:lumMod val="20000"/>
              <a:lumOff val="80000"/>
            </a:schemeClr>
          </a:solidFill>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 name="Title 2">
            <a:extLst>
              <a:ext uri="{FF2B5EF4-FFF2-40B4-BE49-F238E27FC236}">
                <a16:creationId xmlns:a16="http://schemas.microsoft.com/office/drawing/2014/main" id="{EB51C022-C0B7-4310-BC9F-D7C63034FE3A}"/>
              </a:ext>
            </a:extLst>
          </p:cNvPr>
          <p:cNvSpPr>
            <a:spLocks noGrp="1"/>
          </p:cNvSpPr>
          <p:nvPr>
            <p:ph type="title"/>
          </p:nvPr>
        </p:nvSpPr>
        <p:spPr/>
        <p:txBody>
          <a:bodyPr/>
          <a:lstStyle>
            <a:lvl1pPr>
              <a:defRPr>
                <a:solidFill>
                  <a:schemeClr val="accent1"/>
                </a:solidFill>
              </a:defRPr>
            </a:lvl1pPr>
          </a:lstStyle>
          <a:p>
            <a:r>
              <a:rPr lang="en-US"/>
              <a:t>Click to edit Master title style</a:t>
            </a:r>
            <a:endParaRPr lang="en-GB"/>
          </a:p>
        </p:txBody>
      </p:sp>
    </p:spTree>
    <p:extLst>
      <p:ext uri="{BB962C8B-B14F-4D97-AF65-F5344CB8AC3E}">
        <p14:creationId xmlns:p14="http://schemas.microsoft.com/office/powerpoint/2010/main" val="371430806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Process 6 Columns">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3580C36-1E70-46DD-9783-AFD66B7DEC90}"/>
              </a:ext>
            </a:extLst>
          </p:cNvPr>
          <p:cNvSpPr/>
          <p:nvPr userDrawn="1"/>
        </p:nvSpPr>
        <p:spPr>
          <a:xfrm>
            <a:off x="0" y="0"/>
            <a:ext cx="12192000" cy="268605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9" name="Text Placeholder 8"/>
          <p:cNvSpPr>
            <a:spLocks noGrp="1"/>
          </p:cNvSpPr>
          <p:nvPr>
            <p:ph type="body" sz="quarter" idx="10"/>
          </p:nvPr>
        </p:nvSpPr>
        <p:spPr>
          <a:xfrm>
            <a:off x="1003200" y="2009775"/>
            <a:ext cx="1598613" cy="3867150"/>
          </a:xfrm>
          <a:solidFill>
            <a:schemeClr val="bg1"/>
          </a:solidFill>
          <a:ln w="6350">
            <a:solidFill>
              <a:schemeClr val="accent1"/>
            </a:solidFill>
          </a:ln>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8"/>
          <p:cNvSpPr>
            <a:spLocks noGrp="1"/>
          </p:cNvSpPr>
          <p:nvPr>
            <p:ph type="body" sz="quarter" idx="11"/>
          </p:nvPr>
        </p:nvSpPr>
        <p:spPr>
          <a:xfrm>
            <a:off x="2720597" y="2009775"/>
            <a:ext cx="1598613" cy="3867150"/>
          </a:xfrm>
          <a:solidFill>
            <a:schemeClr val="bg1"/>
          </a:solidFill>
          <a:ln w="6350">
            <a:solidFill>
              <a:schemeClr val="accent1"/>
            </a:solidFill>
          </a:ln>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8"/>
          <p:cNvSpPr>
            <a:spLocks noGrp="1"/>
          </p:cNvSpPr>
          <p:nvPr>
            <p:ph type="body" sz="quarter" idx="12"/>
          </p:nvPr>
        </p:nvSpPr>
        <p:spPr>
          <a:xfrm>
            <a:off x="4437994" y="2009775"/>
            <a:ext cx="1598613" cy="3867150"/>
          </a:xfrm>
          <a:solidFill>
            <a:schemeClr val="bg1"/>
          </a:solidFill>
          <a:ln w="6350">
            <a:solidFill>
              <a:schemeClr val="accent1"/>
            </a:solidFill>
          </a:ln>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Text Placeholder 8"/>
          <p:cNvSpPr>
            <a:spLocks noGrp="1"/>
          </p:cNvSpPr>
          <p:nvPr>
            <p:ph type="body" sz="quarter" idx="13"/>
          </p:nvPr>
        </p:nvSpPr>
        <p:spPr>
          <a:xfrm>
            <a:off x="6155391" y="2009775"/>
            <a:ext cx="1598613" cy="3867150"/>
          </a:xfrm>
          <a:solidFill>
            <a:schemeClr val="bg1"/>
          </a:solidFill>
          <a:ln w="6350">
            <a:solidFill>
              <a:schemeClr val="accent1"/>
            </a:solidFill>
          </a:ln>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2" name="Text Placeholder 8"/>
          <p:cNvSpPr>
            <a:spLocks noGrp="1"/>
          </p:cNvSpPr>
          <p:nvPr>
            <p:ph type="body" sz="quarter" idx="19"/>
          </p:nvPr>
        </p:nvSpPr>
        <p:spPr>
          <a:xfrm>
            <a:off x="9590187" y="2009775"/>
            <a:ext cx="1598613" cy="3867150"/>
          </a:xfrm>
          <a:solidFill>
            <a:schemeClr val="bg1"/>
          </a:solidFill>
          <a:ln w="6350">
            <a:solidFill>
              <a:schemeClr val="accent1"/>
            </a:solidFill>
          </a:ln>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4" name="Text Placeholder 8">
            <a:extLst>
              <a:ext uri="{FF2B5EF4-FFF2-40B4-BE49-F238E27FC236}">
                <a16:creationId xmlns:a16="http://schemas.microsoft.com/office/drawing/2014/main" id="{E469478F-D315-4922-A7E4-E575455BF352}"/>
              </a:ext>
            </a:extLst>
          </p:cNvPr>
          <p:cNvSpPr>
            <a:spLocks noGrp="1"/>
          </p:cNvSpPr>
          <p:nvPr>
            <p:ph type="body" sz="quarter" idx="20"/>
          </p:nvPr>
        </p:nvSpPr>
        <p:spPr>
          <a:xfrm>
            <a:off x="7872788" y="2009775"/>
            <a:ext cx="1598613" cy="3867150"/>
          </a:xfrm>
          <a:solidFill>
            <a:schemeClr val="bg1"/>
          </a:solidFill>
          <a:ln w="6350">
            <a:solidFill>
              <a:schemeClr val="accent1"/>
            </a:solidFill>
          </a:ln>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Text Placeholder 9">
            <a:extLst>
              <a:ext uri="{FF2B5EF4-FFF2-40B4-BE49-F238E27FC236}">
                <a16:creationId xmlns:a16="http://schemas.microsoft.com/office/drawing/2014/main" id="{38557E01-A30E-46EA-BAB3-4F33E0992F32}"/>
              </a:ext>
            </a:extLst>
          </p:cNvPr>
          <p:cNvSpPr>
            <a:spLocks noGrp="1"/>
          </p:cNvSpPr>
          <p:nvPr>
            <p:ph type="body" sz="quarter" idx="21"/>
          </p:nvPr>
        </p:nvSpPr>
        <p:spPr>
          <a:xfrm>
            <a:off x="995363" y="1330325"/>
            <a:ext cx="10185400" cy="538609"/>
          </a:xfrm>
        </p:spPr>
        <p:txBody>
          <a:bodyPr>
            <a:sp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p:txBody>
      </p:sp>
      <p:sp>
        <p:nvSpPr>
          <p:cNvPr id="7" name="Title 6">
            <a:extLst>
              <a:ext uri="{FF2B5EF4-FFF2-40B4-BE49-F238E27FC236}">
                <a16:creationId xmlns:a16="http://schemas.microsoft.com/office/drawing/2014/main" id="{59724627-195E-4BFD-9A60-FFD6EECF128B}"/>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GB"/>
          </a:p>
        </p:txBody>
      </p:sp>
    </p:spTree>
    <p:extLst>
      <p:ext uri="{BB962C8B-B14F-4D97-AF65-F5344CB8AC3E}">
        <p14:creationId xmlns:p14="http://schemas.microsoft.com/office/powerpoint/2010/main" val="254818600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Process 4 Columns">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1003200" y="1936713"/>
            <a:ext cx="2196000" cy="3940213"/>
          </a:xfrm>
          <a:solidFill>
            <a:schemeClr val="accent1">
              <a:lumMod val="20000"/>
              <a:lumOff val="80000"/>
            </a:schemeClr>
          </a:solidFill>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8"/>
          <p:cNvSpPr>
            <a:spLocks noGrp="1"/>
          </p:cNvSpPr>
          <p:nvPr>
            <p:ph type="body" sz="quarter" idx="11"/>
          </p:nvPr>
        </p:nvSpPr>
        <p:spPr>
          <a:xfrm>
            <a:off x="3593775" y="1936713"/>
            <a:ext cx="2196000" cy="3940213"/>
          </a:xfrm>
          <a:solidFill>
            <a:schemeClr val="accent1">
              <a:lumMod val="20000"/>
              <a:lumOff val="80000"/>
            </a:schemeClr>
          </a:solidFill>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8"/>
          <p:cNvSpPr>
            <a:spLocks noGrp="1"/>
          </p:cNvSpPr>
          <p:nvPr>
            <p:ph type="body" sz="quarter" idx="12"/>
          </p:nvPr>
        </p:nvSpPr>
        <p:spPr>
          <a:xfrm>
            <a:off x="6184350" y="1936713"/>
            <a:ext cx="2196000" cy="3940213"/>
          </a:xfrm>
          <a:solidFill>
            <a:schemeClr val="accent1">
              <a:lumMod val="20000"/>
              <a:lumOff val="80000"/>
            </a:schemeClr>
          </a:solidFill>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Text Placeholder 8"/>
          <p:cNvSpPr>
            <a:spLocks noGrp="1"/>
          </p:cNvSpPr>
          <p:nvPr>
            <p:ph type="body" sz="quarter" idx="13"/>
          </p:nvPr>
        </p:nvSpPr>
        <p:spPr>
          <a:xfrm>
            <a:off x="8774926" y="1936713"/>
            <a:ext cx="2196000" cy="3940213"/>
          </a:xfrm>
          <a:solidFill>
            <a:schemeClr val="accent1">
              <a:lumMod val="20000"/>
              <a:lumOff val="80000"/>
            </a:schemeClr>
          </a:solidFill>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3" name="Text Placeholder 12"/>
          <p:cNvSpPr>
            <a:spLocks noGrp="1"/>
          </p:cNvSpPr>
          <p:nvPr>
            <p:ph type="body" sz="quarter" idx="14" hasCustomPrompt="1"/>
          </p:nvPr>
        </p:nvSpPr>
        <p:spPr>
          <a:xfrm>
            <a:off x="1003200" y="1331913"/>
            <a:ext cx="2424887" cy="604800"/>
          </a:xfrm>
          <a:prstGeom prst="homePlate">
            <a:avLst>
              <a:gd name="adj" fmla="val 34200"/>
            </a:avLst>
          </a:prstGeom>
          <a:solidFill>
            <a:schemeClr val="accent2"/>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15" name="Text Placeholder 12"/>
          <p:cNvSpPr>
            <a:spLocks noGrp="1"/>
          </p:cNvSpPr>
          <p:nvPr>
            <p:ph type="body" sz="quarter" idx="15" hasCustomPrompt="1"/>
          </p:nvPr>
        </p:nvSpPr>
        <p:spPr>
          <a:xfrm>
            <a:off x="3593775" y="1331913"/>
            <a:ext cx="2424887" cy="604800"/>
          </a:xfrm>
          <a:prstGeom prst="homePlate">
            <a:avLst>
              <a:gd name="adj" fmla="val 34200"/>
            </a:avLst>
          </a:prstGeom>
          <a:solidFill>
            <a:schemeClr val="accent2"/>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16" name="Text Placeholder 12"/>
          <p:cNvSpPr>
            <a:spLocks noGrp="1"/>
          </p:cNvSpPr>
          <p:nvPr>
            <p:ph type="body" sz="quarter" idx="16" hasCustomPrompt="1"/>
          </p:nvPr>
        </p:nvSpPr>
        <p:spPr>
          <a:xfrm>
            <a:off x="6184350" y="1331913"/>
            <a:ext cx="2424887" cy="604800"/>
          </a:xfrm>
          <a:prstGeom prst="homePlate">
            <a:avLst>
              <a:gd name="adj" fmla="val 34200"/>
            </a:avLst>
          </a:prstGeom>
          <a:solidFill>
            <a:schemeClr val="accent2"/>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17" name="Text Placeholder 12"/>
          <p:cNvSpPr>
            <a:spLocks noGrp="1"/>
          </p:cNvSpPr>
          <p:nvPr>
            <p:ph type="body" sz="quarter" idx="17" hasCustomPrompt="1"/>
          </p:nvPr>
        </p:nvSpPr>
        <p:spPr>
          <a:xfrm>
            <a:off x="8774926" y="1331913"/>
            <a:ext cx="2424887" cy="604800"/>
          </a:xfrm>
          <a:prstGeom prst="homePlate">
            <a:avLst>
              <a:gd name="adj" fmla="val 34200"/>
            </a:avLst>
          </a:prstGeom>
          <a:solidFill>
            <a:schemeClr val="accent2"/>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3" name="Title 2">
            <a:extLst>
              <a:ext uri="{FF2B5EF4-FFF2-40B4-BE49-F238E27FC236}">
                <a16:creationId xmlns:a16="http://schemas.microsoft.com/office/drawing/2014/main" id="{DE70D7C0-6953-439A-A54E-CED56520F828}"/>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1359409017"/>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Process 4 Columns_Cobalt Blue">
    <p:spTree>
      <p:nvGrpSpPr>
        <p:cNvPr id="1" name=""/>
        <p:cNvGrpSpPr/>
        <p:nvPr/>
      </p:nvGrpSpPr>
      <p:grpSpPr>
        <a:xfrm>
          <a:off x="0" y="0"/>
          <a:ext cx="0" cy="0"/>
          <a:chOff x="0" y="0"/>
          <a:chExt cx="0" cy="0"/>
        </a:xfrm>
      </p:grpSpPr>
      <p:sp>
        <p:nvSpPr>
          <p:cNvPr id="11" name="Text Placeholder 8">
            <a:extLst>
              <a:ext uri="{FF2B5EF4-FFF2-40B4-BE49-F238E27FC236}">
                <a16:creationId xmlns:a16="http://schemas.microsoft.com/office/drawing/2014/main" id="{ABA5FBEF-FE77-4CC8-B2D5-D94327DAF658}"/>
              </a:ext>
            </a:extLst>
          </p:cNvPr>
          <p:cNvSpPr>
            <a:spLocks noGrp="1"/>
          </p:cNvSpPr>
          <p:nvPr>
            <p:ph type="body" sz="quarter" idx="10"/>
          </p:nvPr>
        </p:nvSpPr>
        <p:spPr>
          <a:xfrm>
            <a:off x="1003200" y="1936713"/>
            <a:ext cx="2196000" cy="3940213"/>
          </a:xfrm>
          <a:solidFill>
            <a:schemeClr val="accent1">
              <a:lumMod val="20000"/>
              <a:lumOff val="80000"/>
            </a:schemeClr>
          </a:solidFill>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2" name="Text Placeholder 8">
            <a:extLst>
              <a:ext uri="{FF2B5EF4-FFF2-40B4-BE49-F238E27FC236}">
                <a16:creationId xmlns:a16="http://schemas.microsoft.com/office/drawing/2014/main" id="{659D9BAA-2BF4-4A94-BAA4-5D091A296246}"/>
              </a:ext>
            </a:extLst>
          </p:cNvPr>
          <p:cNvSpPr>
            <a:spLocks noGrp="1"/>
          </p:cNvSpPr>
          <p:nvPr>
            <p:ph type="body" sz="quarter" idx="11"/>
          </p:nvPr>
        </p:nvSpPr>
        <p:spPr>
          <a:xfrm>
            <a:off x="3593775" y="1936713"/>
            <a:ext cx="2196000" cy="3940213"/>
          </a:xfrm>
          <a:solidFill>
            <a:schemeClr val="accent1">
              <a:lumMod val="20000"/>
              <a:lumOff val="80000"/>
            </a:schemeClr>
          </a:solidFill>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4" name="Text Placeholder 8">
            <a:extLst>
              <a:ext uri="{FF2B5EF4-FFF2-40B4-BE49-F238E27FC236}">
                <a16:creationId xmlns:a16="http://schemas.microsoft.com/office/drawing/2014/main" id="{E3D170C1-7106-44D2-A62F-A804F244A090}"/>
              </a:ext>
            </a:extLst>
          </p:cNvPr>
          <p:cNvSpPr>
            <a:spLocks noGrp="1"/>
          </p:cNvSpPr>
          <p:nvPr>
            <p:ph type="body" sz="quarter" idx="12"/>
          </p:nvPr>
        </p:nvSpPr>
        <p:spPr>
          <a:xfrm>
            <a:off x="6184350" y="1936713"/>
            <a:ext cx="2196000" cy="3940213"/>
          </a:xfrm>
          <a:solidFill>
            <a:schemeClr val="accent1">
              <a:lumMod val="20000"/>
              <a:lumOff val="80000"/>
            </a:schemeClr>
          </a:solidFill>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8" name="Text Placeholder 8">
            <a:extLst>
              <a:ext uri="{FF2B5EF4-FFF2-40B4-BE49-F238E27FC236}">
                <a16:creationId xmlns:a16="http://schemas.microsoft.com/office/drawing/2014/main" id="{5DDAC4CF-AC2F-4D83-9FB0-DDFB71EE9A2C}"/>
              </a:ext>
            </a:extLst>
          </p:cNvPr>
          <p:cNvSpPr>
            <a:spLocks noGrp="1"/>
          </p:cNvSpPr>
          <p:nvPr>
            <p:ph type="body" sz="quarter" idx="13"/>
          </p:nvPr>
        </p:nvSpPr>
        <p:spPr>
          <a:xfrm>
            <a:off x="8774926" y="1936713"/>
            <a:ext cx="2196000" cy="3940213"/>
          </a:xfrm>
          <a:solidFill>
            <a:schemeClr val="accent1">
              <a:lumMod val="20000"/>
              <a:lumOff val="80000"/>
            </a:schemeClr>
          </a:solidFill>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9" name="Text Placeholder 12">
            <a:extLst>
              <a:ext uri="{FF2B5EF4-FFF2-40B4-BE49-F238E27FC236}">
                <a16:creationId xmlns:a16="http://schemas.microsoft.com/office/drawing/2014/main" id="{3C84B130-9B9F-460C-87A1-4E3012ECEA7A}"/>
              </a:ext>
            </a:extLst>
          </p:cNvPr>
          <p:cNvSpPr>
            <a:spLocks noGrp="1"/>
          </p:cNvSpPr>
          <p:nvPr>
            <p:ph type="body" sz="quarter" idx="14" hasCustomPrompt="1"/>
          </p:nvPr>
        </p:nvSpPr>
        <p:spPr>
          <a:xfrm>
            <a:off x="1003200" y="1331913"/>
            <a:ext cx="2424887" cy="604800"/>
          </a:xfrm>
          <a:prstGeom prst="homePlate">
            <a:avLst>
              <a:gd name="adj" fmla="val 34200"/>
            </a:avLst>
          </a:prstGeom>
          <a:solidFill>
            <a:schemeClr val="accent1"/>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20" name="Text Placeholder 12">
            <a:extLst>
              <a:ext uri="{FF2B5EF4-FFF2-40B4-BE49-F238E27FC236}">
                <a16:creationId xmlns:a16="http://schemas.microsoft.com/office/drawing/2014/main" id="{FC076374-F8FA-413A-9C7F-81C823512353}"/>
              </a:ext>
            </a:extLst>
          </p:cNvPr>
          <p:cNvSpPr>
            <a:spLocks noGrp="1"/>
          </p:cNvSpPr>
          <p:nvPr>
            <p:ph type="body" sz="quarter" idx="15" hasCustomPrompt="1"/>
          </p:nvPr>
        </p:nvSpPr>
        <p:spPr>
          <a:xfrm>
            <a:off x="3593775" y="1331913"/>
            <a:ext cx="2424887" cy="604800"/>
          </a:xfrm>
          <a:prstGeom prst="homePlate">
            <a:avLst>
              <a:gd name="adj" fmla="val 34200"/>
            </a:avLst>
          </a:prstGeom>
          <a:solidFill>
            <a:schemeClr val="accent1"/>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21" name="Text Placeholder 12">
            <a:extLst>
              <a:ext uri="{FF2B5EF4-FFF2-40B4-BE49-F238E27FC236}">
                <a16:creationId xmlns:a16="http://schemas.microsoft.com/office/drawing/2014/main" id="{92DC24D7-E120-435A-8A2A-98E939AC4C9C}"/>
              </a:ext>
            </a:extLst>
          </p:cNvPr>
          <p:cNvSpPr>
            <a:spLocks noGrp="1"/>
          </p:cNvSpPr>
          <p:nvPr>
            <p:ph type="body" sz="quarter" idx="16" hasCustomPrompt="1"/>
          </p:nvPr>
        </p:nvSpPr>
        <p:spPr>
          <a:xfrm>
            <a:off x="6184350" y="1331913"/>
            <a:ext cx="2424887" cy="604800"/>
          </a:xfrm>
          <a:prstGeom prst="homePlate">
            <a:avLst>
              <a:gd name="adj" fmla="val 34200"/>
            </a:avLst>
          </a:prstGeom>
          <a:solidFill>
            <a:schemeClr val="accent1"/>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22" name="Text Placeholder 12">
            <a:extLst>
              <a:ext uri="{FF2B5EF4-FFF2-40B4-BE49-F238E27FC236}">
                <a16:creationId xmlns:a16="http://schemas.microsoft.com/office/drawing/2014/main" id="{41F15369-328E-43E6-894F-1F86414EB3F0}"/>
              </a:ext>
            </a:extLst>
          </p:cNvPr>
          <p:cNvSpPr>
            <a:spLocks noGrp="1"/>
          </p:cNvSpPr>
          <p:nvPr>
            <p:ph type="body" sz="quarter" idx="17" hasCustomPrompt="1"/>
          </p:nvPr>
        </p:nvSpPr>
        <p:spPr>
          <a:xfrm>
            <a:off x="8774926" y="1331913"/>
            <a:ext cx="2424887" cy="604800"/>
          </a:xfrm>
          <a:prstGeom prst="homePlate">
            <a:avLst>
              <a:gd name="adj" fmla="val 34200"/>
            </a:avLst>
          </a:prstGeom>
          <a:solidFill>
            <a:schemeClr val="accent1"/>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3" name="Title 2">
            <a:extLst>
              <a:ext uri="{FF2B5EF4-FFF2-40B4-BE49-F238E27FC236}">
                <a16:creationId xmlns:a16="http://schemas.microsoft.com/office/drawing/2014/main" id="{9890D0D6-CEB9-47AA-B0BF-EB213FE3B803}"/>
              </a:ext>
            </a:extLst>
          </p:cNvPr>
          <p:cNvSpPr>
            <a:spLocks noGrp="1"/>
          </p:cNvSpPr>
          <p:nvPr>
            <p:ph type="title"/>
          </p:nvPr>
        </p:nvSpPr>
        <p:spPr/>
        <p:txBody>
          <a:bodyPr/>
          <a:lstStyle>
            <a:lvl1pPr>
              <a:defRPr>
                <a:solidFill>
                  <a:schemeClr val="accent1"/>
                </a:solidFill>
              </a:defRPr>
            </a:lvl1pPr>
          </a:lstStyle>
          <a:p>
            <a:r>
              <a:rPr lang="en-US"/>
              <a:t>Click to edit Master title style</a:t>
            </a:r>
            <a:endParaRPr lang="en-GB"/>
          </a:p>
        </p:txBody>
      </p:sp>
    </p:spTree>
    <p:extLst>
      <p:ext uri="{BB962C8B-B14F-4D97-AF65-F5344CB8AC3E}">
        <p14:creationId xmlns:p14="http://schemas.microsoft.com/office/powerpoint/2010/main" val="116993820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Quad Box with Icon and Center Text Box">
    <p:spTree>
      <p:nvGrpSpPr>
        <p:cNvPr id="1" name=""/>
        <p:cNvGrpSpPr/>
        <p:nvPr/>
      </p:nvGrpSpPr>
      <p:grpSpPr>
        <a:xfrm>
          <a:off x="0" y="0"/>
          <a:ext cx="0" cy="0"/>
          <a:chOff x="0" y="0"/>
          <a:chExt cx="0" cy="0"/>
        </a:xfrm>
      </p:grpSpPr>
      <p:sp>
        <p:nvSpPr>
          <p:cNvPr id="17" name="Text Placeholder 16">
            <a:extLst>
              <a:ext uri="{FF2B5EF4-FFF2-40B4-BE49-F238E27FC236}">
                <a16:creationId xmlns:a16="http://schemas.microsoft.com/office/drawing/2014/main" id="{919862B5-E58D-4F98-8070-F04E6659AC38}"/>
              </a:ext>
            </a:extLst>
          </p:cNvPr>
          <p:cNvSpPr>
            <a:spLocks noGrp="1"/>
          </p:cNvSpPr>
          <p:nvPr>
            <p:ph type="body" sz="quarter" idx="53"/>
          </p:nvPr>
        </p:nvSpPr>
        <p:spPr>
          <a:xfrm>
            <a:off x="1003346" y="1330325"/>
            <a:ext cx="4967685" cy="2132614"/>
          </a:xfrm>
          <a:custGeom>
            <a:avLst/>
            <a:gdLst>
              <a:gd name="connsiteX0" fmla="*/ 0 w 4967685"/>
              <a:gd name="connsiteY0" fmla="*/ 0 h 2132614"/>
              <a:gd name="connsiteX1" fmla="*/ 4967685 w 4967685"/>
              <a:gd name="connsiteY1" fmla="*/ 0 h 2132614"/>
              <a:gd name="connsiteX2" fmla="*/ 4967685 w 4967685"/>
              <a:gd name="connsiteY2" fmla="*/ 1013538 h 2132614"/>
              <a:gd name="connsiteX3" fmla="*/ 3364916 w 4967685"/>
              <a:gd name="connsiteY3" fmla="*/ 1013538 h 2132614"/>
              <a:gd name="connsiteX4" fmla="*/ 3364916 w 4967685"/>
              <a:gd name="connsiteY4" fmla="*/ 2132614 h 2132614"/>
              <a:gd name="connsiteX5" fmla="*/ 0 w 4967685"/>
              <a:gd name="connsiteY5" fmla="*/ 2132614 h 2132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67685" h="2132614">
                <a:moveTo>
                  <a:pt x="0" y="0"/>
                </a:moveTo>
                <a:lnTo>
                  <a:pt x="4967685" y="0"/>
                </a:lnTo>
                <a:lnTo>
                  <a:pt x="4967685" y="1013538"/>
                </a:lnTo>
                <a:lnTo>
                  <a:pt x="3364916" y="1013538"/>
                </a:lnTo>
                <a:lnTo>
                  <a:pt x="3364916" y="2132614"/>
                </a:lnTo>
                <a:lnTo>
                  <a:pt x="0" y="2132614"/>
                </a:lnTo>
                <a:close/>
              </a:path>
            </a:pathLst>
          </a:custGeom>
          <a:solidFill>
            <a:schemeClr val="accent1">
              <a:lumMod val="20000"/>
              <a:lumOff val="80000"/>
            </a:schemeClr>
          </a:solidFill>
          <a:ln w="12700">
            <a:noFill/>
          </a:ln>
        </p:spPr>
        <p:txBody>
          <a:bodyPr wrap="square" lIns="108000" tIns="108000" rIns="1872000" bIns="108000">
            <a:noAutofit/>
          </a:bodyPr>
          <a:lstStyle>
            <a:lvl1pPr>
              <a:defRPr sz="1600">
                <a:latin typeface="+mn-lt"/>
              </a:defRPr>
            </a:lvl1pPr>
            <a:lvl2pPr>
              <a:defRPr sz="1600">
                <a:latin typeface="+mn-lt"/>
              </a:defRPr>
            </a:lvl2pPr>
            <a:lvl3pPr>
              <a:defRPr sz="1600">
                <a:latin typeface="+mn-lt"/>
              </a:defRPr>
            </a:lvl3pPr>
            <a:lvl4pPr>
              <a:defRPr sz="1600">
                <a:latin typeface="+mn-lt"/>
              </a:defRPr>
            </a:lvl4pPr>
            <a:lvl5pPr>
              <a:defRPr sz="16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8" name="Text Placeholder 17">
            <a:extLst>
              <a:ext uri="{FF2B5EF4-FFF2-40B4-BE49-F238E27FC236}">
                <a16:creationId xmlns:a16="http://schemas.microsoft.com/office/drawing/2014/main" id="{AEEBDCDC-F212-4ED4-8D32-7B1BC919EF2D}"/>
              </a:ext>
            </a:extLst>
          </p:cNvPr>
          <p:cNvSpPr>
            <a:spLocks noGrp="1"/>
          </p:cNvSpPr>
          <p:nvPr>
            <p:ph type="body" sz="quarter" idx="55"/>
          </p:nvPr>
        </p:nvSpPr>
        <p:spPr>
          <a:xfrm>
            <a:off x="6232260" y="1330325"/>
            <a:ext cx="4970724" cy="2132614"/>
          </a:xfrm>
          <a:custGeom>
            <a:avLst/>
            <a:gdLst>
              <a:gd name="connsiteX0" fmla="*/ 0 w 4970724"/>
              <a:gd name="connsiteY0" fmla="*/ 0 h 2132614"/>
              <a:gd name="connsiteX1" fmla="*/ 4970724 w 4970724"/>
              <a:gd name="connsiteY1" fmla="*/ 0 h 2132614"/>
              <a:gd name="connsiteX2" fmla="*/ 4970724 w 4970724"/>
              <a:gd name="connsiteY2" fmla="*/ 2132614 h 2132614"/>
              <a:gd name="connsiteX3" fmla="*/ 1602767 w 4970724"/>
              <a:gd name="connsiteY3" fmla="*/ 2132614 h 2132614"/>
              <a:gd name="connsiteX4" fmla="*/ 1602767 w 4970724"/>
              <a:gd name="connsiteY4" fmla="*/ 1013538 h 2132614"/>
              <a:gd name="connsiteX5" fmla="*/ 0 w 4970724"/>
              <a:gd name="connsiteY5" fmla="*/ 1013538 h 2132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70724" h="2132614">
                <a:moveTo>
                  <a:pt x="0" y="0"/>
                </a:moveTo>
                <a:lnTo>
                  <a:pt x="4970724" y="0"/>
                </a:lnTo>
                <a:lnTo>
                  <a:pt x="4970724" y="2132614"/>
                </a:lnTo>
                <a:lnTo>
                  <a:pt x="1602767" y="2132614"/>
                </a:lnTo>
                <a:lnTo>
                  <a:pt x="1602767" y="1013538"/>
                </a:lnTo>
                <a:lnTo>
                  <a:pt x="0" y="1013538"/>
                </a:lnTo>
                <a:close/>
              </a:path>
            </a:pathLst>
          </a:custGeom>
          <a:solidFill>
            <a:schemeClr val="accent1">
              <a:lumMod val="20000"/>
              <a:lumOff val="80000"/>
            </a:schemeClr>
          </a:solidFill>
          <a:ln w="12700">
            <a:noFill/>
          </a:ln>
        </p:spPr>
        <p:txBody>
          <a:bodyPr wrap="square" lIns="1872000" tIns="108000" rIns="108000" bIns="108000">
            <a:noAutofit/>
          </a:bodyPr>
          <a:lstStyle>
            <a:lvl1pPr>
              <a:defRPr sz="1600">
                <a:latin typeface="+mn-lt"/>
              </a:defRPr>
            </a:lvl1pPr>
            <a:lvl2pPr>
              <a:defRPr sz="1600">
                <a:latin typeface="+mn-lt"/>
              </a:defRPr>
            </a:lvl2pPr>
            <a:lvl3pPr>
              <a:defRPr sz="1600">
                <a:latin typeface="+mn-lt"/>
              </a:defRPr>
            </a:lvl3pPr>
            <a:lvl4pPr>
              <a:defRPr sz="1600">
                <a:latin typeface="+mn-lt"/>
              </a:defRPr>
            </a:lvl4pPr>
            <a:lvl5pPr>
              <a:defRPr sz="16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0" name="Text Placeholder 19">
            <a:extLst>
              <a:ext uri="{FF2B5EF4-FFF2-40B4-BE49-F238E27FC236}">
                <a16:creationId xmlns:a16="http://schemas.microsoft.com/office/drawing/2014/main" id="{BE0E984E-3A85-42BD-A2C6-26D3EB300D8B}"/>
              </a:ext>
            </a:extLst>
          </p:cNvPr>
          <p:cNvSpPr>
            <a:spLocks noGrp="1"/>
          </p:cNvSpPr>
          <p:nvPr>
            <p:ph type="body" sz="quarter" idx="54"/>
          </p:nvPr>
        </p:nvSpPr>
        <p:spPr>
          <a:xfrm>
            <a:off x="1003346" y="3747502"/>
            <a:ext cx="4967685" cy="2132614"/>
          </a:xfrm>
          <a:custGeom>
            <a:avLst/>
            <a:gdLst>
              <a:gd name="connsiteX0" fmla="*/ 0 w 4967685"/>
              <a:gd name="connsiteY0" fmla="*/ 0 h 2132614"/>
              <a:gd name="connsiteX1" fmla="*/ 3364916 w 4967685"/>
              <a:gd name="connsiteY1" fmla="*/ 0 h 2132614"/>
              <a:gd name="connsiteX2" fmla="*/ 3364916 w 4967685"/>
              <a:gd name="connsiteY2" fmla="*/ 1119077 h 2132614"/>
              <a:gd name="connsiteX3" fmla="*/ 4967685 w 4967685"/>
              <a:gd name="connsiteY3" fmla="*/ 1119077 h 2132614"/>
              <a:gd name="connsiteX4" fmla="*/ 4967685 w 4967685"/>
              <a:gd name="connsiteY4" fmla="*/ 2132614 h 2132614"/>
              <a:gd name="connsiteX5" fmla="*/ 0 w 4967685"/>
              <a:gd name="connsiteY5" fmla="*/ 2132614 h 2132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67685" h="2132614">
                <a:moveTo>
                  <a:pt x="0" y="0"/>
                </a:moveTo>
                <a:lnTo>
                  <a:pt x="3364916" y="0"/>
                </a:lnTo>
                <a:lnTo>
                  <a:pt x="3364916" y="1119077"/>
                </a:lnTo>
                <a:lnTo>
                  <a:pt x="4967685" y="1119077"/>
                </a:lnTo>
                <a:lnTo>
                  <a:pt x="4967685" y="2132614"/>
                </a:lnTo>
                <a:lnTo>
                  <a:pt x="0" y="2132614"/>
                </a:lnTo>
                <a:close/>
              </a:path>
            </a:pathLst>
          </a:custGeom>
          <a:solidFill>
            <a:schemeClr val="accent1">
              <a:lumMod val="20000"/>
              <a:lumOff val="80000"/>
            </a:schemeClr>
          </a:solidFill>
          <a:ln w="12700">
            <a:noFill/>
          </a:ln>
        </p:spPr>
        <p:txBody>
          <a:bodyPr wrap="square" lIns="108000" tIns="108000" rIns="1872000" bIns="108000">
            <a:noAutofit/>
          </a:bodyPr>
          <a:lstStyle>
            <a:lvl1pPr>
              <a:defRPr sz="1600">
                <a:latin typeface="+mn-lt"/>
              </a:defRPr>
            </a:lvl1pPr>
            <a:lvl2pPr>
              <a:defRPr sz="1600">
                <a:latin typeface="+mn-lt"/>
              </a:defRPr>
            </a:lvl2pPr>
            <a:lvl3pPr>
              <a:defRPr sz="1600">
                <a:latin typeface="+mn-lt"/>
              </a:defRPr>
            </a:lvl3pPr>
            <a:lvl4pPr>
              <a:defRPr sz="1600">
                <a:latin typeface="+mn-lt"/>
              </a:defRPr>
            </a:lvl4pPr>
            <a:lvl5pPr>
              <a:defRPr sz="16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9" name="Text Placeholder 18">
            <a:extLst>
              <a:ext uri="{FF2B5EF4-FFF2-40B4-BE49-F238E27FC236}">
                <a16:creationId xmlns:a16="http://schemas.microsoft.com/office/drawing/2014/main" id="{4DB6DB5B-6EBB-4E77-8ECE-2DE4424BD660}"/>
              </a:ext>
            </a:extLst>
          </p:cNvPr>
          <p:cNvSpPr>
            <a:spLocks noGrp="1"/>
          </p:cNvSpPr>
          <p:nvPr>
            <p:ph type="body" sz="quarter" idx="56"/>
          </p:nvPr>
        </p:nvSpPr>
        <p:spPr>
          <a:xfrm>
            <a:off x="6232260" y="3747502"/>
            <a:ext cx="4970724" cy="2132614"/>
          </a:xfrm>
          <a:custGeom>
            <a:avLst/>
            <a:gdLst>
              <a:gd name="connsiteX0" fmla="*/ 1602767 w 4970724"/>
              <a:gd name="connsiteY0" fmla="*/ 0 h 2132614"/>
              <a:gd name="connsiteX1" fmla="*/ 4970724 w 4970724"/>
              <a:gd name="connsiteY1" fmla="*/ 0 h 2132614"/>
              <a:gd name="connsiteX2" fmla="*/ 4970724 w 4970724"/>
              <a:gd name="connsiteY2" fmla="*/ 2132614 h 2132614"/>
              <a:gd name="connsiteX3" fmla="*/ 0 w 4970724"/>
              <a:gd name="connsiteY3" fmla="*/ 2132614 h 2132614"/>
              <a:gd name="connsiteX4" fmla="*/ 0 w 4970724"/>
              <a:gd name="connsiteY4" fmla="*/ 1119077 h 2132614"/>
              <a:gd name="connsiteX5" fmla="*/ 1602767 w 4970724"/>
              <a:gd name="connsiteY5" fmla="*/ 1119077 h 2132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70724" h="2132614">
                <a:moveTo>
                  <a:pt x="1602767" y="0"/>
                </a:moveTo>
                <a:lnTo>
                  <a:pt x="4970724" y="0"/>
                </a:lnTo>
                <a:lnTo>
                  <a:pt x="4970724" y="2132614"/>
                </a:lnTo>
                <a:lnTo>
                  <a:pt x="0" y="2132614"/>
                </a:lnTo>
                <a:lnTo>
                  <a:pt x="0" y="1119077"/>
                </a:lnTo>
                <a:lnTo>
                  <a:pt x="1602767" y="1119077"/>
                </a:lnTo>
                <a:close/>
              </a:path>
            </a:pathLst>
          </a:custGeom>
          <a:solidFill>
            <a:schemeClr val="accent1">
              <a:lumMod val="20000"/>
              <a:lumOff val="80000"/>
            </a:schemeClr>
          </a:solidFill>
          <a:ln w="12700">
            <a:noFill/>
          </a:ln>
        </p:spPr>
        <p:txBody>
          <a:bodyPr wrap="square" lIns="1872000" tIns="108000" rIns="108000" bIns="108000">
            <a:noAutofit/>
          </a:bodyPr>
          <a:lstStyle>
            <a:lvl1pPr>
              <a:defRPr sz="1600">
                <a:latin typeface="+mn-lt"/>
              </a:defRPr>
            </a:lvl1pPr>
            <a:lvl2pPr>
              <a:defRPr sz="1600">
                <a:latin typeface="+mn-lt"/>
              </a:defRPr>
            </a:lvl2pPr>
            <a:lvl3pPr>
              <a:defRPr sz="1600">
                <a:latin typeface="+mn-lt"/>
              </a:defRPr>
            </a:lvl3pPr>
            <a:lvl4pPr>
              <a:defRPr sz="1600">
                <a:latin typeface="+mn-lt"/>
              </a:defRPr>
            </a:lvl4pPr>
            <a:lvl5pPr>
              <a:defRPr sz="16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6" name="Text Placeholder 10"/>
          <p:cNvSpPr>
            <a:spLocks noGrp="1"/>
          </p:cNvSpPr>
          <p:nvPr>
            <p:ph type="body" sz="quarter" idx="21"/>
          </p:nvPr>
        </p:nvSpPr>
        <p:spPr bwMode="gray">
          <a:xfrm>
            <a:off x="4571176" y="2546022"/>
            <a:ext cx="3049649" cy="2118398"/>
          </a:xfrm>
          <a:prstGeom prst="rect">
            <a:avLst/>
          </a:prstGeom>
          <a:solidFill>
            <a:schemeClr val="accent1"/>
          </a:solidFill>
          <a:ln>
            <a:noFill/>
          </a:ln>
        </p:spPr>
        <p:txBody>
          <a:bodyPr lIns="108000" tIns="108000" rIns="108000" bIns="108000" anchor="ctr" anchorCtr="1">
            <a:noAutofit/>
          </a:bodyPr>
          <a:lstStyle>
            <a:lvl1pPr algn="ctr">
              <a:defRPr sz="1400">
                <a:solidFill>
                  <a:schemeClr val="bg1"/>
                </a:solidFill>
                <a:latin typeface="+mn-lt"/>
                <a:cs typeface="Arial" panose="020B0604020202020204" pitchFamily="34" charset="0"/>
              </a:defRPr>
            </a:lvl1pPr>
          </a:lstStyle>
          <a:p>
            <a:pPr lvl="0"/>
            <a:r>
              <a:rPr lang="en-US"/>
              <a:t>Click to edit Master text styles</a:t>
            </a:r>
          </a:p>
        </p:txBody>
      </p:sp>
      <p:sp>
        <p:nvSpPr>
          <p:cNvPr id="3" name="Title 2">
            <a:extLst>
              <a:ext uri="{FF2B5EF4-FFF2-40B4-BE49-F238E27FC236}">
                <a16:creationId xmlns:a16="http://schemas.microsoft.com/office/drawing/2014/main" id="{01CCA206-C726-4930-8059-66751EC1483B}"/>
              </a:ext>
            </a:extLst>
          </p:cNvPr>
          <p:cNvSpPr>
            <a:spLocks noGrp="1"/>
          </p:cNvSpPr>
          <p:nvPr>
            <p:ph type="title"/>
          </p:nvPr>
        </p:nvSpPr>
        <p:spPr/>
        <p:txBody>
          <a:bodyPr/>
          <a:lstStyle>
            <a:lvl1pPr>
              <a:defRPr>
                <a:solidFill>
                  <a:schemeClr val="tx2"/>
                </a:solidFill>
              </a:defRPr>
            </a:lvl1pPr>
          </a:lstStyle>
          <a:p>
            <a:r>
              <a:rPr lang="en-US"/>
              <a:t>Click to edit Master title style</a:t>
            </a:r>
            <a:endParaRPr lang="en-GB"/>
          </a:p>
        </p:txBody>
      </p:sp>
    </p:spTree>
    <p:extLst>
      <p:ext uri="{BB962C8B-B14F-4D97-AF65-F5344CB8AC3E}">
        <p14:creationId xmlns:p14="http://schemas.microsoft.com/office/powerpoint/2010/main" val="177519863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2 Column Blue Heading">
    <p:spTree>
      <p:nvGrpSpPr>
        <p:cNvPr id="1" name=""/>
        <p:cNvGrpSpPr/>
        <p:nvPr/>
      </p:nvGrpSpPr>
      <p:grpSpPr>
        <a:xfrm>
          <a:off x="0" y="0"/>
          <a:ext cx="0" cy="0"/>
          <a:chOff x="0" y="0"/>
          <a:chExt cx="0" cy="0"/>
        </a:xfrm>
      </p:grpSpPr>
      <p:sp>
        <p:nvSpPr>
          <p:cNvPr id="19" name="Text Placeholder 8"/>
          <p:cNvSpPr>
            <a:spLocks noGrp="1"/>
          </p:cNvSpPr>
          <p:nvPr>
            <p:ph type="body" sz="quarter" idx="19"/>
          </p:nvPr>
        </p:nvSpPr>
        <p:spPr>
          <a:xfrm>
            <a:off x="1003200" y="1720713"/>
            <a:ext cx="4968000" cy="4156211"/>
          </a:xfrm>
          <a:solidFill>
            <a:schemeClr val="accent1">
              <a:lumMod val="20000"/>
              <a:lumOff val="80000"/>
            </a:schemeClr>
          </a:solidFill>
          <a:ln w="12700">
            <a:noFill/>
          </a:ln>
        </p:spPr>
        <p:txBody>
          <a:bodyPr lIns="108000" tIns="108000" rIns="108000" bIns="108000"/>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0" name="Text Placeholder 8"/>
          <p:cNvSpPr>
            <a:spLocks noGrp="1"/>
          </p:cNvSpPr>
          <p:nvPr>
            <p:ph type="body" sz="quarter" idx="20"/>
          </p:nvPr>
        </p:nvSpPr>
        <p:spPr>
          <a:xfrm>
            <a:off x="1003200" y="1331913"/>
            <a:ext cx="4968000" cy="388800"/>
          </a:xfrm>
          <a:solidFill>
            <a:schemeClr val="accent2"/>
          </a:solidFill>
          <a:ln w="12700">
            <a:noFill/>
          </a:ln>
        </p:spPr>
        <p:txBody>
          <a:bodyPr lIns="108000" tIns="108000" rIns="108000" bIns="108000" anchor="ctr"/>
          <a:lstStyle>
            <a:lvl1pPr>
              <a:defRPr sz="16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16" name="Text Placeholder 8"/>
          <p:cNvSpPr>
            <a:spLocks noGrp="1"/>
          </p:cNvSpPr>
          <p:nvPr>
            <p:ph type="body" sz="quarter" idx="21"/>
          </p:nvPr>
        </p:nvSpPr>
        <p:spPr>
          <a:xfrm>
            <a:off x="6236040" y="1720713"/>
            <a:ext cx="4968000" cy="4156211"/>
          </a:xfrm>
          <a:solidFill>
            <a:schemeClr val="accent1">
              <a:lumMod val="20000"/>
              <a:lumOff val="80000"/>
            </a:schemeClr>
          </a:solidFill>
          <a:ln w="12700">
            <a:noFill/>
          </a:ln>
        </p:spPr>
        <p:txBody>
          <a:bodyPr lIns="108000" tIns="108000" rIns="108000" bIns="108000"/>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7" name="Text Placeholder 8"/>
          <p:cNvSpPr>
            <a:spLocks noGrp="1"/>
          </p:cNvSpPr>
          <p:nvPr>
            <p:ph type="body" sz="quarter" idx="22"/>
          </p:nvPr>
        </p:nvSpPr>
        <p:spPr>
          <a:xfrm>
            <a:off x="6236040" y="1331913"/>
            <a:ext cx="4968000" cy="388800"/>
          </a:xfrm>
          <a:solidFill>
            <a:schemeClr val="accent2"/>
          </a:solidFill>
          <a:ln w="12700">
            <a:noFill/>
          </a:ln>
        </p:spPr>
        <p:txBody>
          <a:bodyPr lIns="108000" tIns="108000" rIns="108000" bIns="108000" anchor="ctr"/>
          <a:lstStyle>
            <a:lvl1pPr>
              <a:defRPr sz="16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3" name="Title 2">
            <a:extLst>
              <a:ext uri="{FF2B5EF4-FFF2-40B4-BE49-F238E27FC236}">
                <a16:creationId xmlns:a16="http://schemas.microsoft.com/office/drawing/2014/main" id="{AC76913D-77B2-43C9-9A9E-B86D68E16B74}"/>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3412866196"/>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Four Quad Boxes">
    <p:spTree>
      <p:nvGrpSpPr>
        <p:cNvPr id="1" name=""/>
        <p:cNvGrpSpPr/>
        <p:nvPr/>
      </p:nvGrpSpPr>
      <p:grpSpPr>
        <a:xfrm>
          <a:off x="0" y="0"/>
          <a:ext cx="0" cy="0"/>
          <a:chOff x="0" y="0"/>
          <a:chExt cx="0" cy="0"/>
        </a:xfrm>
      </p:grpSpPr>
      <p:sp>
        <p:nvSpPr>
          <p:cNvPr id="13" name="Text Placeholder 8"/>
          <p:cNvSpPr>
            <a:spLocks noGrp="1"/>
          </p:cNvSpPr>
          <p:nvPr>
            <p:ph type="body" sz="quarter" idx="19"/>
          </p:nvPr>
        </p:nvSpPr>
        <p:spPr>
          <a:xfrm>
            <a:off x="1003200" y="1720714"/>
            <a:ext cx="4968000" cy="1746205"/>
          </a:xfrm>
          <a:solidFill>
            <a:schemeClr val="accent1">
              <a:lumMod val="20000"/>
              <a:lumOff val="80000"/>
            </a:schemeClr>
          </a:solidFill>
          <a:ln w="12700">
            <a:noFill/>
          </a:ln>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4" name="Text Placeholder 8"/>
          <p:cNvSpPr>
            <a:spLocks noGrp="1"/>
          </p:cNvSpPr>
          <p:nvPr>
            <p:ph type="body" sz="quarter" idx="20"/>
          </p:nvPr>
        </p:nvSpPr>
        <p:spPr>
          <a:xfrm>
            <a:off x="1003200" y="1331913"/>
            <a:ext cx="4968000" cy="388800"/>
          </a:xfrm>
          <a:solidFill>
            <a:schemeClr val="accent2"/>
          </a:solidFill>
          <a:ln w="12700">
            <a:noFill/>
          </a:ln>
        </p:spPr>
        <p:txBody>
          <a:bodyPr lIns="108000" tIns="108000" rIns="108000" bIns="108000" anchor="ctr"/>
          <a:lstStyle>
            <a:lvl1pPr>
              <a:defRPr sz="16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15" name="Text Placeholder 8"/>
          <p:cNvSpPr>
            <a:spLocks noGrp="1"/>
          </p:cNvSpPr>
          <p:nvPr>
            <p:ph type="body" sz="quarter" idx="21"/>
          </p:nvPr>
        </p:nvSpPr>
        <p:spPr>
          <a:xfrm>
            <a:off x="6236040" y="1720714"/>
            <a:ext cx="4968000" cy="1746205"/>
          </a:xfrm>
          <a:solidFill>
            <a:schemeClr val="accent1">
              <a:lumMod val="20000"/>
              <a:lumOff val="80000"/>
            </a:schemeClr>
          </a:solidFill>
          <a:ln w="12700">
            <a:noFill/>
          </a:ln>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8" name="Text Placeholder 8"/>
          <p:cNvSpPr>
            <a:spLocks noGrp="1"/>
          </p:cNvSpPr>
          <p:nvPr>
            <p:ph type="body" sz="quarter" idx="22"/>
          </p:nvPr>
        </p:nvSpPr>
        <p:spPr>
          <a:xfrm>
            <a:off x="6236040" y="1331913"/>
            <a:ext cx="4968000" cy="388800"/>
          </a:xfrm>
          <a:solidFill>
            <a:schemeClr val="accent2"/>
          </a:solidFill>
          <a:ln w="12700">
            <a:noFill/>
          </a:ln>
        </p:spPr>
        <p:txBody>
          <a:bodyPr lIns="108000" tIns="108000" rIns="108000" bIns="108000" anchor="ctr"/>
          <a:lstStyle>
            <a:lvl1pPr>
              <a:defRPr sz="16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21" name="Text Placeholder 8"/>
          <p:cNvSpPr>
            <a:spLocks noGrp="1"/>
          </p:cNvSpPr>
          <p:nvPr>
            <p:ph type="body" sz="quarter" idx="23"/>
          </p:nvPr>
        </p:nvSpPr>
        <p:spPr>
          <a:xfrm>
            <a:off x="1003200" y="4130720"/>
            <a:ext cx="4968000" cy="1746205"/>
          </a:xfrm>
          <a:solidFill>
            <a:schemeClr val="accent1">
              <a:lumMod val="20000"/>
              <a:lumOff val="80000"/>
            </a:schemeClr>
          </a:solidFill>
          <a:ln w="12700">
            <a:noFill/>
          </a:ln>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2" name="Text Placeholder 8"/>
          <p:cNvSpPr>
            <a:spLocks noGrp="1"/>
          </p:cNvSpPr>
          <p:nvPr>
            <p:ph type="body" sz="quarter" idx="24"/>
          </p:nvPr>
        </p:nvSpPr>
        <p:spPr>
          <a:xfrm>
            <a:off x="1003200" y="3741920"/>
            <a:ext cx="4968000" cy="388800"/>
          </a:xfrm>
          <a:solidFill>
            <a:schemeClr val="accent2"/>
          </a:solidFill>
          <a:ln w="12700">
            <a:noFill/>
          </a:ln>
        </p:spPr>
        <p:txBody>
          <a:bodyPr lIns="108000" tIns="108000" rIns="108000" bIns="108000" anchor="ctr"/>
          <a:lstStyle>
            <a:lvl1pPr>
              <a:defRPr sz="16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23" name="Text Placeholder 8"/>
          <p:cNvSpPr>
            <a:spLocks noGrp="1"/>
          </p:cNvSpPr>
          <p:nvPr>
            <p:ph type="body" sz="quarter" idx="25"/>
          </p:nvPr>
        </p:nvSpPr>
        <p:spPr>
          <a:xfrm>
            <a:off x="6236040" y="4130720"/>
            <a:ext cx="4968000" cy="1746205"/>
          </a:xfrm>
          <a:solidFill>
            <a:schemeClr val="accent1">
              <a:lumMod val="20000"/>
              <a:lumOff val="80000"/>
            </a:schemeClr>
          </a:solidFill>
          <a:ln w="12700">
            <a:noFill/>
          </a:ln>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4" name="Text Placeholder 8"/>
          <p:cNvSpPr>
            <a:spLocks noGrp="1"/>
          </p:cNvSpPr>
          <p:nvPr>
            <p:ph type="body" sz="quarter" idx="26"/>
          </p:nvPr>
        </p:nvSpPr>
        <p:spPr>
          <a:xfrm>
            <a:off x="6236040" y="3741920"/>
            <a:ext cx="4968000" cy="388800"/>
          </a:xfrm>
          <a:solidFill>
            <a:schemeClr val="accent2"/>
          </a:solidFill>
          <a:ln w="12700">
            <a:noFill/>
          </a:ln>
        </p:spPr>
        <p:txBody>
          <a:bodyPr lIns="108000" tIns="108000" rIns="108000" bIns="108000" anchor="ctr"/>
          <a:lstStyle>
            <a:lvl1pPr>
              <a:defRPr sz="16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3" name="Title 2">
            <a:extLst>
              <a:ext uri="{FF2B5EF4-FFF2-40B4-BE49-F238E27FC236}">
                <a16:creationId xmlns:a16="http://schemas.microsoft.com/office/drawing/2014/main" id="{AEF8E881-FC4C-4F00-9389-FF3C71D7CB78}"/>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66280933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Four Quad Boxes BG Dark Colour">
    <p:bg>
      <p:bgPr>
        <a:solidFill>
          <a:schemeClr val="accent2"/>
        </a:solidFill>
        <a:effectLst/>
      </p:bgPr>
    </p:bg>
    <p:spTree>
      <p:nvGrpSpPr>
        <p:cNvPr id="1" name=""/>
        <p:cNvGrpSpPr/>
        <p:nvPr/>
      </p:nvGrpSpPr>
      <p:grpSpPr>
        <a:xfrm>
          <a:off x="0" y="0"/>
          <a:ext cx="0" cy="0"/>
          <a:chOff x="0" y="0"/>
          <a:chExt cx="0" cy="0"/>
        </a:xfrm>
      </p:grpSpPr>
      <p:sp>
        <p:nvSpPr>
          <p:cNvPr id="11" name="Shape 8">
            <a:extLst>
              <a:ext uri="{FF2B5EF4-FFF2-40B4-BE49-F238E27FC236}">
                <a16:creationId xmlns:a16="http://schemas.microsoft.com/office/drawing/2014/main" id="{1763B05F-830B-4267-AD78-15D92D15E48D}"/>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bg1"/>
                </a:solidFill>
                <a:latin typeface="+mn-lt"/>
                <a:ea typeface="Arial"/>
                <a:cs typeface="Arial" panose="020B0604020202020204" pitchFamily="34" charset="0"/>
              </a:rPr>
              <a:pPr algn="r"/>
              <a:t>‹#›</a:t>
            </a:fld>
            <a:endParaRPr lang="en-GB" sz="1000">
              <a:solidFill>
                <a:schemeClr val="bg1"/>
              </a:solidFill>
              <a:latin typeface="+mn-lt"/>
              <a:ea typeface="Arial"/>
              <a:cs typeface="Arial" panose="020B0604020202020204" pitchFamily="34" charset="0"/>
            </a:endParaRPr>
          </a:p>
        </p:txBody>
      </p:sp>
      <p:sp>
        <p:nvSpPr>
          <p:cNvPr id="12" name="TextBox 11">
            <a:extLst>
              <a:ext uri="{FF2B5EF4-FFF2-40B4-BE49-F238E27FC236}">
                <a16:creationId xmlns:a16="http://schemas.microsoft.com/office/drawing/2014/main" id="{2F13A210-92DD-4299-9F1D-B2FE60EC3160}"/>
              </a:ext>
              <a:ext uri="{C183D7F6-B498-43B3-948B-1728B52AA6E4}">
                <adec:decorative xmlns:adec="http://schemas.microsoft.com/office/drawing/2017/decorative" val="1"/>
              </a:ext>
            </a:extLst>
          </p:cNvPr>
          <p:cNvSpPr txBox="1"/>
          <p:nvPr userDrawn="1">
            <p:custDataLst>
              <p:tags r:id="rId1"/>
            </p:custDataLst>
          </p:nvPr>
        </p:nvSpPr>
        <p:spPr>
          <a:xfrm>
            <a:off x="8902702" y="6295536"/>
            <a:ext cx="1931292"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solidFill>
                <a:latin typeface="+mn-lt"/>
                <a:ea typeface="+mn-ea"/>
                <a:cs typeface="+mn-cs"/>
              </a:rPr>
              <a:t>Document Classification: KPMG Public</a:t>
            </a:r>
          </a:p>
        </p:txBody>
      </p:sp>
      <p:sp>
        <p:nvSpPr>
          <p:cNvPr id="17" name="TextBox 16">
            <a:extLst>
              <a:ext uri="{FF2B5EF4-FFF2-40B4-BE49-F238E27FC236}">
                <a16:creationId xmlns:a16="http://schemas.microsoft.com/office/drawing/2014/main" id="{94359EB3-99CA-467E-9F82-D5B531A28A37}"/>
              </a:ext>
              <a:ext uri="{C183D7F6-B498-43B3-948B-1728B52AA6E4}">
                <adec:decorative xmlns:adec="http://schemas.microsoft.com/office/drawing/2017/decorative" val="1"/>
              </a:ext>
            </a:extLst>
          </p:cNvPr>
          <p:cNvSpPr txBox="1">
            <a:spLocks/>
          </p:cNvSpPr>
          <p:nvPr userDrawn="1"/>
        </p:nvSpPr>
        <p:spPr>
          <a:xfrm>
            <a:off x="1885685" y="6266997"/>
            <a:ext cx="6165848"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kern="1200" noProof="0">
                <a:solidFill>
                  <a:schemeClr val="bg1"/>
                </a:solidFill>
                <a:latin typeface="+mn-lt"/>
                <a:ea typeface="+mn-ea"/>
                <a:cs typeface="+mn-cs"/>
              </a:rPr>
              <a:t>© 2023 KPMG Assurance and Consulting Services LLP, an Indian Limited Liability Partnership and a member firm of the KPMG global organization of independent member firms affiliated with KPMG International Limited, a private English company limited by guarantee. All rights reserved. </a:t>
            </a:r>
          </a:p>
        </p:txBody>
      </p:sp>
      <p:cxnSp>
        <p:nvCxnSpPr>
          <p:cNvPr id="19" name="Straight Connector 18">
            <a:extLst>
              <a:ext uri="{FF2B5EF4-FFF2-40B4-BE49-F238E27FC236}">
                <a16:creationId xmlns:a16="http://schemas.microsoft.com/office/drawing/2014/main" id="{E4C51904-D930-45AA-AF92-A006847C8BF5}"/>
              </a:ext>
            </a:extLst>
          </p:cNvPr>
          <p:cNvCxnSpPr/>
          <p:nvPr userDrawn="1"/>
        </p:nvCxnSpPr>
        <p:spPr>
          <a:xfrm>
            <a:off x="10928548" y="6266997"/>
            <a:ext cx="0" cy="149412"/>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69" name="Text Placeholder 8">
            <a:extLst>
              <a:ext uri="{FF2B5EF4-FFF2-40B4-BE49-F238E27FC236}">
                <a16:creationId xmlns:a16="http://schemas.microsoft.com/office/drawing/2014/main" id="{2086F202-0162-4310-A956-FCCC9474338A}"/>
              </a:ext>
            </a:extLst>
          </p:cNvPr>
          <p:cNvSpPr>
            <a:spLocks noGrp="1"/>
          </p:cNvSpPr>
          <p:nvPr>
            <p:ph type="body" sz="quarter" idx="19"/>
          </p:nvPr>
        </p:nvSpPr>
        <p:spPr>
          <a:xfrm>
            <a:off x="1003200" y="1720714"/>
            <a:ext cx="4968000" cy="1746205"/>
          </a:xfrm>
          <a:solidFill>
            <a:schemeClr val="accent1">
              <a:lumMod val="20000"/>
              <a:lumOff val="80000"/>
            </a:schemeClr>
          </a:solidFill>
          <a:ln w="12700">
            <a:noFill/>
          </a:ln>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0" name="Text Placeholder 8">
            <a:extLst>
              <a:ext uri="{FF2B5EF4-FFF2-40B4-BE49-F238E27FC236}">
                <a16:creationId xmlns:a16="http://schemas.microsoft.com/office/drawing/2014/main" id="{E8B6691E-17EA-480D-B598-F314E1A68EB3}"/>
              </a:ext>
            </a:extLst>
          </p:cNvPr>
          <p:cNvSpPr>
            <a:spLocks noGrp="1"/>
          </p:cNvSpPr>
          <p:nvPr>
            <p:ph type="body" sz="quarter" idx="20"/>
          </p:nvPr>
        </p:nvSpPr>
        <p:spPr>
          <a:xfrm>
            <a:off x="1003200" y="1331913"/>
            <a:ext cx="4968000" cy="388800"/>
          </a:xfrm>
          <a:solidFill>
            <a:schemeClr val="accent1"/>
          </a:solidFill>
          <a:ln w="12700">
            <a:noFill/>
          </a:ln>
        </p:spPr>
        <p:txBody>
          <a:bodyPr lIns="108000" tIns="108000" rIns="108000" bIns="108000" anchor="ctr"/>
          <a:lstStyle>
            <a:lvl1pPr>
              <a:defRPr sz="16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71" name="Text Placeholder 8">
            <a:extLst>
              <a:ext uri="{FF2B5EF4-FFF2-40B4-BE49-F238E27FC236}">
                <a16:creationId xmlns:a16="http://schemas.microsoft.com/office/drawing/2014/main" id="{59F2358C-C167-462D-9F76-6D66B9B409BE}"/>
              </a:ext>
            </a:extLst>
          </p:cNvPr>
          <p:cNvSpPr>
            <a:spLocks noGrp="1"/>
          </p:cNvSpPr>
          <p:nvPr>
            <p:ph type="body" sz="quarter" idx="21"/>
          </p:nvPr>
        </p:nvSpPr>
        <p:spPr>
          <a:xfrm>
            <a:off x="6236040" y="1720714"/>
            <a:ext cx="4968000" cy="1746205"/>
          </a:xfrm>
          <a:solidFill>
            <a:schemeClr val="accent1">
              <a:lumMod val="20000"/>
              <a:lumOff val="80000"/>
            </a:schemeClr>
          </a:solidFill>
          <a:ln w="12700">
            <a:noFill/>
          </a:ln>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2" name="Text Placeholder 8">
            <a:extLst>
              <a:ext uri="{FF2B5EF4-FFF2-40B4-BE49-F238E27FC236}">
                <a16:creationId xmlns:a16="http://schemas.microsoft.com/office/drawing/2014/main" id="{B2FCC9C9-35DE-4F3C-A352-30EE65DD5B86}"/>
              </a:ext>
            </a:extLst>
          </p:cNvPr>
          <p:cNvSpPr>
            <a:spLocks noGrp="1"/>
          </p:cNvSpPr>
          <p:nvPr>
            <p:ph type="body" sz="quarter" idx="22"/>
          </p:nvPr>
        </p:nvSpPr>
        <p:spPr>
          <a:xfrm>
            <a:off x="6236040" y="1331913"/>
            <a:ext cx="4968000" cy="388800"/>
          </a:xfrm>
          <a:solidFill>
            <a:schemeClr val="accent1"/>
          </a:solidFill>
          <a:ln w="12700">
            <a:noFill/>
          </a:ln>
        </p:spPr>
        <p:txBody>
          <a:bodyPr lIns="108000" tIns="108000" rIns="108000" bIns="108000" anchor="ctr"/>
          <a:lstStyle>
            <a:lvl1pPr>
              <a:defRPr sz="16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73" name="Text Placeholder 8">
            <a:extLst>
              <a:ext uri="{FF2B5EF4-FFF2-40B4-BE49-F238E27FC236}">
                <a16:creationId xmlns:a16="http://schemas.microsoft.com/office/drawing/2014/main" id="{EA017BC0-9170-4186-94F7-40E80F981A05}"/>
              </a:ext>
            </a:extLst>
          </p:cNvPr>
          <p:cNvSpPr>
            <a:spLocks noGrp="1"/>
          </p:cNvSpPr>
          <p:nvPr>
            <p:ph type="body" sz="quarter" idx="23"/>
          </p:nvPr>
        </p:nvSpPr>
        <p:spPr>
          <a:xfrm>
            <a:off x="1003200" y="4130720"/>
            <a:ext cx="4968000" cy="1746205"/>
          </a:xfrm>
          <a:solidFill>
            <a:schemeClr val="accent1">
              <a:lumMod val="20000"/>
              <a:lumOff val="80000"/>
            </a:schemeClr>
          </a:solidFill>
          <a:ln w="12700">
            <a:noFill/>
          </a:ln>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4" name="Text Placeholder 8">
            <a:extLst>
              <a:ext uri="{FF2B5EF4-FFF2-40B4-BE49-F238E27FC236}">
                <a16:creationId xmlns:a16="http://schemas.microsoft.com/office/drawing/2014/main" id="{0383342E-84C2-404C-8D37-45747A191605}"/>
              </a:ext>
            </a:extLst>
          </p:cNvPr>
          <p:cNvSpPr>
            <a:spLocks noGrp="1"/>
          </p:cNvSpPr>
          <p:nvPr>
            <p:ph type="body" sz="quarter" idx="24"/>
          </p:nvPr>
        </p:nvSpPr>
        <p:spPr>
          <a:xfrm>
            <a:off x="1003200" y="3741920"/>
            <a:ext cx="4968000" cy="388800"/>
          </a:xfrm>
          <a:solidFill>
            <a:schemeClr val="accent1"/>
          </a:solidFill>
          <a:ln w="12700">
            <a:noFill/>
          </a:ln>
        </p:spPr>
        <p:txBody>
          <a:bodyPr lIns="108000" tIns="108000" rIns="108000" bIns="108000" anchor="ctr"/>
          <a:lstStyle>
            <a:lvl1pPr>
              <a:defRPr sz="16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75" name="Text Placeholder 8">
            <a:extLst>
              <a:ext uri="{FF2B5EF4-FFF2-40B4-BE49-F238E27FC236}">
                <a16:creationId xmlns:a16="http://schemas.microsoft.com/office/drawing/2014/main" id="{BE27B3E2-E887-473C-8464-38B061F67EA7}"/>
              </a:ext>
            </a:extLst>
          </p:cNvPr>
          <p:cNvSpPr>
            <a:spLocks noGrp="1"/>
          </p:cNvSpPr>
          <p:nvPr>
            <p:ph type="body" sz="quarter" idx="25"/>
          </p:nvPr>
        </p:nvSpPr>
        <p:spPr>
          <a:xfrm>
            <a:off x="6236040" y="4130720"/>
            <a:ext cx="4968000" cy="1746205"/>
          </a:xfrm>
          <a:solidFill>
            <a:schemeClr val="accent1">
              <a:lumMod val="20000"/>
              <a:lumOff val="80000"/>
            </a:schemeClr>
          </a:solidFill>
          <a:ln w="12700">
            <a:noFill/>
          </a:ln>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6" name="Text Placeholder 8">
            <a:extLst>
              <a:ext uri="{FF2B5EF4-FFF2-40B4-BE49-F238E27FC236}">
                <a16:creationId xmlns:a16="http://schemas.microsoft.com/office/drawing/2014/main" id="{4C0C9B8C-19B0-44D7-9F0F-975D45D4007F}"/>
              </a:ext>
            </a:extLst>
          </p:cNvPr>
          <p:cNvSpPr>
            <a:spLocks noGrp="1"/>
          </p:cNvSpPr>
          <p:nvPr>
            <p:ph type="body" sz="quarter" idx="26"/>
          </p:nvPr>
        </p:nvSpPr>
        <p:spPr>
          <a:xfrm>
            <a:off x="6236040" y="3741920"/>
            <a:ext cx="4968000" cy="388800"/>
          </a:xfrm>
          <a:solidFill>
            <a:schemeClr val="accent1"/>
          </a:solidFill>
          <a:ln w="12700">
            <a:noFill/>
          </a:ln>
        </p:spPr>
        <p:txBody>
          <a:bodyPr lIns="108000" tIns="108000" rIns="108000" bIns="108000" anchor="ctr"/>
          <a:lstStyle>
            <a:lvl1pPr>
              <a:defRPr sz="16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3" name="Title 2">
            <a:extLst>
              <a:ext uri="{FF2B5EF4-FFF2-40B4-BE49-F238E27FC236}">
                <a16:creationId xmlns:a16="http://schemas.microsoft.com/office/drawing/2014/main" id="{39275135-3A5F-40EA-83D5-8A21BF903978}"/>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GB"/>
          </a:p>
        </p:txBody>
      </p:sp>
      <p:sp>
        <p:nvSpPr>
          <p:cNvPr id="18" name="Graphic 8">
            <a:extLst>
              <a:ext uri="{FF2B5EF4-FFF2-40B4-BE49-F238E27FC236}">
                <a16:creationId xmlns:a16="http://schemas.microsoft.com/office/drawing/2014/main" id="{3FE807FD-1F53-40C0-958E-7B645C12F831}"/>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bg1"/>
          </a:solidFill>
          <a:ln w="1683" cap="flat">
            <a:noFill/>
            <a:prstDash val="solid"/>
            <a:miter/>
          </a:ln>
        </p:spPr>
        <p:txBody>
          <a:bodyPr rtlCol="0" anchor="ctr"/>
          <a:lstStyle/>
          <a:p>
            <a:endParaRPr lang="en-GB"/>
          </a:p>
        </p:txBody>
      </p:sp>
    </p:spTree>
    <p:extLst>
      <p:ext uri="{BB962C8B-B14F-4D97-AF65-F5344CB8AC3E}">
        <p14:creationId xmlns:p14="http://schemas.microsoft.com/office/powerpoint/2010/main" val="3989307142"/>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Divider 1">
    <p:bg>
      <p:bgPr>
        <a:solidFill>
          <a:schemeClr val="accent2"/>
        </a:solidFill>
        <a:effectLst/>
      </p:bgPr>
    </p:bg>
    <p:spTree>
      <p:nvGrpSpPr>
        <p:cNvPr id="1" name=""/>
        <p:cNvGrpSpPr/>
        <p:nvPr/>
      </p:nvGrpSpPr>
      <p:grpSpPr>
        <a:xfrm>
          <a:off x="0" y="0"/>
          <a:ext cx="0" cy="0"/>
          <a:chOff x="0" y="0"/>
          <a:chExt cx="0" cy="0"/>
        </a:xfrm>
      </p:grpSpPr>
      <p:sp>
        <p:nvSpPr>
          <p:cNvPr id="58" name="Rectangle 57">
            <a:extLst>
              <a:ext uri="{FF2B5EF4-FFF2-40B4-BE49-F238E27FC236}">
                <a16:creationId xmlns:a16="http://schemas.microsoft.com/office/drawing/2014/main" id="{79D65585-570B-4F7D-B4BC-0F7CFAF52BAF}"/>
              </a:ext>
            </a:extLst>
          </p:cNvPr>
          <p:cNvSpPr>
            <a:spLocks noChangeAspect="1"/>
          </p:cNvSpPr>
          <p:nvPr userDrawn="1"/>
        </p:nvSpPr>
        <p:spPr>
          <a:xfrm>
            <a:off x="998476" y="971550"/>
            <a:ext cx="7061787" cy="4905375"/>
          </a:xfrm>
          <a:prstGeom prst="rect">
            <a:avLst/>
          </a:prstGeom>
          <a:gradFill>
            <a:gsLst>
              <a:gs pos="100000">
                <a:schemeClr val="accent1"/>
              </a:gs>
              <a:gs pos="0">
                <a:schemeClr val="accent5"/>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err="1">
              <a:solidFill>
                <a:schemeClr val="bg1"/>
              </a:solidFill>
              <a:latin typeface="KPMG Bold" panose="020B0803030202040204" pitchFamily="34" charset="0"/>
              <a:ea typeface="+mj-ea"/>
              <a:cs typeface="+mj-cs"/>
            </a:endParaRPr>
          </a:p>
        </p:txBody>
      </p:sp>
      <p:sp>
        <p:nvSpPr>
          <p:cNvPr id="11" name="Title 1">
            <a:extLst>
              <a:ext uri="{FF2B5EF4-FFF2-40B4-BE49-F238E27FC236}">
                <a16:creationId xmlns:a16="http://schemas.microsoft.com/office/drawing/2014/main" id="{D07C0B89-7E09-423B-A068-1AF6A41E8CE4}"/>
              </a:ext>
            </a:extLst>
          </p:cNvPr>
          <p:cNvSpPr>
            <a:spLocks noGrp="1"/>
          </p:cNvSpPr>
          <p:nvPr>
            <p:ph type="ctrTitle"/>
          </p:nvPr>
        </p:nvSpPr>
        <p:spPr>
          <a:xfrm>
            <a:off x="1289860" y="2398601"/>
            <a:ext cx="5252400" cy="2367199"/>
          </a:xfrm>
          <a:noFill/>
        </p:spPr>
        <p:txBody>
          <a:bodyPr lIns="0" tIns="0" rIns="0" bIns="0" anchor="t" anchorCtr="0"/>
          <a:lstStyle>
            <a:lvl1pPr algn="l">
              <a:defRPr sz="8000" baseline="0">
                <a:solidFill>
                  <a:schemeClr val="bg1"/>
                </a:solidFill>
              </a:defRPr>
            </a:lvl1pPr>
          </a:lstStyle>
          <a:p>
            <a:r>
              <a:rPr lang="en-US"/>
              <a:t>Click to edit Master title style</a:t>
            </a:r>
          </a:p>
        </p:txBody>
      </p:sp>
      <p:sp>
        <p:nvSpPr>
          <p:cNvPr id="12" name="Text Placeholder 3">
            <a:extLst>
              <a:ext uri="{FF2B5EF4-FFF2-40B4-BE49-F238E27FC236}">
                <a16:creationId xmlns:a16="http://schemas.microsoft.com/office/drawing/2014/main" id="{9BE67C5C-769B-4AEA-A1B7-EFD4A3AA2397}"/>
              </a:ext>
            </a:extLst>
          </p:cNvPr>
          <p:cNvSpPr>
            <a:spLocks noGrp="1"/>
          </p:cNvSpPr>
          <p:nvPr>
            <p:ph type="body" sz="quarter" idx="11"/>
          </p:nvPr>
        </p:nvSpPr>
        <p:spPr>
          <a:xfrm>
            <a:off x="1289860" y="5046651"/>
            <a:ext cx="5252400" cy="507831"/>
          </a:xfrm>
        </p:spPr>
        <p:txBody>
          <a:bodyPr wrap="square" anchor="b">
            <a:spAutoFit/>
          </a:bodyPr>
          <a:lstStyle>
            <a:lvl1pPr>
              <a:defRPr sz="1400">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sp>
        <p:nvSpPr>
          <p:cNvPr id="4" name="Text Placeholder 3">
            <a:extLst>
              <a:ext uri="{FF2B5EF4-FFF2-40B4-BE49-F238E27FC236}">
                <a16:creationId xmlns:a16="http://schemas.microsoft.com/office/drawing/2014/main" id="{B5E8B0BD-68A6-4AD8-A640-99B893F06320}"/>
              </a:ext>
            </a:extLst>
          </p:cNvPr>
          <p:cNvSpPr>
            <a:spLocks noGrp="1"/>
          </p:cNvSpPr>
          <p:nvPr>
            <p:ph type="body" sz="quarter" idx="12" hasCustomPrompt="1"/>
          </p:nvPr>
        </p:nvSpPr>
        <p:spPr>
          <a:xfrm>
            <a:off x="1289860" y="1140069"/>
            <a:ext cx="1082675" cy="812530"/>
          </a:xfrm>
        </p:spPr>
        <p:txBody>
          <a:bodyPr>
            <a:spAutoFit/>
          </a:bodyPr>
          <a:lstStyle>
            <a:lvl1pPr>
              <a:lnSpc>
                <a:spcPct val="80000"/>
              </a:lnSpc>
              <a:defRPr lang="en-US" sz="6600" kern="1200" baseline="0" dirty="0" smtClean="0">
                <a:solidFill>
                  <a:schemeClr val="bg1"/>
                </a:solidFill>
                <a:latin typeface="+mj-lt"/>
                <a:ea typeface="+mj-ea"/>
                <a:cs typeface="+mj-cs"/>
              </a:defRPr>
            </a:lvl1pPr>
          </a:lstStyle>
          <a:p>
            <a:pPr lvl="0"/>
            <a:r>
              <a:rPr lang="en-US"/>
              <a:t>00</a:t>
            </a:r>
          </a:p>
        </p:txBody>
      </p:sp>
    </p:spTree>
    <p:extLst>
      <p:ext uri="{BB962C8B-B14F-4D97-AF65-F5344CB8AC3E}">
        <p14:creationId xmlns:p14="http://schemas.microsoft.com/office/powerpoint/2010/main" val="3072240551"/>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Divider 2">
    <p:bg>
      <p:bgPr>
        <a:gradFill flip="none" rotWithShape="1">
          <a:gsLst>
            <a:gs pos="0">
              <a:schemeClr val="accent5"/>
            </a:gs>
            <a:gs pos="100000">
              <a:schemeClr val="accent1"/>
            </a:gs>
          </a:gsLst>
          <a:lin ang="0" scaled="0"/>
          <a:tileRect/>
        </a:gradFill>
        <a:effectLst/>
      </p:bgPr>
    </p:bg>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BAF31653-DA95-4567-9106-71E1E49BA627}"/>
              </a:ext>
            </a:extLst>
          </p:cNvPr>
          <p:cNvSpPr>
            <a:spLocks noChangeAspect="1"/>
          </p:cNvSpPr>
          <p:nvPr userDrawn="1"/>
        </p:nvSpPr>
        <p:spPr>
          <a:xfrm>
            <a:off x="998476" y="971550"/>
            <a:ext cx="7061787" cy="4905375"/>
          </a:xfrm>
          <a:prstGeom prst="rect">
            <a:avLst/>
          </a:prstGeom>
          <a:gradFill>
            <a:gsLst>
              <a:gs pos="100000">
                <a:srgbClr val="ACEAFF"/>
              </a:gs>
              <a:gs pos="0">
                <a:schemeClr val="accent4"/>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err="1">
              <a:solidFill>
                <a:schemeClr val="bg1"/>
              </a:solidFill>
              <a:latin typeface="KPMG Bold" panose="020B0803030202040204" pitchFamily="34" charset="0"/>
              <a:ea typeface="+mj-ea"/>
              <a:cs typeface="+mj-cs"/>
            </a:endParaRPr>
          </a:p>
        </p:txBody>
      </p:sp>
      <p:sp>
        <p:nvSpPr>
          <p:cNvPr id="60" name="Text Placeholder 3">
            <a:extLst>
              <a:ext uri="{FF2B5EF4-FFF2-40B4-BE49-F238E27FC236}">
                <a16:creationId xmlns:a16="http://schemas.microsoft.com/office/drawing/2014/main" id="{2925CE2F-8945-49DE-BCC2-8BCACF480E4F}"/>
              </a:ext>
            </a:extLst>
          </p:cNvPr>
          <p:cNvSpPr>
            <a:spLocks noGrp="1"/>
          </p:cNvSpPr>
          <p:nvPr>
            <p:ph type="body" sz="quarter" idx="13"/>
          </p:nvPr>
        </p:nvSpPr>
        <p:spPr>
          <a:xfrm>
            <a:off x="1289860" y="5046651"/>
            <a:ext cx="5252400" cy="507831"/>
          </a:xfrm>
        </p:spPr>
        <p:txBody>
          <a:bodyPr wrap="square" anchor="b">
            <a:spAutoFit/>
          </a:bodyPr>
          <a:lstStyle>
            <a:lvl1pPr>
              <a:defRPr sz="1400">
                <a:solidFill>
                  <a:schemeClr val="accent2"/>
                </a:solidFill>
              </a:defRPr>
            </a:lvl1pPr>
            <a:lvl2pPr>
              <a:defRPr sz="1400">
                <a:solidFill>
                  <a:schemeClr val="accent2"/>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sp>
        <p:nvSpPr>
          <p:cNvPr id="61" name="Text Placeholder 3">
            <a:extLst>
              <a:ext uri="{FF2B5EF4-FFF2-40B4-BE49-F238E27FC236}">
                <a16:creationId xmlns:a16="http://schemas.microsoft.com/office/drawing/2014/main" id="{C346F2F1-AF73-4284-8702-745152AF5399}"/>
              </a:ext>
            </a:extLst>
          </p:cNvPr>
          <p:cNvSpPr>
            <a:spLocks noGrp="1"/>
          </p:cNvSpPr>
          <p:nvPr>
            <p:ph type="body" sz="quarter" idx="14" hasCustomPrompt="1"/>
          </p:nvPr>
        </p:nvSpPr>
        <p:spPr>
          <a:xfrm>
            <a:off x="1289860" y="1140069"/>
            <a:ext cx="1082675" cy="812530"/>
          </a:xfrm>
        </p:spPr>
        <p:txBody>
          <a:bodyPr>
            <a:spAutoFit/>
          </a:bodyPr>
          <a:lstStyle>
            <a:lvl1pPr>
              <a:lnSpc>
                <a:spcPct val="80000"/>
              </a:lnSpc>
              <a:defRPr lang="en-US" sz="6600" kern="1200" baseline="0" dirty="0" smtClean="0">
                <a:solidFill>
                  <a:schemeClr val="accent2"/>
                </a:solidFill>
                <a:latin typeface="+mj-lt"/>
                <a:ea typeface="+mj-ea"/>
                <a:cs typeface="+mj-cs"/>
              </a:defRPr>
            </a:lvl1pPr>
          </a:lstStyle>
          <a:p>
            <a:pPr lvl="0"/>
            <a:r>
              <a:rPr lang="en-US"/>
              <a:t>00</a:t>
            </a:r>
          </a:p>
        </p:txBody>
      </p:sp>
      <p:sp>
        <p:nvSpPr>
          <p:cNvPr id="11" name="Title 1">
            <a:extLst>
              <a:ext uri="{FF2B5EF4-FFF2-40B4-BE49-F238E27FC236}">
                <a16:creationId xmlns:a16="http://schemas.microsoft.com/office/drawing/2014/main" id="{D07C0B89-7E09-423B-A068-1AF6A41E8CE4}"/>
              </a:ext>
            </a:extLst>
          </p:cNvPr>
          <p:cNvSpPr>
            <a:spLocks noGrp="1"/>
          </p:cNvSpPr>
          <p:nvPr>
            <p:ph type="ctrTitle"/>
          </p:nvPr>
        </p:nvSpPr>
        <p:spPr>
          <a:xfrm>
            <a:off x="1289860" y="2398601"/>
            <a:ext cx="5252400" cy="2367199"/>
          </a:xfrm>
          <a:noFill/>
        </p:spPr>
        <p:txBody>
          <a:bodyPr lIns="0" tIns="0" rIns="0" bIns="0" anchor="t" anchorCtr="0"/>
          <a:lstStyle>
            <a:lvl1pPr algn="l">
              <a:defRPr sz="8000" baseline="0">
                <a:solidFill>
                  <a:schemeClr val="accent2"/>
                </a:solidFill>
              </a:defRPr>
            </a:lvl1pPr>
          </a:lstStyle>
          <a:p>
            <a:r>
              <a:rPr lang="en-US"/>
              <a:t>Click to edit Master title style</a:t>
            </a:r>
          </a:p>
        </p:txBody>
      </p:sp>
    </p:spTree>
    <p:extLst>
      <p:ext uri="{BB962C8B-B14F-4D97-AF65-F5344CB8AC3E}">
        <p14:creationId xmlns:p14="http://schemas.microsoft.com/office/powerpoint/2010/main" val="2556560532"/>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Divider 3">
    <p:bg>
      <p:bgPr>
        <a:solidFill>
          <a:schemeClr val="accent1"/>
        </a:solidFill>
        <a:effectLst/>
      </p:bgPr>
    </p:bg>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EA87A788-0BF5-4419-BCFC-809F6D2E93AA}"/>
              </a:ext>
            </a:extLst>
          </p:cNvPr>
          <p:cNvSpPr>
            <a:spLocks noChangeAspect="1"/>
          </p:cNvSpPr>
          <p:nvPr userDrawn="1"/>
        </p:nvSpPr>
        <p:spPr>
          <a:xfrm>
            <a:off x="998476" y="971550"/>
            <a:ext cx="7061787" cy="4905375"/>
          </a:xfrm>
          <a:prstGeom prst="rect">
            <a:avLst/>
          </a:prstGeom>
          <a:gradFill>
            <a:gsLst>
              <a:gs pos="0">
                <a:schemeClr val="accent4"/>
              </a:gs>
              <a:gs pos="100000">
                <a:srgbClr val="ACEAFF"/>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err="1">
              <a:solidFill>
                <a:schemeClr val="bg1"/>
              </a:solidFill>
              <a:latin typeface="KPMG Bold" panose="020B0803030202040204" pitchFamily="34" charset="0"/>
              <a:ea typeface="+mj-ea"/>
              <a:cs typeface="+mj-cs"/>
            </a:endParaRPr>
          </a:p>
        </p:txBody>
      </p:sp>
      <p:sp>
        <p:nvSpPr>
          <p:cNvPr id="11" name="Title 1">
            <a:extLst>
              <a:ext uri="{FF2B5EF4-FFF2-40B4-BE49-F238E27FC236}">
                <a16:creationId xmlns:a16="http://schemas.microsoft.com/office/drawing/2014/main" id="{D07C0B89-7E09-423B-A068-1AF6A41E8CE4}"/>
              </a:ext>
            </a:extLst>
          </p:cNvPr>
          <p:cNvSpPr>
            <a:spLocks noGrp="1"/>
          </p:cNvSpPr>
          <p:nvPr>
            <p:ph type="ctrTitle"/>
          </p:nvPr>
        </p:nvSpPr>
        <p:spPr>
          <a:xfrm>
            <a:off x="1289860" y="2398601"/>
            <a:ext cx="5252400" cy="2367199"/>
          </a:xfrm>
          <a:noFill/>
        </p:spPr>
        <p:txBody>
          <a:bodyPr lIns="0" tIns="0" rIns="0" bIns="0" anchor="t" anchorCtr="0"/>
          <a:lstStyle>
            <a:lvl1pPr algn="l">
              <a:defRPr sz="8000" baseline="0">
                <a:solidFill>
                  <a:schemeClr val="accent2"/>
                </a:solidFill>
              </a:defRPr>
            </a:lvl1pPr>
          </a:lstStyle>
          <a:p>
            <a:r>
              <a:rPr lang="en-US"/>
              <a:t>Click to edit Master title style</a:t>
            </a:r>
          </a:p>
        </p:txBody>
      </p:sp>
      <p:sp>
        <p:nvSpPr>
          <p:cNvPr id="60" name="Text Placeholder 3">
            <a:extLst>
              <a:ext uri="{FF2B5EF4-FFF2-40B4-BE49-F238E27FC236}">
                <a16:creationId xmlns:a16="http://schemas.microsoft.com/office/drawing/2014/main" id="{5F7723F4-8321-43A3-962F-3DEEE5C6DEAE}"/>
              </a:ext>
            </a:extLst>
          </p:cNvPr>
          <p:cNvSpPr>
            <a:spLocks noGrp="1"/>
          </p:cNvSpPr>
          <p:nvPr>
            <p:ph type="body" sz="quarter" idx="13"/>
          </p:nvPr>
        </p:nvSpPr>
        <p:spPr>
          <a:xfrm>
            <a:off x="1289860" y="5046651"/>
            <a:ext cx="5252400" cy="507831"/>
          </a:xfrm>
        </p:spPr>
        <p:txBody>
          <a:bodyPr wrap="square" anchor="b">
            <a:spAutoFit/>
          </a:bodyPr>
          <a:lstStyle>
            <a:lvl1pPr>
              <a:defRPr sz="1400">
                <a:solidFill>
                  <a:schemeClr val="accent2"/>
                </a:solidFill>
              </a:defRPr>
            </a:lvl1pPr>
            <a:lvl2pPr>
              <a:defRPr sz="1400">
                <a:solidFill>
                  <a:schemeClr val="accent2"/>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sp>
        <p:nvSpPr>
          <p:cNvPr id="61" name="Text Placeholder 3">
            <a:extLst>
              <a:ext uri="{FF2B5EF4-FFF2-40B4-BE49-F238E27FC236}">
                <a16:creationId xmlns:a16="http://schemas.microsoft.com/office/drawing/2014/main" id="{17B18B8B-EB09-48D8-AC31-3A9DFAC0B74C}"/>
              </a:ext>
            </a:extLst>
          </p:cNvPr>
          <p:cNvSpPr>
            <a:spLocks noGrp="1"/>
          </p:cNvSpPr>
          <p:nvPr>
            <p:ph type="body" sz="quarter" idx="14" hasCustomPrompt="1"/>
          </p:nvPr>
        </p:nvSpPr>
        <p:spPr>
          <a:xfrm>
            <a:off x="1289860" y="1140069"/>
            <a:ext cx="1082675" cy="812530"/>
          </a:xfrm>
        </p:spPr>
        <p:txBody>
          <a:bodyPr>
            <a:spAutoFit/>
          </a:bodyPr>
          <a:lstStyle>
            <a:lvl1pPr>
              <a:lnSpc>
                <a:spcPct val="80000"/>
              </a:lnSpc>
              <a:defRPr lang="en-US" sz="6600" kern="1200" baseline="0" dirty="0" smtClean="0">
                <a:solidFill>
                  <a:schemeClr val="accent2"/>
                </a:solidFill>
                <a:latin typeface="+mj-lt"/>
                <a:ea typeface="+mj-ea"/>
                <a:cs typeface="+mj-cs"/>
              </a:defRPr>
            </a:lvl1pPr>
          </a:lstStyle>
          <a:p>
            <a:pPr lvl="0"/>
            <a:r>
              <a:rPr lang="en-US"/>
              <a:t>00</a:t>
            </a:r>
          </a:p>
        </p:txBody>
      </p:sp>
    </p:spTree>
    <p:extLst>
      <p:ext uri="{BB962C8B-B14F-4D97-AF65-F5344CB8AC3E}">
        <p14:creationId xmlns:p14="http://schemas.microsoft.com/office/powerpoint/2010/main" val="1659796641"/>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Back Cover dark Gradient">
    <p:bg>
      <p:bgPr>
        <a:gradFill>
          <a:gsLst>
            <a:gs pos="100000">
              <a:schemeClr val="accent1"/>
            </a:gs>
            <a:gs pos="0">
              <a:schemeClr val="accent5"/>
            </a:gs>
          </a:gsLst>
          <a:lin ang="0" scaled="0"/>
        </a:gradFill>
        <a:effectLst/>
      </p:bgPr>
    </p:bg>
    <p:spTree>
      <p:nvGrpSpPr>
        <p:cNvPr id="1" name=""/>
        <p:cNvGrpSpPr/>
        <p:nvPr/>
      </p:nvGrpSpPr>
      <p:grpSpPr>
        <a:xfrm>
          <a:off x="0" y="0"/>
          <a:ext cx="0" cy="0"/>
          <a:chOff x="0" y="0"/>
          <a:chExt cx="0" cy="0"/>
        </a:xfrm>
      </p:grpSpPr>
      <p:pic>
        <p:nvPicPr>
          <p:cNvPr id="18" name="Graphic 17">
            <a:extLst>
              <a:ext uri="{FF2B5EF4-FFF2-40B4-BE49-F238E27FC236}">
                <a16:creationId xmlns:a16="http://schemas.microsoft.com/office/drawing/2014/main" id="{935A1578-15A7-4FE7-8BC2-3ADC725AE7D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95363" y="621569"/>
            <a:ext cx="914400" cy="368346"/>
          </a:xfrm>
          <a:prstGeom prst="rect">
            <a:avLst/>
          </a:prstGeom>
        </p:spPr>
      </p:pic>
      <p:sp>
        <p:nvSpPr>
          <p:cNvPr id="21" name="Title 1">
            <a:extLst>
              <a:ext uri="{FF2B5EF4-FFF2-40B4-BE49-F238E27FC236}">
                <a16:creationId xmlns:a16="http://schemas.microsoft.com/office/drawing/2014/main" id="{1271CA0D-74E4-4A86-ADE9-443B10C12903}"/>
              </a:ext>
            </a:extLst>
          </p:cNvPr>
          <p:cNvSpPr txBox="1">
            <a:spLocks/>
          </p:cNvSpPr>
          <p:nvPr userDrawn="1"/>
        </p:nvSpPr>
        <p:spPr>
          <a:xfrm>
            <a:off x="995363" y="1625154"/>
            <a:ext cx="7313613" cy="706016"/>
          </a:xfrm>
          <a:prstGeom prst="rect">
            <a:avLst/>
          </a:prstGeom>
        </p:spPr>
        <p:txBody>
          <a:bodyPr lIns="0" tIns="0" rIns="0" bIns="0"/>
          <a:lstStyle>
            <a:lvl1pPr algn="l" defTabSz="914400" rtl="0" eaLnBrk="1" latinLnBrk="0" hangingPunct="1">
              <a:lnSpc>
                <a:spcPct val="70000"/>
              </a:lnSpc>
              <a:spcBef>
                <a:spcPct val="0"/>
              </a:spcBef>
              <a:buNone/>
              <a:defRPr sz="4500" kern="1200">
                <a:solidFill>
                  <a:schemeClr val="tx2"/>
                </a:solidFill>
                <a:latin typeface="+mj-lt"/>
                <a:ea typeface="+mj-ea"/>
                <a:cs typeface="+mj-cs"/>
              </a:defRPr>
            </a:lvl1pPr>
          </a:lstStyle>
          <a:p>
            <a:r>
              <a:rPr lang="en-US" sz="6600">
                <a:solidFill>
                  <a:schemeClr val="bg1"/>
                </a:solidFill>
              </a:rPr>
              <a:t>Thank you!</a:t>
            </a:r>
          </a:p>
        </p:txBody>
      </p:sp>
      <p:sp>
        <p:nvSpPr>
          <p:cNvPr id="14" name="Freeform 34">
            <a:hlinkClick r:id="rId4"/>
            <a:extLst>
              <a:ext uri="{FF2B5EF4-FFF2-40B4-BE49-F238E27FC236}">
                <a16:creationId xmlns:a16="http://schemas.microsoft.com/office/drawing/2014/main" id="{38AA4322-984E-40AC-94B7-384C5888A8BE}"/>
              </a:ext>
            </a:extLst>
          </p:cNvPr>
          <p:cNvSpPr>
            <a:spLocks/>
          </p:cNvSpPr>
          <p:nvPr userDrawn="1"/>
        </p:nvSpPr>
        <p:spPr bwMode="auto">
          <a:xfrm>
            <a:off x="1430892" y="3181502"/>
            <a:ext cx="380492" cy="379419"/>
          </a:xfrm>
          <a:custGeom>
            <a:avLst/>
            <a:gdLst>
              <a:gd name="T0" fmla="*/ 1212 w 1276"/>
              <a:gd name="T1" fmla="*/ 1275 h 1275"/>
              <a:gd name="T2" fmla="*/ 1226 w 1276"/>
              <a:gd name="T3" fmla="*/ 1272 h 1275"/>
              <a:gd name="T4" fmla="*/ 1239 w 1276"/>
              <a:gd name="T5" fmla="*/ 1267 h 1275"/>
              <a:gd name="T6" fmla="*/ 1250 w 1276"/>
              <a:gd name="T7" fmla="*/ 1259 h 1275"/>
              <a:gd name="T8" fmla="*/ 1259 w 1276"/>
              <a:gd name="T9" fmla="*/ 1249 h 1275"/>
              <a:gd name="T10" fmla="*/ 1267 w 1276"/>
              <a:gd name="T11" fmla="*/ 1239 h 1275"/>
              <a:gd name="T12" fmla="*/ 1273 w 1276"/>
              <a:gd name="T13" fmla="*/ 1226 h 1275"/>
              <a:gd name="T14" fmla="*/ 1275 w 1276"/>
              <a:gd name="T15" fmla="*/ 1211 h 1275"/>
              <a:gd name="T16" fmla="*/ 1276 w 1276"/>
              <a:gd name="T17" fmla="*/ 71 h 1275"/>
              <a:gd name="T18" fmla="*/ 1274 w 1276"/>
              <a:gd name="T19" fmla="*/ 56 h 1275"/>
              <a:gd name="T20" fmla="*/ 1270 w 1276"/>
              <a:gd name="T21" fmla="*/ 43 h 1275"/>
              <a:gd name="T22" fmla="*/ 1264 w 1276"/>
              <a:gd name="T23" fmla="*/ 31 h 1275"/>
              <a:gd name="T24" fmla="*/ 1254 w 1276"/>
              <a:gd name="T25" fmla="*/ 20 h 1275"/>
              <a:gd name="T26" fmla="*/ 1244 w 1276"/>
              <a:gd name="T27" fmla="*/ 11 h 1275"/>
              <a:gd name="T28" fmla="*/ 1233 w 1276"/>
              <a:gd name="T29" fmla="*/ 6 h 1275"/>
              <a:gd name="T30" fmla="*/ 1219 w 1276"/>
              <a:gd name="T31" fmla="*/ 1 h 1275"/>
              <a:gd name="T32" fmla="*/ 1205 w 1276"/>
              <a:gd name="T33" fmla="*/ 0 h 1275"/>
              <a:gd name="T34" fmla="*/ 63 w 1276"/>
              <a:gd name="T35" fmla="*/ 0 h 1275"/>
              <a:gd name="T36" fmla="*/ 49 w 1276"/>
              <a:gd name="T37" fmla="*/ 3 h 1275"/>
              <a:gd name="T38" fmla="*/ 36 w 1276"/>
              <a:gd name="T39" fmla="*/ 8 h 1275"/>
              <a:gd name="T40" fmla="*/ 25 w 1276"/>
              <a:gd name="T41" fmla="*/ 16 h 1275"/>
              <a:gd name="T42" fmla="*/ 16 w 1276"/>
              <a:gd name="T43" fmla="*/ 25 h 1275"/>
              <a:gd name="T44" fmla="*/ 8 w 1276"/>
              <a:gd name="T45" fmla="*/ 36 h 1275"/>
              <a:gd name="T46" fmla="*/ 3 w 1276"/>
              <a:gd name="T47" fmla="*/ 49 h 1275"/>
              <a:gd name="T48" fmla="*/ 0 w 1276"/>
              <a:gd name="T49" fmla="*/ 63 h 1275"/>
              <a:gd name="T50" fmla="*/ 0 w 1276"/>
              <a:gd name="T51" fmla="*/ 1205 h 1275"/>
              <a:gd name="T52" fmla="*/ 1 w 1276"/>
              <a:gd name="T53" fmla="*/ 1219 h 1275"/>
              <a:gd name="T54" fmla="*/ 6 w 1276"/>
              <a:gd name="T55" fmla="*/ 1232 h 1275"/>
              <a:gd name="T56" fmla="*/ 13 w 1276"/>
              <a:gd name="T57" fmla="*/ 1244 h 1275"/>
              <a:gd name="T58" fmla="*/ 21 w 1276"/>
              <a:gd name="T59" fmla="*/ 1255 h 1275"/>
              <a:gd name="T60" fmla="*/ 31 w 1276"/>
              <a:gd name="T61" fmla="*/ 1263 h 1275"/>
              <a:gd name="T62" fmla="*/ 43 w 1276"/>
              <a:gd name="T63" fmla="*/ 1269 h 1275"/>
              <a:gd name="T64" fmla="*/ 56 w 1276"/>
              <a:gd name="T65" fmla="*/ 1274 h 1275"/>
              <a:gd name="T66" fmla="*/ 71 w 1276"/>
              <a:gd name="T67" fmla="*/ 1275 h 12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276" h="1275">
                <a:moveTo>
                  <a:pt x="1205" y="1275"/>
                </a:moveTo>
                <a:lnTo>
                  <a:pt x="1212" y="1275"/>
                </a:lnTo>
                <a:lnTo>
                  <a:pt x="1219" y="1274"/>
                </a:lnTo>
                <a:lnTo>
                  <a:pt x="1226" y="1272"/>
                </a:lnTo>
                <a:lnTo>
                  <a:pt x="1233" y="1269"/>
                </a:lnTo>
                <a:lnTo>
                  <a:pt x="1239" y="1267"/>
                </a:lnTo>
                <a:lnTo>
                  <a:pt x="1244" y="1263"/>
                </a:lnTo>
                <a:lnTo>
                  <a:pt x="1250" y="1259"/>
                </a:lnTo>
                <a:lnTo>
                  <a:pt x="1254" y="1255"/>
                </a:lnTo>
                <a:lnTo>
                  <a:pt x="1259" y="1249"/>
                </a:lnTo>
                <a:lnTo>
                  <a:pt x="1264" y="1244"/>
                </a:lnTo>
                <a:lnTo>
                  <a:pt x="1267" y="1239"/>
                </a:lnTo>
                <a:lnTo>
                  <a:pt x="1270" y="1232"/>
                </a:lnTo>
                <a:lnTo>
                  <a:pt x="1273" y="1226"/>
                </a:lnTo>
                <a:lnTo>
                  <a:pt x="1274" y="1219"/>
                </a:lnTo>
                <a:lnTo>
                  <a:pt x="1275" y="1211"/>
                </a:lnTo>
                <a:lnTo>
                  <a:pt x="1276" y="1205"/>
                </a:lnTo>
                <a:lnTo>
                  <a:pt x="1276" y="71"/>
                </a:lnTo>
                <a:lnTo>
                  <a:pt x="1275" y="63"/>
                </a:lnTo>
                <a:lnTo>
                  <a:pt x="1274" y="56"/>
                </a:lnTo>
                <a:lnTo>
                  <a:pt x="1273" y="49"/>
                </a:lnTo>
                <a:lnTo>
                  <a:pt x="1270" y="43"/>
                </a:lnTo>
                <a:lnTo>
                  <a:pt x="1267" y="36"/>
                </a:lnTo>
                <a:lnTo>
                  <a:pt x="1264" y="31"/>
                </a:lnTo>
                <a:lnTo>
                  <a:pt x="1259" y="25"/>
                </a:lnTo>
                <a:lnTo>
                  <a:pt x="1254" y="20"/>
                </a:lnTo>
                <a:lnTo>
                  <a:pt x="1250" y="16"/>
                </a:lnTo>
                <a:lnTo>
                  <a:pt x="1244" y="11"/>
                </a:lnTo>
                <a:lnTo>
                  <a:pt x="1239" y="8"/>
                </a:lnTo>
                <a:lnTo>
                  <a:pt x="1233" y="6"/>
                </a:lnTo>
                <a:lnTo>
                  <a:pt x="1226" y="3"/>
                </a:lnTo>
                <a:lnTo>
                  <a:pt x="1219" y="1"/>
                </a:lnTo>
                <a:lnTo>
                  <a:pt x="1212" y="0"/>
                </a:lnTo>
                <a:lnTo>
                  <a:pt x="1205" y="0"/>
                </a:lnTo>
                <a:lnTo>
                  <a:pt x="71" y="0"/>
                </a:lnTo>
                <a:lnTo>
                  <a:pt x="63" y="0"/>
                </a:lnTo>
                <a:lnTo>
                  <a:pt x="56" y="1"/>
                </a:lnTo>
                <a:lnTo>
                  <a:pt x="49" y="3"/>
                </a:lnTo>
                <a:lnTo>
                  <a:pt x="43" y="6"/>
                </a:lnTo>
                <a:lnTo>
                  <a:pt x="36" y="8"/>
                </a:lnTo>
                <a:lnTo>
                  <a:pt x="31" y="11"/>
                </a:lnTo>
                <a:lnTo>
                  <a:pt x="25" y="16"/>
                </a:lnTo>
                <a:lnTo>
                  <a:pt x="21" y="20"/>
                </a:lnTo>
                <a:lnTo>
                  <a:pt x="16" y="25"/>
                </a:lnTo>
                <a:lnTo>
                  <a:pt x="13" y="31"/>
                </a:lnTo>
                <a:lnTo>
                  <a:pt x="8" y="36"/>
                </a:lnTo>
                <a:lnTo>
                  <a:pt x="6" y="43"/>
                </a:lnTo>
                <a:lnTo>
                  <a:pt x="3" y="49"/>
                </a:lnTo>
                <a:lnTo>
                  <a:pt x="1" y="56"/>
                </a:lnTo>
                <a:lnTo>
                  <a:pt x="0" y="63"/>
                </a:lnTo>
                <a:lnTo>
                  <a:pt x="0" y="71"/>
                </a:lnTo>
                <a:lnTo>
                  <a:pt x="0" y="1205"/>
                </a:lnTo>
                <a:lnTo>
                  <a:pt x="0" y="1211"/>
                </a:lnTo>
                <a:lnTo>
                  <a:pt x="1" y="1219"/>
                </a:lnTo>
                <a:lnTo>
                  <a:pt x="3" y="1226"/>
                </a:lnTo>
                <a:lnTo>
                  <a:pt x="6" y="1232"/>
                </a:lnTo>
                <a:lnTo>
                  <a:pt x="8" y="1239"/>
                </a:lnTo>
                <a:lnTo>
                  <a:pt x="13" y="1244"/>
                </a:lnTo>
                <a:lnTo>
                  <a:pt x="16" y="1249"/>
                </a:lnTo>
                <a:lnTo>
                  <a:pt x="21" y="1255"/>
                </a:lnTo>
                <a:lnTo>
                  <a:pt x="25" y="1259"/>
                </a:lnTo>
                <a:lnTo>
                  <a:pt x="31" y="1263"/>
                </a:lnTo>
                <a:lnTo>
                  <a:pt x="36" y="1267"/>
                </a:lnTo>
                <a:lnTo>
                  <a:pt x="43" y="1269"/>
                </a:lnTo>
                <a:lnTo>
                  <a:pt x="49" y="1272"/>
                </a:lnTo>
                <a:lnTo>
                  <a:pt x="56" y="1274"/>
                </a:lnTo>
                <a:lnTo>
                  <a:pt x="63" y="1275"/>
                </a:lnTo>
                <a:lnTo>
                  <a:pt x="71" y="1275"/>
                </a:lnTo>
                <a:lnTo>
                  <a:pt x="1205" y="1275"/>
                </a:lnTo>
                <a:close/>
              </a:path>
            </a:pathLst>
          </a:custGeom>
          <a:solidFill>
            <a:srgbClr val="00689E"/>
          </a:solidFill>
          <a:ln w="12700">
            <a:solidFill>
              <a:sysClr val="window" lastClr="FFFFFF"/>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5" name="Freeform 35">
            <a:hlinkClick r:id="rId4"/>
            <a:extLst>
              <a:ext uri="{FF2B5EF4-FFF2-40B4-BE49-F238E27FC236}">
                <a16:creationId xmlns:a16="http://schemas.microsoft.com/office/drawing/2014/main" id="{CE7CCE17-F10F-4868-ADF8-AD38721D8118}"/>
              </a:ext>
            </a:extLst>
          </p:cNvPr>
          <p:cNvSpPr>
            <a:spLocks noEditPoints="1"/>
          </p:cNvSpPr>
          <p:nvPr userDrawn="1"/>
        </p:nvSpPr>
        <p:spPr bwMode="auto">
          <a:xfrm>
            <a:off x="1487593" y="3232091"/>
            <a:ext cx="65653" cy="272289"/>
          </a:xfrm>
          <a:custGeom>
            <a:avLst/>
            <a:gdLst>
              <a:gd name="T0" fmla="*/ 204 w 219"/>
              <a:gd name="T1" fmla="*/ 303 h 912"/>
              <a:gd name="T2" fmla="*/ 15 w 219"/>
              <a:gd name="T3" fmla="*/ 912 h 912"/>
              <a:gd name="T4" fmla="*/ 110 w 219"/>
              <a:gd name="T5" fmla="*/ 0 h 912"/>
              <a:gd name="T6" fmla="*/ 131 w 219"/>
              <a:gd name="T7" fmla="*/ 2 h 912"/>
              <a:gd name="T8" fmla="*/ 152 w 219"/>
              <a:gd name="T9" fmla="*/ 9 h 912"/>
              <a:gd name="T10" fmla="*/ 171 w 219"/>
              <a:gd name="T11" fmla="*/ 20 h 912"/>
              <a:gd name="T12" fmla="*/ 187 w 219"/>
              <a:gd name="T13" fmla="*/ 33 h 912"/>
              <a:gd name="T14" fmla="*/ 201 w 219"/>
              <a:gd name="T15" fmla="*/ 49 h 912"/>
              <a:gd name="T16" fmla="*/ 211 w 219"/>
              <a:gd name="T17" fmla="*/ 67 h 912"/>
              <a:gd name="T18" fmla="*/ 217 w 219"/>
              <a:gd name="T19" fmla="*/ 88 h 912"/>
              <a:gd name="T20" fmla="*/ 219 w 219"/>
              <a:gd name="T21" fmla="*/ 111 h 912"/>
              <a:gd name="T22" fmla="*/ 217 w 219"/>
              <a:gd name="T23" fmla="*/ 132 h 912"/>
              <a:gd name="T24" fmla="*/ 211 w 219"/>
              <a:gd name="T25" fmla="*/ 153 h 912"/>
              <a:gd name="T26" fmla="*/ 201 w 219"/>
              <a:gd name="T27" fmla="*/ 172 h 912"/>
              <a:gd name="T28" fmla="*/ 187 w 219"/>
              <a:gd name="T29" fmla="*/ 188 h 912"/>
              <a:gd name="T30" fmla="*/ 171 w 219"/>
              <a:gd name="T31" fmla="*/ 202 h 912"/>
              <a:gd name="T32" fmla="*/ 152 w 219"/>
              <a:gd name="T33" fmla="*/ 212 h 912"/>
              <a:gd name="T34" fmla="*/ 131 w 219"/>
              <a:gd name="T35" fmla="*/ 218 h 912"/>
              <a:gd name="T36" fmla="*/ 110 w 219"/>
              <a:gd name="T37" fmla="*/ 220 h 912"/>
              <a:gd name="T38" fmla="*/ 88 w 219"/>
              <a:gd name="T39" fmla="*/ 218 h 912"/>
              <a:gd name="T40" fmla="*/ 67 w 219"/>
              <a:gd name="T41" fmla="*/ 212 h 912"/>
              <a:gd name="T42" fmla="*/ 48 w 219"/>
              <a:gd name="T43" fmla="*/ 202 h 912"/>
              <a:gd name="T44" fmla="*/ 32 w 219"/>
              <a:gd name="T45" fmla="*/ 188 h 912"/>
              <a:gd name="T46" fmla="*/ 18 w 219"/>
              <a:gd name="T47" fmla="*/ 172 h 912"/>
              <a:gd name="T48" fmla="*/ 8 w 219"/>
              <a:gd name="T49" fmla="*/ 153 h 912"/>
              <a:gd name="T50" fmla="*/ 2 w 219"/>
              <a:gd name="T51" fmla="*/ 132 h 912"/>
              <a:gd name="T52" fmla="*/ 0 w 219"/>
              <a:gd name="T53" fmla="*/ 111 h 912"/>
              <a:gd name="T54" fmla="*/ 2 w 219"/>
              <a:gd name="T55" fmla="*/ 88 h 912"/>
              <a:gd name="T56" fmla="*/ 8 w 219"/>
              <a:gd name="T57" fmla="*/ 67 h 912"/>
              <a:gd name="T58" fmla="*/ 18 w 219"/>
              <a:gd name="T59" fmla="*/ 49 h 912"/>
              <a:gd name="T60" fmla="*/ 32 w 219"/>
              <a:gd name="T61" fmla="*/ 33 h 912"/>
              <a:gd name="T62" fmla="*/ 48 w 219"/>
              <a:gd name="T63" fmla="*/ 20 h 912"/>
              <a:gd name="T64" fmla="*/ 67 w 219"/>
              <a:gd name="T65" fmla="*/ 9 h 912"/>
              <a:gd name="T66" fmla="*/ 88 w 219"/>
              <a:gd name="T67" fmla="*/ 2 h 912"/>
              <a:gd name="T68" fmla="*/ 110 w 219"/>
              <a:gd name="T69" fmla="*/ 0 h 9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19" h="912">
                <a:moveTo>
                  <a:pt x="15" y="303"/>
                </a:moveTo>
                <a:lnTo>
                  <a:pt x="204" y="303"/>
                </a:lnTo>
                <a:lnTo>
                  <a:pt x="204" y="912"/>
                </a:lnTo>
                <a:lnTo>
                  <a:pt x="15" y="912"/>
                </a:lnTo>
                <a:lnTo>
                  <a:pt x="15" y="303"/>
                </a:lnTo>
                <a:close/>
                <a:moveTo>
                  <a:pt x="110" y="0"/>
                </a:moveTo>
                <a:lnTo>
                  <a:pt x="121" y="1"/>
                </a:lnTo>
                <a:lnTo>
                  <a:pt x="131" y="2"/>
                </a:lnTo>
                <a:lnTo>
                  <a:pt x="143" y="6"/>
                </a:lnTo>
                <a:lnTo>
                  <a:pt x="152" y="9"/>
                </a:lnTo>
                <a:lnTo>
                  <a:pt x="162" y="14"/>
                </a:lnTo>
                <a:lnTo>
                  <a:pt x="171" y="20"/>
                </a:lnTo>
                <a:lnTo>
                  <a:pt x="179" y="25"/>
                </a:lnTo>
                <a:lnTo>
                  <a:pt x="187" y="33"/>
                </a:lnTo>
                <a:lnTo>
                  <a:pt x="194" y="41"/>
                </a:lnTo>
                <a:lnTo>
                  <a:pt x="201" y="49"/>
                </a:lnTo>
                <a:lnTo>
                  <a:pt x="206" y="58"/>
                </a:lnTo>
                <a:lnTo>
                  <a:pt x="211" y="67"/>
                </a:lnTo>
                <a:lnTo>
                  <a:pt x="214" y="78"/>
                </a:lnTo>
                <a:lnTo>
                  <a:pt x="217" y="88"/>
                </a:lnTo>
                <a:lnTo>
                  <a:pt x="219" y="99"/>
                </a:lnTo>
                <a:lnTo>
                  <a:pt x="219" y="111"/>
                </a:lnTo>
                <a:lnTo>
                  <a:pt x="219" y="122"/>
                </a:lnTo>
                <a:lnTo>
                  <a:pt x="217" y="132"/>
                </a:lnTo>
                <a:lnTo>
                  <a:pt x="214" y="142"/>
                </a:lnTo>
                <a:lnTo>
                  <a:pt x="211" y="153"/>
                </a:lnTo>
                <a:lnTo>
                  <a:pt x="206" y="163"/>
                </a:lnTo>
                <a:lnTo>
                  <a:pt x="201" y="172"/>
                </a:lnTo>
                <a:lnTo>
                  <a:pt x="194" y="180"/>
                </a:lnTo>
                <a:lnTo>
                  <a:pt x="187" y="188"/>
                </a:lnTo>
                <a:lnTo>
                  <a:pt x="179" y="195"/>
                </a:lnTo>
                <a:lnTo>
                  <a:pt x="171" y="202"/>
                </a:lnTo>
                <a:lnTo>
                  <a:pt x="162" y="207"/>
                </a:lnTo>
                <a:lnTo>
                  <a:pt x="152" y="212"/>
                </a:lnTo>
                <a:lnTo>
                  <a:pt x="143" y="215"/>
                </a:lnTo>
                <a:lnTo>
                  <a:pt x="131" y="218"/>
                </a:lnTo>
                <a:lnTo>
                  <a:pt x="121" y="220"/>
                </a:lnTo>
                <a:lnTo>
                  <a:pt x="110" y="220"/>
                </a:lnTo>
                <a:lnTo>
                  <a:pt x="98" y="220"/>
                </a:lnTo>
                <a:lnTo>
                  <a:pt x="88" y="218"/>
                </a:lnTo>
                <a:lnTo>
                  <a:pt x="77" y="215"/>
                </a:lnTo>
                <a:lnTo>
                  <a:pt x="67" y="212"/>
                </a:lnTo>
                <a:lnTo>
                  <a:pt x="57" y="207"/>
                </a:lnTo>
                <a:lnTo>
                  <a:pt x="48" y="202"/>
                </a:lnTo>
                <a:lnTo>
                  <a:pt x="40" y="195"/>
                </a:lnTo>
                <a:lnTo>
                  <a:pt x="32" y="188"/>
                </a:lnTo>
                <a:lnTo>
                  <a:pt x="25" y="180"/>
                </a:lnTo>
                <a:lnTo>
                  <a:pt x="18" y="172"/>
                </a:lnTo>
                <a:lnTo>
                  <a:pt x="13" y="163"/>
                </a:lnTo>
                <a:lnTo>
                  <a:pt x="8" y="153"/>
                </a:lnTo>
                <a:lnTo>
                  <a:pt x="5" y="142"/>
                </a:lnTo>
                <a:lnTo>
                  <a:pt x="2" y="132"/>
                </a:lnTo>
                <a:lnTo>
                  <a:pt x="0" y="122"/>
                </a:lnTo>
                <a:lnTo>
                  <a:pt x="0" y="111"/>
                </a:lnTo>
                <a:lnTo>
                  <a:pt x="0" y="99"/>
                </a:lnTo>
                <a:lnTo>
                  <a:pt x="2" y="88"/>
                </a:lnTo>
                <a:lnTo>
                  <a:pt x="5" y="78"/>
                </a:lnTo>
                <a:lnTo>
                  <a:pt x="8" y="67"/>
                </a:lnTo>
                <a:lnTo>
                  <a:pt x="13" y="58"/>
                </a:lnTo>
                <a:lnTo>
                  <a:pt x="18" y="49"/>
                </a:lnTo>
                <a:lnTo>
                  <a:pt x="25" y="41"/>
                </a:lnTo>
                <a:lnTo>
                  <a:pt x="32" y="33"/>
                </a:lnTo>
                <a:lnTo>
                  <a:pt x="40" y="25"/>
                </a:lnTo>
                <a:lnTo>
                  <a:pt x="48" y="20"/>
                </a:lnTo>
                <a:lnTo>
                  <a:pt x="57" y="14"/>
                </a:lnTo>
                <a:lnTo>
                  <a:pt x="67" y="9"/>
                </a:lnTo>
                <a:lnTo>
                  <a:pt x="77" y="6"/>
                </a:lnTo>
                <a:lnTo>
                  <a:pt x="88" y="2"/>
                </a:lnTo>
                <a:lnTo>
                  <a:pt x="98" y="1"/>
                </a:lnTo>
                <a:lnTo>
                  <a:pt x="11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6" name="Freeform 36">
            <a:hlinkClick r:id="rId4"/>
            <a:extLst>
              <a:ext uri="{FF2B5EF4-FFF2-40B4-BE49-F238E27FC236}">
                <a16:creationId xmlns:a16="http://schemas.microsoft.com/office/drawing/2014/main" id="{0BCD5BF5-32CB-40F1-A908-9D2699AA7BA4}"/>
              </a:ext>
            </a:extLst>
          </p:cNvPr>
          <p:cNvSpPr>
            <a:spLocks/>
          </p:cNvSpPr>
          <p:nvPr userDrawn="1"/>
        </p:nvSpPr>
        <p:spPr bwMode="auto">
          <a:xfrm>
            <a:off x="1583088" y="3318389"/>
            <a:ext cx="176071" cy="185990"/>
          </a:xfrm>
          <a:custGeom>
            <a:avLst/>
            <a:gdLst>
              <a:gd name="T0" fmla="*/ 181 w 590"/>
              <a:gd name="T1" fmla="*/ 15 h 624"/>
              <a:gd name="T2" fmla="*/ 184 w 590"/>
              <a:gd name="T3" fmla="*/ 98 h 624"/>
              <a:gd name="T4" fmla="*/ 196 w 590"/>
              <a:gd name="T5" fmla="*/ 81 h 624"/>
              <a:gd name="T6" fmla="*/ 209 w 590"/>
              <a:gd name="T7" fmla="*/ 63 h 624"/>
              <a:gd name="T8" fmla="*/ 227 w 590"/>
              <a:gd name="T9" fmla="*/ 46 h 624"/>
              <a:gd name="T10" fmla="*/ 248 w 590"/>
              <a:gd name="T11" fmla="*/ 31 h 624"/>
              <a:gd name="T12" fmla="*/ 273 w 590"/>
              <a:gd name="T13" fmla="*/ 18 h 624"/>
              <a:gd name="T14" fmla="*/ 299 w 590"/>
              <a:gd name="T15" fmla="*/ 9 h 624"/>
              <a:gd name="T16" fmla="*/ 330 w 590"/>
              <a:gd name="T17" fmla="*/ 3 h 624"/>
              <a:gd name="T18" fmla="*/ 363 w 590"/>
              <a:gd name="T19" fmla="*/ 0 h 624"/>
              <a:gd name="T20" fmla="*/ 397 w 590"/>
              <a:gd name="T21" fmla="*/ 1 h 624"/>
              <a:gd name="T22" fmla="*/ 428 w 590"/>
              <a:gd name="T23" fmla="*/ 6 h 624"/>
              <a:gd name="T24" fmla="*/ 455 w 590"/>
              <a:gd name="T25" fmla="*/ 13 h 624"/>
              <a:gd name="T26" fmla="*/ 479 w 590"/>
              <a:gd name="T27" fmla="*/ 22 h 624"/>
              <a:gd name="T28" fmla="*/ 501 w 590"/>
              <a:gd name="T29" fmla="*/ 34 h 624"/>
              <a:gd name="T30" fmla="*/ 519 w 590"/>
              <a:gd name="T31" fmla="*/ 49 h 624"/>
              <a:gd name="T32" fmla="*/ 535 w 590"/>
              <a:gd name="T33" fmla="*/ 65 h 624"/>
              <a:gd name="T34" fmla="*/ 549 w 590"/>
              <a:gd name="T35" fmla="*/ 83 h 624"/>
              <a:gd name="T36" fmla="*/ 559 w 590"/>
              <a:gd name="T37" fmla="*/ 104 h 624"/>
              <a:gd name="T38" fmla="*/ 568 w 590"/>
              <a:gd name="T39" fmla="*/ 127 h 624"/>
              <a:gd name="T40" fmla="*/ 582 w 590"/>
              <a:gd name="T41" fmla="*/ 176 h 624"/>
              <a:gd name="T42" fmla="*/ 588 w 590"/>
              <a:gd name="T43" fmla="*/ 230 h 624"/>
              <a:gd name="T44" fmla="*/ 590 w 590"/>
              <a:gd name="T45" fmla="*/ 291 h 624"/>
              <a:gd name="T46" fmla="*/ 401 w 590"/>
              <a:gd name="T47" fmla="*/ 624 h 624"/>
              <a:gd name="T48" fmla="*/ 401 w 590"/>
              <a:gd name="T49" fmla="*/ 301 h 624"/>
              <a:gd name="T50" fmla="*/ 397 w 590"/>
              <a:gd name="T51" fmla="*/ 259 h 624"/>
              <a:gd name="T52" fmla="*/ 393 w 590"/>
              <a:gd name="T53" fmla="*/ 232 h 624"/>
              <a:gd name="T54" fmla="*/ 382 w 590"/>
              <a:gd name="T55" fmla="*/ 210 h 624"/>
              <a:gd name="T56" fmla="*/ 369 w 590"/>
              <a:gd name="T57" fmla="*/ 189 h 624"/>
              <a:gd name="T58" fmla="*/ 347 w 590"/>
              <a:gd name="T59" fmla="*/ 176 h 624"/>
              <a:gd name="T60" fmla="*/ 320 w 590"/>
              <a:gd name="T61" fmla="*/ 168 h 624"/>
              <a:gd name="T62" fmla="*/ 284 w 590"/>
              <a:gd name="T63" fmla="*/ 168 h 624"/>
              <a:gd name="T64" fmla="*/ 255 w 590"/>
              <a:gd name="T65" fmla="*/ 174 h 624"/>
              <a:gd name="T66" fmla="*/ 232 w 590"/>
              <a:gd name="T67" fmla="*/ 187 h 624"/>
              <a:gd name="T68" fmla="*/ 215 w 590"/>
              <a:gd name="T69" fmla="*/ 204 h 624"/>
              <a:gd name="T70" fmla="*/ 204 w 590"/>
              <a:gd name="T71" fmla="*/ 227 h 624"/>
              <a:gd name="T72" fmla="*/ 196 w 590"/>
              <a:gd name="T73" fmla="*/ 252 h 624"/>
              <a:gd name="T74" fmla="*/ 191 w 590"/>
              <a:gd name="T75" fmla="*/ 279 h 624"/>
              <a:gd name="T76" fmla="*/ 189 w 590"/>
              <a:gd name="T77" fmla="*/ 308 h 624"/>
              <a:gd name="T78" fmla="*/ 189 w 590"/>
              <a:gd name="T79" fmla="*/ 624 h 624"/>
              <a:gd name="T80" fmla="*/ 0 w 590"/>
              <a:gd name="T81" fmla="*/ 15 h 6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90" h="624">
                <a:moveTo>
                  <a:pt x="0" y="15"/>
                </a:moveTo>
                <a:lnTo>
                  <a:pt x="181" y="15"/>
                </a:lnTo>
                <a:lnTo>
                  <a:pt x="181" y="98"/>
                </a:lnTo>
                <a:lnTo>
                  <a:pt x="184" y="98"/>
                </a:lnTo>
                <a:lnTo>
                  <a:pt x="189" y="89"/>
                </a:lnTo>
                <a:lnTo>
                  <a:pt x="196" y="81"/>
                </a:lnTo>
                <a:lnTo>
                  <a:pt x="202" y="72"/>
                </a:lnTo>
                <a:lnTo>
                  <a:pt x="209" y="63"/>
                </a:lnTo>
                <a:lnTo>
                  <a:pt x="218" y="55"/>
                </a:lnTo>
                <a:lnTo>
                  <a:pt x="227" y="46"/>
                </a:lnTo>
                <a:lnTo>
                  <a:pt x="238" y="39"/>
                </a:lnTo>
                <a:lnTo>
                  <a:pt x="248" y="31"/>
                </a:lnTo>
                <a:lnTo>
                  <a:pt x="261" y="24"/>
                </a:lnTo>
                <a:lnTo>
                  <a:pt x="273" y="18"/>
                </a:lnTo>
                <a:lnTo>
                  <a:pt x="286" y="13"/>
                </a:lnTo>
                <a:lnTo>
                  <a:pt x="299" y="9"/>
                </a:lnTo>
                <a:lnTo>
                  <a:pt x="314" y="5"/>
                </a:lnTo>
                <a:lnTo>
                  <a:pt x="330" y="3"/>
                </a:lnTo>
                <a:lnTo>
                  <a:pt x="346" y="0"/>
                </a:lnTo>
                <a:lnTo>
                  <a:pt x="363" y="0"/>
                </a:lnTo>
                <a:lnTo>
                  <a:pt x="380" y="0"/>
                </a:lnTo>
                <a:lnTo>
                  <a:pt x="397" y="1"/>
                </a:lnTo>
                <a:lnTo>
                  <a:pt x="413" y="4"/>
                </a:lnTo>
                <a:lnTo>
                  <a:pt x="428" y="6"/>
                </a:lnTo>
                <a:lnTo>
                  <a:pt x="442" y="9"/>
                </a:lnTo>
                <a:lnTo>
                  <a:pt x="455" y="13"/>
                </a:lnTo>
                <a:lnTo>
                  <a:pt x="468" y="17"/>
                </a:lnTo>
                <a:lnTo>
                  <a:pt x="479" y="22"/>
                </a:lnTo>
                <a:lnTo>
                  <a:pt x="491" y="28"/>
                </a:lnTo>
                <a:lnTo>
                  <a:pt x="501" y="34"/>
                </a:lnTo>
                <a:lnTo>
                  <a:pt x="510" y="41"/>
                </a:lnTo>
                <a:lnTo>
                  <a:pt x="519" y="49"/>
                </a:lnTo>
                <a:lnTo>
                  <a:pt x="527" y="57"/>
                </a:lnTo>
                <a:lnTo>
                  <a:pt x="535" y="65"/>
                </a:lnTo>
                <a:lnTo>
                  <a:pt x="542" y="74"/>
                </a:lnTo>
                <a:lnTo>
                  <a:pt x="549" y="83"/>
                </a:lnTo>
                <a:lnTo>
                  <a:pt x="554" y="94"/>
                </a:lnTo>
                <a:lnTo>
                  <a:pt x="559" y="104"/>
                </a:lnTo>
                <a:lnTo>
                  <a:pt x="565" y="115"/>
                </a:lnTo>
                <a:lnTo>
                  <a:pt x="568" y="127"/>
                </a:lnTo>
                <a:lnTo>
                  <a:pt x="576" y="151"/>
                </a:lnTo>
                <a:lnTo>
                  <a:pt x="582" y="176"/>
                </a:lnTo>
                <a:lnTo>
                  <a:pt x="585" y="203"/>
                </a:lnTo>
                <a:lnTo>
                  <a:pt x="588" y="230"/>
                </a:lnTo>
                <a:lnTo>
                  <a:pt x="590" y="260"/>
                </a:lnTo>
                <a:lnTo>
                  <a:pt x="590" y="291"/>
                </a:lnTo>
                <a:lnTo>
                  <a:pt x="590" y="624"/>
                </a:lnTo>
                <a:lnTo>
                  <a:pt x="401" y="624"/>
                </a:lnTo>
                <a:lnTo>
                  <a:pt x="401" y="328"/>
                </a:lnTo>
                <a:lnTo>
                  <a:pt x="401" y="301"/>
                </a:lnTo>
                <a:lnTo>
                  <a:pt x="400" y="273"/>
                </a:lnTo>
                <a:lnTo>
                  <a:pt x="397" y="259"/>
                </a:lnTo>
                <a:lnTo>
                  <a:pt x="395" y="246"/>
                </a:lnTo>
                <a:lnTo>
                  <a:pt x="393" y="232"/>
                </a:lnTo>
                <a:lnTo>
                  <a:pt x="388" y="221"/>
                </a:lnTo>
                <a:lnTo>
                  <a:pt x="382" y="210"/>
                </a:lnTo>
                <a:lnTo>
                  <a:pt x="377" y="199"/>
                </a:lnTo>
                <a:lnTo>
                  <a:pt x="369" y="189"/>
                </a:lnTo>
                <a:lnTo>
                  <a:pt x="359" y="182"/>
                </a:lnTo>
                <a:lnTo>
                  <a:pt x="347" y="176"/>
                </a:lnTo>
                <a:lnTo>
                  <a:pt x="335" y="171"/>
                </a:lnTo>
                <a:lnTo>
                  <a:pt x="320" y="168"/>
                </a:lnTo>
                <a:lnTo>
                  <a:pt x="303" y="166"/>
                </a:lnTo>
                <a:lnTo>
                  <a:pt x="284" y="168"/>
                </a:lnTo>
                <a:lnTo>
                  <a:pt x="270" y="170"/>
                </a:lnTo>
                <a:lnTo>
                  <a:pt x="255" y="174"/>
                </a:lnTo>
                <a:lnTo>
                  <a:pt x="243" y="180"/>
                </a:lnTo>
                <a:lnTo>
                  <a:pt x="232" y="187"/>
                </a:lnTo>
                <a:lnTo>
                  <a:pt x="223" y="195"/>
                </a:lnTo>
                <a:lnTo>
                  <a:pt x="215" y="204"/>
                </a:lnTo>
                <a:lnTo>
                  <a:pt x="209" y="215"/>
                </a:lnTo>
                <a:lnTo>
                  <a:pt x="204" y="227"/>
                </a:lnTo>
                <a:lnTo>
                  <a:pt x="199" y="238"/>
                </a:lnTo>
                <a:lnTo>
                  <a:pt x="196" y="252"/>
                </a:lnTo>
                <a:lnTo>
                  <a:pt x="193" y="264"/>
                </a:lnTo>
                <a:lnTo>
                  <a:pt x="191" y="279"/>
                </a:lnTo>
                <a:lnTo>
                  <a:pt x="190" y="293"/>
                </a:lnTo>
                <a:lnTo>
                  <a:pt x="189" y="308"/>
                </a:lnTo>
                <a:lnTo>
                  <a:pt x="189" y="322"/>
                </a:lnTo>
                <a:lnTo>
                  <a:pt x="189" y="624"/>
                </a:lnTo>
                <a:lnTo>
                  <a:pt x="0" y="624"/>
                </a:lnTo>
                <a:lnTo>
                  <a:pt x="0" y="1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7" name="Freeform 32">
            <a:hlinkClick r:id="rId5"/>
            <a:extLst>
              <a:ext uri="{FF2B5EF4-FFF2-40B4-BE49-F238E27FC236}">
                <a16:creationId xmlns:a16="http://schemas.microsoft.com/office/drawing/2014/main" id="{9AF3F988-440E-4D1C-8433-6466CDF7A44C}"/>
              </a:ext>
            </a:extLst>
          </p:cNvPr>
          <p:cNvSpPr>
            <a:spLocks/>
          </p:cNvSpPr>
          <p:nvPr userDrawn="1"/>
        </p:nvSpPr>
        <p:spPr bwMode="auto">
          <a:xfrm>
            <a:off x="1863308" y="3181502"/>
            <a:ext cx="380492" cy="379419"/>
          </a:xfrm>
          <a:custGeom>
            <a:avLst/>
            <a:gdLst>
              <a:gd name="T0" fmla="*/ 1212 w 1276"/>
              <a:gd name="T1" fmla="*/ 1275 h 1275"/>
              <a:gd name="T2" fmla="*/ 1226 w 1276"/>
              <a:gd name="T3" fmla="*/ 1272 h 1275"/>
              <a:gd name="T4" fmla="*/ 1239 w 1276"/>
              <a:gd name="T5" fmla="*/ 1267 h 1275"/>
              <a:gd name="T6" fmla="*/ 1250 w 1276"/>
              <a:gd name="T7" fmla="*/ 1259 h 1275"/>
              <a:gd name="T8" fmla="*/ 1259 w 1276"/>
              <a:gd name="T9" fmla="*/ 1249 h 1275"/>
              <a:gd name="T10" fmla="*/ 1267 w 1276"/>
              <a:gd name="T11" fmla="*/ 1239 h 1275"/>
              <a:gd name="T12" fmla="*/ 1273 w 1276"/>
              <a:gd name="T13" fmla="*/ 1226 h 1275"/>
              <a:gd name="T14" fmla="*/ 1275 w 1276"/>
              <a:gd name="T15" fmla="*/ 1211 h 1275"/>
              <a:gd name="T16" fmla="*/ 1276 w 1276"/>
              <a:gd name="T17" fmla="*/ 71 h 1275"/>
              <a:gd name="T18" fmla="*/ 1274 w 1276"/>
              <a:gd name="T19" fmla="*/ 56 h 1275"/>
              <a:gd name="T20" fmla="*/ 1270 w 1276"/>
              <a:gd name="T21" fmla="*/ 43 h 1275"/>
              <a:gd name="T22" fmla="*/ 1264 w 1276"/>
              <a:gd name="T23" fmla="*/ 31 h 1275"/>
              <a:gd name="T24" fmla="*/ 1254 w 1276"/>
              <a:gd name="T25" fmla="*/ 20 h 1275"/>
              <a:gd name="T26" fmla="*/ 1244 w 1276"/>
              <a:gd name="T27" fmla="*/ 11 h 1275"/>
              <a:gd name="T28" fmla="*/ 1233 w 1276"/>
              <a:gd name="T29" fmla="*/ 6 h 1275"/>
              <a:gd name="T30" fmla="*/ 1219 w 1276"/>
              <a:gd name="T31" fmla="*/ 1 h 1275"/>
              <a:gd name="T32" fmla="*/ 1205 w 1276"/>
              <a:gd name="T33" fmla="*/ 0 h 1275"/>
              <a:gd name="T34" fmla="*/ 63 w 1276"/>
              <a:gd name="T35" fmla="*/ 0 h 1275"/>
              <a:gd name="T36" fmla="*/ 49 w 1276"/>
              <a:gd name="T37" fmla="*/ 3 h 1275"/>
              <a:gd name="T38" fmla="*/ 36 w 1276"/>
              <a:gd name="T39" fmla="*/ 8 h 1275"/>
              <a:gd name="T40" fmla="*/ 25 w 1276"/>
              <a:gd name="T41" fmla="*/ 16 h 1275"/>
              <a:gd name="T42" fmla="*/ 16 w 1276"/>
              <a:gd name="T43" fmla="*/ 25 h 1275"/>
              <a:gd name="T44" fmla="*/ 8 w 1276"/>
              <a:gd name="T45" fmla="*/ 36 h 1275"/>
              <a:gd name="T46" fmla="*/ 3 w 1276"/>
              <a:gd name="T47" fmla="*/ 49 h 1275"/>
              <a:gd name="T48" fmla="*/ 0 w 1276"/>
              <a:gd name="T49" fmla="*/ 63 h 1275"/>
              <a:gd name="T50" fmla="*/ 0 w 1276"/>
              <a:gd name="T51" fmla="*/ 1205 h 1275"/>
              <a:gd name="T52" fmla="*/ 1 w 1276"/>
              <a:gd name="T53" fmla="*/ 1219 h 1275"/>
              <a:gd name="T54" fmla="*/ 6 w 1276"/>
              <a:gd name="T55" fmla="*/ 1232 h 1275"/>
              <a:gd name="T56" fmla="*/ 13 w 1276"/>
              <a:gd name="T57" fmla="*/ 1244 h 1275"/>
              <a:gd name="T58" fmla="*/ 21 w 1276"/>
              <a:gd name="T59" fmla="*/ 1255 h 1275"/>
              <a:gd name="T60" fmla="*/ 31 w 1276"/>
              <a:gd name="T61" fmla="*/ 1263 h 1275"/>
              <a:gd name="T62" fmla="*/ 43 w 1276"/>
              <a:gd name="T63" fmla="*/ 1269 h 1275"/>
              <a:gd name="T64" fmla="*/ 56 w 1276"/>
              <a:gd name="T65" fmla="*/ 1274 h 1275"/>
              <a:gd name="T66" fmla="*/ 71 w 1276"/>
              <a:gd name="T67" fmla="*/ 1275 h 12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276" h="1275">
                <a:moveTo>
                  <a:pt x="1205" y="1275"/>
                </a:moveTo>
                <a:lnTo>
                  <a:pt x="1212" y="1275"/>
                </a:lnTo>
                <a:lnTo>
                  <a:pt x="1219" y="1274"/>
                </a:lnTo>
                <a:lnTo>
                  <a:pt x="1226" y="1272"/>
                </a:lnTo>
                <a:lnTo>
                  <a:pt x="1233" y="1269"/>
                </a:lnTo>
                <a:lnTo>
                  <a:pt x="1239" y="1267"/>
                </a:lnTo>
                <a:lnTo>
                  <a:pt x="1244" y="1263"/>
                </a:lnTo>
                <a:lnTo>
                  <a:pt x="1250" y="1259"/>
                </a:lnTo>
                <a:lnTo>
                  <a:pt x="1254" y="1255"/>
                </a:lnTo>
                <a:lnTo>
                  <a:pt x="1259" y="1249"/>
                </a:lnTo>
                <a:lnTo>
                  <a:pt x="1264" y="1244"/>
                </a:lnTo>
                <a:lnTo>
                  <a:pt x="1267" y="1239"/>
                </a:lnTo>
                <a:lnTo>
                  <a:pt x="1270" y="1232"/>
                </a:lnTo>
                <a:lnTo>
                  <a:pt x="1273" y="1226"/>
                </a:lnTo>
                <a:lnTo>
                  <a:pt x="1274" y="1219"/>
                </a:lnTo>
                <a:lnTo>
                  <a:pt x="1275" y="1211"/>
                </a:lnTo>
                <a:lnTo>
                  <a:pt x="1276" y="1205"/>
                </a:lnTo>
                <a:lnTo>
                  <a:pt x="1276" y="71"/>
                </a:lnTo>
                <a:lnTo>
                  <a:pt x="1275" y="63"/>
                </a:lnTo>
                <a:lnTo>
                  <a:pt x="1274" y="56"/>
                </a:lnTo>
                <a:lnTo>
                  <a:pt x="1273" y="49"/>
                </a:lnTo>
                <a:lnTo>
                  <a:pt x="1270" y="43"/>
                </a:lnTo>
                <a:lnTo>
                  <a:pt x="1267" y="36"/>
                </a:lnTo>
                <a:lnTo>
                  <a:pt x="1264" y="31"/>
                </a:lnTo>
                <a:lnTo>
                  <a:pt x="1259" y="25"/>
                </a:lnTo>
                <a:lnTo>
                  <a:pt x="1254" y="20"/>
                </a:lnTo>
                <a:lnTo>
                  <a:pt x="1250" y="16"/>
                </a:lnTo>
                <a:lnTo>
                  <a:pt x="1244" y="11"/>
                </a:lnTo>
                <a:lnTo>
                  <a:pt x="1239" y="8"/>
                </a:lnTo>
                <a:lnTo>
                  <a:pt x="1233" y="6"/>
                </a:lnTo>
                <a:lnTo>
                  <a:pt x="1226" y="3"/>
                </a:lnTo>
                <a:lnTo>
                  <a:pt x="1219" y="1"/>
                </a:lnTo>
                <a:lnTo>
                  <a:pt x="1212" y="0"/>
                </a:lnTo>
                <a:lnTo>
                  <a:pt x="1205" y="0"/>
                </a:lnTo>
                <a:lnTo>
                  <a:pt x="71" y="0"/>
                </a:lnTo>
                <a:lnTo>
                  <a:pt x="63" y="0"/>
                </a:lnTo>
                <a:lnTo>
                  <a:pt x="56" y="1"/>
                </a:lnTo>
                <a:lnTo>
                  <a:pt x="49" y="3"/>
                </a:lnTo>
                <a:lnTo>
                  <a:pt x="43" y="6"/>
                </a:lnTo>
                <a:lnTo>
                  <a:pt x="36" y="8"/>
                </a:lnTo>
                <a:lnTo>
                  <a:pt x="31" y="11"/>
                </a:lnTo>
                <a:lnTo>
                  <a:pt x="25" y="16"/>
                </a:lnTo>
                <a:lnTo>
                  <a:pt x="21" y="20"/>
                </a:lnTo>
                <a:lnTo>
                  <a:pt x="16" y="25"/>
                </a:lnTo>
                <a:lnTo>
                  <a:pt x="13" y="31"/>
                </a:lnTo>
                <a:lnTo>
                  <a:pt x="8" y="36"/>
                </a:lnTo>
                <a:lnTo>
                  <a:pt x="6" y="43"/>
                </a:lnTo>
                <a:lnTo>
                  <a:pt x="3" y="49"/>
                </a:lnTo>
                <a:lnTo>
                  <a:pt x="1" y="56"/>
                </a:lnTo>
                <a:lnTo>
                  <a:pt x="0" y="63"/>
                </a:lnTo>
                <a:lnTo>
                  <a:pt x="0" y="71"/>
                </a:lnTo>
                <a:lnTo>
                  <a:pt x="0" y="1205"/>
                </a:lnTo>
                <a:lnTo>
                  <a:pt x="0" y="1211"/>
                </a:lnTo>
                <a:lnTo>
                  <a:pt x="1" y="1219"/>
                </a:lnTo>
                <a:lnTo>
                  <a:pt x="3" y="1226"/>
                </a:lnTo>
                <a:lnTo>
                  <a:pt x="6" y="1232"/>
                </a:lnTo>
                <a:lnTo>
                  <a:pt x="8" y="1239"/>
                </a:lnTo>
                <a:lnTo>
                  <a:pt x="13" y="1244"/>
                </a:lnTo>
                <a:lnTo>
                  <a:pt x="16" y="1249"/>
                </a:lnTo>
                <a:lnTo>
                  <a:pt x="21" y="1255"/>
                </a:lnTo>
                <a:lnTo>
                  <a:pt x="25" y="1259"/>
                </a:lnTo>
                <a:lnTo>
                  <a:pt x="31" y="1263"/>
                </a:lnTo>
                <a:lnTo>
                  <a:pt x="36" y="1267"/>
                </a:lnTo>
                <a:lnTo>
                  <a:pt x="43" y="1269"/>
                </a:lnTo>
                <a:lnTo>
                  <a:pt x="49" y="1272"/>
                </a:lnTo>
                <a:lnTo>
                  <a:pt x="56" y="1274"/>
                </a:lnTo>
                <a:lnTo>
                  <a:pt x="63" y="1275"/>
                </a:lnTo>
                <a:lnTo>
                  <a:pt x="71" y="1275"/>
                </a:lnTo>
                <a:lnTo>
                  <a:pt x="1205" y="1275"/>
                </a:lnTo>
                <a:close/>
              </a:path>
            </a:pathLst>
          </a:custGeom>
          <a:solidFill>
            <a:srgbClr val="3C4983"/>
          </a:solidFill>
          <a:ln w="12700">
            <a:solidFill>
              <a:sysClr val="window" lastClr="FFFFFF"/>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20" name="Freeform 33">
            <a:hlinkClick r:id="rId5"/>
            <a:extLst>
              <a:ext uri="{FF2B5EF4-FFF2-40B4-BE49-F238E27FC236}">
                <a16:creationId xmlns:a16="http://schemas.microsoft.com/office/drawing/2014/main" id="{74AC4DD5-2CBD-46EB-8BD5-E4DDCD166B06}"/>
              </a:ext>
            </a:extLst>
          </p:cNvPr>
          <p:cNvSpPr>
            <a:spLocks/>
          </p:cNvSpPr>
          <p:nvPr userDrawn="1"/>
        </p:nvSpPr>
        <p:spPr bwMode="auto">
          <a:xfrm>
            <a:off x="2016997" y="3238043"/>
            <a:ext cx="168610" cy="321390"/>
          </a:xfrm>
          <a:custGeom>
            <a:avLst/>
            <a:gdLst>
              <a:gd name="T0" fmla="*/ 365 w 562"/>
              <a:gd name="T1" fmla="*/ 1082 h 1082"/>
              <a:gd name="T2" fmla="*/ 365 w 562"/>
              <a:gd name="T3" fmla="*/ 589 h 1082"/>
              <a:gd name="T4" fmla="*/ 530 w 562"/>
              <a:gd name="T5" fmla="*/ 589 h 1082"/>
              <a:gd name="T6" fmla="*/ 555 w 562"/>
              <a:gd name="T7" fmla="*/ 397 h 1082"/>
              <a:gd name="T8" fmla="*/ 365 w 562"/>
              <a:gd name="T9" fmla="*/ 397 h 1082"/>
              <a:gd name="T10" fmla="*/ 365 w 562"/>
              <a:gd name="T11" fmla="*/ 274 h 1082"/>
              <a:gd name="T12" fmla="*/ 366 w 562"/>
              <a:gd name="T13" fmla="*/ 253 h 1082"/>
              <a:gd name="T14" fmla="*/ 368 w 562"/>
              <a:gd name="T15" fmla="*/ 235 h 1082"/>
              <a:gd name="T16" fmla="*/ 371 w 562"/>
              <a:gd name="T17" fmla="*/ 227 h 1082"/>
              <a:gd name="T18" fmla="*/ 374 w 562"/>
              <a:gd name="T19" fmla="*/ 219 h 1082"/>
              <a:gd name="T20" fmla="*/ 377 w 562"/>
              <a:gd name="T21" fmla="*/ 212 h 1082"/>
              <a:gd name="T22" fmla="*/ 382 w 562"/>
              <a:gd name="T23" fmla="*/ 205 h 1082"/>
              <a:gd name="T24" fmla="*/ 388 w 562"/>
              <a:gd name="T25" fmla="*/ 200 h 1082"/>
              <a:gd name="T26" fmla="*/ 395 w 562"/>
              <a:gd name="T27" fmla="*/ 195 h 1082"/>
              <a:gd name="T28" fmla="*/ 403 w 562"/>
              <a:gd name="T29" fmla="*/ 191 h 1082"/>
              <a:gd name="T30" fmla="*/ 412 w 562"/>
              <a:gd name="T31" fmla="*/ 186 h 1082"/>
              <a:gd name="T32" fmla="*/ 422 w 562"/>
              <a:gd name="T33" fmla="*/ 184 h 1082"/>
              <a:gd name="T34" fmla="*/ 433 w 562"/>
              <a:gd name="T35" fmla="*/ 181 h 1082"/>
              <a:gd name="T36" fmla="*/ 446 w 562"/>
              <a:gd name="T37" fmla="*/ 180 h 1082"/>
              <a:gd name="T38" fmla="*/ 461 w 562"/>
              <a:gd name="T39" fmla="*/ 179 h 1082"/>
              <a:gd name="T40" fmla="*/ 562 w 562"/>
              <a:gd name="T41" fmla="*/ 179 h 1082"/>
              <a:gd name="T42" fmla="*/ 562 w 562"/>
              <a:gd name="T43" fmla="*/ 7 h 1082"/>
              <a:gd name="T44" fmla="*/ 542 w 562"/>
              <a:gd name="T45" fmla="*/ 5 h 1082"/>
              <a:gd name="T46" fmla="*/ 507 w 562"/>
              <a:gd name="T47" fmla="*/ 3 h 1082"/>
              <a:gd name="T48" fmla="*/ 464 w 562"/>
              <a:gd name="T49" fmla="*/ 0 h 1082"/>
              <a:gd name="T50" fmla="*/ 414 w 562"/>
              <a:gd name="T51" fmla="*/ 0 h 1082"/>
              <a:gd name="T52" fmla="*/ 387 w 562"/>
              <a:gd name="T53" fmla="*/ 0 h 1082"/>
              <a:gd name="T54" fmla="*/ 360 w 562"/>
              <a:gd name="T55" fmla="*/ 4 h 1082"/>
              <a:gd name="T56" fmla="*/ 348 w 562"/>
              <a:gd name="T57" fmla="*/ 6 h 1082"/>
              <a:gd name="T58" fmla="*/ 336 w 562"/>
              <a:gd name="T59" fmla="*/ 9 h 1082"/>
              <a:gd name="T60" fmla="*/ 324 w 562"/>
              <a:gd name="T61" fmla="*/ 13 h 1082"/>
              <a:gd name="T62" fmla="*/ 313 w 562"/>
              <a:gd name="T63" fmla="*/ 16 h 1082"/>
              <a:gd name="T64" fmla="*/ 302 w 562"/>
              <a:gd name="T65" fmla="*/ 21 h 1082"/>
              <a:gd name="T66" fmla="*/ 291 w 562"/>
              <a:gd name="T67" fmla="*/ 25 h 1082"/>
              <a:gd name="T68" fmla="*/ 281 w 562"/>
              <a:gd name="T69" fmla="*/ 31 h 1082"/>
              <a:gd name="T70" fmla="*/ 270 w 562"/>
              <a:gd name="T71" fmla="*/ 37 h 1082"/>
              <a:gd name="T72" fmla="*/ 261 w 562"/>
              <a:gd name="T73" fmla="*/ 44 h 1082"/>
              <a:gd name="T74" fmla="*/ 252 w 562"/>
              <a:gd name="T75" fmla="*/ 50 h 1082"/>
              <a:gd name="T76" fmla="*/ 243 w 562"/>
              <a:gd name="T77" fmla="*/ 57 h 1082"/>
              <a:gd name="T78" fmla="*/ 235 w 562"/>
              <a:gd name="T79" fmla="*/ 65 h 1082"/>
              <a:gd name="T80" fmla="*/ 227 w 562"/>
              <a:gd name="T81" fmla="*/ 73 h 1082"/>
              <a:gd name="T82" fmla="*/ 219 w 562"/>
              <a:gd name="T83" fmla="*/ 82 h 1082"/>
              <a:gd name="T84" fmla="*/ 212 w 562"/>
              <a:gd name="T85" fmla="*/ 91 h 1082"/>
              <a:gd name="T86" fmla="*/ 205 w 562"/>
              <a:gd name="T87" fmla="*/ 102 h 1082"/>
              <a:gd name="T88" fmla="*/ 200 w 562"/>
              <a:gd name="T89" fmla="*/ 112 h 1082"/>
              <a:gd name="T90" fmla="*/ 194 w 562"/>
              <a:gd name="T91" fmla="*/ 122 h 1082"/>
              <a:gd name="T92" fmla="*/ 188 w 562"/>
              <a:gd name="T93" fmla="*/ 134 h 1082"/>
              <a:gd name="T94" fmla="*/ 184 w 562"/>
              <a:gd name="T95" fmla="*/ 145 h 1082"/>
              <a:gd name="T96" fmla="*/ 180 w 562"/>
              <a:gd name="T97" fmla="*/ 158 h 1082"/>
              <a:gd name="T98" fmla="*/ 176 w 562"/>
              <a:gd name="T99" fmla="*/ 170 h 1082"/>
              <a:gd name="T100" fmla="*/ 174 w 562"/>
              <a:gd name="T101" fmla="*/ 183 h 1082"/>
              <a:gd name="T102" fmla="*/ 170 w 562"/>
              <a:gd name="T103" fmla="*/ 196 h 1082"/>
              <a:gd name="T104" fmla="*/ 169 w 562"/>
              <a:gd name="T105" fmla="*/ 210 h 1082"/>
              <a:gd name="T106" fmla="*/ 167 w 562"/>
              <a:gd name="T107" fmla="*/ 225 h 1082"/>
              <a:gd name="T108" fmla="*/ 167 w 562"/>
              <a:gd name="T109" fmla="*/ 239 h 1082"/>
              <a:gd name="T110" fmla="*/ 166 w 562"/>
              <a:gd name="T111" fmla="*/ 254 h 1082"/>
              <a:gd name="T112" fmla="*/ 166 w 562"/>
              <a:gd name="T113" fmla="*/ 397 h 1082"/>
              <a:gd name="T114" fmla="*/ 0 w 562"/>
              <a:gd name="T115" fmla="*/ 397 h 1082"/>
              <a:gd name="T116" fmla="*/ 0 w 562"/>
              <a:gd name="T117" fmla="*/ 589 h 1082"/>
              <a:gd name="T118" fmla="*/ 166 w 562"/>
              <a:gd name="T119" fmla="*/ 589 h 1082"/>
              <a:gd name="T120" fmla="*/ 166 w 562"/>
              <a:gd name="T121" fmla="*/ 1082 h 1082"/>
              <a:gd name="T122" fmla="*/ 365 w 562"/>
              <a:gd name="T123" fmla="*/ 1082 h 10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562" h="1082">
                <a:moveTo>
                  <a:pt x="365" y="1082"/>
                </a:moveTo>
                <a:lnTo>
                  <a:pt x="365" y="589"/>
                </a:lnTo>
                <a:lnTo>
                  <a:pt x="530" y="589"/>
                </a:lnTo>
                <a:lnTo>
                  <a:pt x="555" y="397"/>
                </a:lnTo>
                <a:lnTo>
                  <a:pt x="365" y="397"/>
                </a:lnTo>
                <a:lnTo>
                  <a:pt x="365" y="274"/>
                </a:lnTo>
                <a:lnTo>
                  <a:pt x="366" y="253"/>
                </a:lnTo>
                <a:lnTo>
                  <a:pt x="368" y="235"/>
                </a:lnTo>
                <a:lnTo>
                  <a:pt x="371" y="227"/>
                </a:lnTo>
                <a:lnTo>
                  <a:pt x="374" y="219"/>
                </a:lnTo>
                <a:lnTo>
                  <a:pt x="377" y="212"/>
                </a:lnTo>
                <a:lnTo>
                  <a:pt x="382" y="205"/>
                </a:lnTo>
                <a:lnTo>
                  <a:pt x="388" y="200"/>
                </a:lnTo>
                <a:lnTo>
                  <a:pt x="395" y="195"/>
                </a:lnTo>
                <a:lnTo>
                  <a:pt x="403" y="191"/>
                </a:lnTo>
                <a:lnTo>
                  <a:pt x="412" y="186"/>
                </a:lnTo>
                <a:lnTo>
                  <a:pt x="422" y="184"/>
                </a:lnTo>
                <a:lnTo>
                  <a:pt x="433" y="181"/>
                </a:lnTo>
                <a:lnTo>
                  <a:pt x="446" y="180"/>
                </a:lnTo>
                <a:lnTo>
                  <a:pt x="461" y="179"/>
                </a:lnTo>
                <a:lnTo>
                  <a:pt x="562" y="179"/>
                </a:lnTo>
                <a:lnTo>
                  <a:pt x="562" y="7"/>
                </a:lnTo>
                <a:lnTo>
                  <a:pt x="542" y="5"/>
                </a:lnTo>
                <a:lnTo>
                  <a:pt x="507" y="3"/>
                </a:lnTo>
                <a:lnTo>
                  <a:pt x="464" y="0"/>
                </a:lnTo>
                <a:lnTo>
                  <a:pt x="414" y="0"/>
                </a:lnTo>
                <a:lnTo>
                  <a:pt x="387" y="0"/>
                </a:lnTo>
                <a:lnTo>
                  <a:pt x="360" y="4"/>
                </a:lnTo>
                <a:lnTo>
                  <a:pt x="348" y="6"/>
                </a:lnTo>
                <a:lnTo>
                  <a:pt x="336" y="9"/>
                </a:lnTo>
                <a:lnTo>
                  <a:pt x="324" y="13"/>
                </a:lnTo>
                <a:lnTo>
                  <a:pt x="313" y="16"/>
                </a:lnTo>
                <a:lnTo>
                  <a:pt x="302" y="21"/>
                </a:lnTo>
                <a:lnTo>
                  <a:pt x="291" y="25"/>
                </a:lnTo>
                <a:lnTo>
                  <a:pt x="281" y="31"/>
                </a:lnTo>
                <a:lnTo>
                  <a:pt x="270" y="37"/>
                </a:lnTo>
                <a:lnTo>
                  <a:pt x="261" y="44"/>
                </a:lnTo>
                <a:lnTo>
                  <a:pt x="252" y="50"/>
                </a:lnTo>
                <a:lnTo>
                  <a:pt x="243" y="57"/>
                </a:lnTo>
                <a:lnTo>
                  <a:pt x="235" y="65"/>
                </a:lnTo>
                <a:lnTo>
                  <a:pt x="227" y="73"/>
                </a:lnTo>
                <a:lnTo>
                  <a:pt x="219" y="82"/>
                </a:lnTo>
                <a:lnTo>
                  <a:pt x="212" y="91"/>
                </a:lnTo>
                <a:lnTo>
                  <a:pt x="205" y="102"/>
                </a:lnTo>
                <a:lnTo>
                  <a:pt x="200" y="112"/>
                </a:lnTo>
                <a:lnTo>
                  <a:pt x="194" y="122"/>
                </a:lnTo>
                <a:lnTo>
                  <a:pt x="188" y="134"/>
                </a:lnTo>
                <a:lnTo>
                  <a:pt x="184" y="145"/>
                </a:lnTo>
                <a:lnTo>
                  <a:pt x="180" y="158"/>
                </a:lnTo>
                <a:lnTo>
                  <a:pt x="176" y="170"/>
                </a:lnTo>
                <a:lnTo>
                  <a:pt x="174" y="183"/>
                </a:lnTo>
                <a:lnTo>
                  <a:pt x="170" y="196"/>
                </a:lnTo>
                <a:lnTo>
                  <a:pt x="169" y="210"/>
                </a:lnTo>
                <a:lnTo>
                  <a:pt x="167" y="225"/>
                </a:lnTo>
                <a:lnTo>
                  <a:pt x="167" y="239"/>
                </a:lnTo>
                <a:lnTo>
                  <a:pt x="166" y="254"/>
                </a:lnTo>
                <a:lnTo>
                  <a:pt x="166" y="397"/>
                </a:lnTo>
                <a:lnTo>
                  <a:pt x="0" y="397"/>
                </a:lnTo>
                <a:lnTo>
                  <a:pt x="0" y="589"/>
                </a:lnTo>
                <a:lnTo>
                  <a:pt x="166" y="589"/>
                </a:lnTo>
                <a:lnTo>
                  <a:pt x="166" y="1082"/>
                </a:lnTo>
                <a:lnTo>
                  <a:pt x="365" y="108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31" name="Freeform 30">
            <a:hlinkClick r:id="rId6"/>
            <a:extLst>
              <a:ext uri="{FF2B5EF4-FFF2-40B4-BE49-F238E27FC236}">
                <a16:creationId xmlns:a16="http://schemas.microsoft.com/office/drawing/2014/main" id="{5AC47E2D-26E7-47EF-B7EE-4398985DE384}"/>
              </a:ext>
            </a:extLst>
          </p:cNvPr>
          <p:cNvSpPr>
            <a:spLocks/>
          </p:cNvSpPr>
          <p:nvPr userDrawn="1"/>
        </p:nvSpPr>
        <p:spPr bwMode="auto">
          <a:xfrm>
            <a:off x="2723664" y="3181502"/>
            <a:ext cx="380492" cy="379419"/>
          </a:xfrm>
          <a:custGeom>
            <a:avLst/>
            <a:gdLst>
              <a:gd name="T0" fmla="*/ 1212 w 1276"/>
              <a:gd name="T1" fmla="*/ 1275 h 1275"/>
              <a:gd name="T2" fmla="*/ 1226 w 1276"/>
              <a:gd name="T3" fmla="*/ 1272 h 1275"/>
              <a:gd name="T4" fmla="*/ 1239 w 1276"/>
              <a:gd name="T5" fmla="*/ 1267 h 1275"/>
              <a:gd name="T6" fmla="*/ 1250 w 1276"/>
              <a:gd name="T7" fmla="*/ 1259 h 1275"/>
              <a:gd name="T8" fmla="*/ 1259 w 1276"/>
              <a:gd name="T9" fmla="*/ 1249 h 1275"/>
              <a:gd name="T10" fmla="*/ 1267 w 1276"/>
              <a:gd name="T11" fmla="*/ 1239 h 1275"/>
              <a:gd name="T12" fmla="*/ 1273 w 1276"/>
              <a:gd name="T13" fmla="*/ 1226 h 1275"/>
              <a:gd name="T14" fmla="*/ 1275 w 1276"/>
              <a:gd name="T15" fmla="*/ 1211 h 1275"/>
              <a:gd name="T16" fmla="*/ 1276 w 1276"/>
              <a:gd name="T17" fmla="*/ 71 h 1275"/>
              <a:gd name="T18" fmla="*/ 1274 w 1276"/>
              <a:gd name="T19" fmla="*/ 56 h 1275"/>
              <a:gd name="T20" fmla="*/ 1270 w 1276"/>
              <a:gd name="T21" fmla="*/ 43 h 1275"/>
              <a:gd name="T22" fmla="*/ 1264 w 1276"/>
              <a:gd name="T23" fmla="*/ 31 h 1275"/>
              <a:gd name="T24" fmla="*/ 1254 w 1276"/>
              <a:gd name="T25" fmla="*/ 20 h 1275"/>
              <a:gd name="T26" fmla="*/ 1244 w 1276"/>
              <a:gd name="T27" fmla="*/ 11 h 1275"/>
              <a:gd name="T28" fmla="*/ 1233 w 1276"/>
              <a:gd name="T29" fmla="*/ 6 h 1275"/>
              <a:gd name="T30" fmla="*/ 1219 w 1276"/>
              <a:gd name="T31" fmla="*/ 1 h 1275"/>
              <a:gd name="T32" fmla="*/ 1205 w 1276"/>
              <a:gd name="T33" fmla="*/ 0 h 1275"/>
              <a:gd name="T34" fmla="*/ 63 w 1276"/>
              <a:gd name="T35" fmla="*/ 0 h 1275"/>
              <a:gd name="T36" fmla="*/ 49 w 1276"/>
              <a:gd name="T37" fmla="*/ 3 h 1275"/>
              <a:gd name="T38" fmla="*/ 36 w 1276"/>
              <a:gd name="T39" fmla="*/ 8 h 1275"/>
              <a:gd name="T40" fmla="*/ 25 w 1276"/>
              <a:gd name="T41" fmla="*/ 16 h 1275"/>
              <a:gd name="T42" fmla="*/ 16 w 1276"/>
              <a:gd name="T43" fmla="*/ 25 h 1275"/>
              <a:gd name="T44" fmla="*/ 8 w 1276"/>
              <a:gd name="T45" fmla="*/ 36 h 1275"/>
              <a:gd name="T46" fmla="*/ 3 w 1276"/>
              <a:gd name="T47" fmla="*/ 49 h 1275"/>
              <a:gd name="T48" fmla="*/ 0 w 1276"/>
              <a:gd name="T49" fmla="*/ 63 h 1275"/>
              <a:gd name="T50" fmla="*/ 0 w 1276"/>
              <a:gd name="T51" fmla="*/ 1205 h 1275"/>
              <a:gd name="T52" fmla="*/ 1 w 1276"/>
              <a:gd name="T53" fmla="*/ 1219 h 1275"/>
              <a:gd name="T54" fmla="*/ 6 w 1276"/>
              <a:gd name="T55" fmla="*/ 1232 h 1275"/>
              <a:gd name="T56" fmla="*/ 13 w 1276"/>
              <a:gd name="T57" fmla="*/ 1244 h 1275"/>
              <a:gd name="T58" fmla="*/ 21 w 1276"/>
              <a:gd name="T59" fmla="*/ 1255 h 1275"/>
              <a:gd name="T60" fmla="*/ 31 w 1276"/>
              <a:gd name="T61" fmla="*/ 1263 h 1275"/>
              <a:gd name="T62" fmla="*/ 43 w 1276"/>
              <a:gd name="T63" fmla="*/ 1269 h 1275"/>
              <a:gd name="T64" fmla="*/ 56 w 1276"/>
              <a:gd name="T65" fmla="*/ 1274 h 1275"/>
              <a:gd name="T66" fmla="*/ 71 w 1276"/>
              <a:gd name="T67" fmla="*/ 1275 h 12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276" h="1275">
                <a:moveTo>
                  <a:pt x="1205" y="1275"/>
                </a:moveTo>
                <a:lnTo>
                  <a:pt x="1212" y="1275"/>
                </a:lnTo>
                <a:lnTo>
                  <a:pt x="1219" y="1274"/>
                </a:lnTo>
                <a:lnTo>
                  <a:pt x="1226" y="1272"/>
                </a:lnTo>
                <a:lnTo>
                  <a:pt x="1233" y="1269"/>
                </a:lnTo>
                <a:lnTo>
                  <a:pt x="1239" y="1267"/>
                </a:lnTo>
                <a:lnTo>
                  <a:pt x="1244" y="1263"/>
                </a:lnTo>
                <a:lnTo>
                  <a:pt x="1250" y="1259"/>
                </a:lnTo>
                <a:lnTo>
                  <a:pt x="1254" y="1255"/>
                </a:lnTo>
                <a:lnTo>
                  <a:pt x="1259" y="1249"/>
                </a:lnTo>
                <a:lnTo>
                  <a:pt x="1264" y="1244"/>
                </a:lnTo>
                <a:lnTo>
                  <a:pt x="1267" y="1239"/>
                </a:lnTo>
                <a:lnTo>
                  <a:pt x="1270" y="1232"/>
                </a:lnTo>
                <a:lnTo>
                  <a:pt x="1273" y="1226"/>
                </a:lnTo>
                <a:lnTo>
                  <a:pt x="1274" y="1219"/>
                </a:lnTo>
                <a:lnTo>
                  <a:pt x="1275" y="1211"/>
                </a:lnTo>
                <a:lnTo>
                  <a:pt x="1276" y="1205"/>
                </a:lnTo>
                <a:lnTo>
                  <a:pt x="1276" y="71"/>
                </a:lnTo>
                <a:lnTo>
                  <a:pt x="1275" y="63"/>
                </a:lnTo>
                <a:lnTo>
                  <a:pt x="1274" y="56"/>
                </a:lnTo>
                <a:lnTo>
                  <a:pt x="1273" y="49"/>
                </a:lnTo>
                <a:lnTo>
                  <a:pt x="1270" y="43"/>
                </a:lnTo>
                <a:lnTo>
                  <a:pt x="1267" y="36"/>
                </a:lnTo>
                <a:lnTo>
                  <a:pt x="1264" y="31"/>
                </a:lnTo>
                <a:lnTo>
                  <a:pt x="1259" y="25"/>
                </a:lnTo>
                <a:lnTo>
                  <a:pt x="1254" y="20"/>
                </a:lnTo>
                <a:lnTo>
                  <a:pt x="1250" y="16"/>
                </a:lnTo>
                <a:lnTo>
                  <a:pt x="1244" y="11"/>
                </a:lnTo>
                <a:lnTo>
                  <a:pt x="1239" y="8"/>
                </a:lnTo>
                <a:lnTo>
                  <a:pt x="1233" y="6"/>
                </a:lnTo>
                <a:lnTo>
                  <a:pt x="1226" y="3"/>
                </a:lnTo>
                <a:lnTo>
                  <a:pt x="1219" y="1"/>
                </a:lnTo>
                <a:lnTo>
                  <a:pt x="1212" y="0"/>
                </a:lnTo>
                <a:lnTo>
                  <a:pt x="1205" y="0"/>
                </a:lnTo>
                <a:lnTo>
                  <a:pt x="71" y="0"/>
                </a:lnTo>
                <a:lnTo>
                  <a:pt x="63" y="0"/>
                </a:lnTo>
                <a:lnTo>
                  <a:pt x="56" y="1"/>
                </a:lnTo>
                <a:lnTo>
                  <a:pt x="49" y="3"/>
                </a:lnTo>
                <a:lnTo>
                  <a:pt x="43" y="6"/>
                </a:lnTo>
                <a:lnTo>
                  <a:pt x="36" y="8"/>
                </a:lnTo>
                <a:lnTo>
                  <a:pt x="31" y="11"/>
                </a:lnTo>
                <a:lnTo>
                  <a:pt x="25" y="16"/>
                </a:lnTo>
                <a:lnTo>
                  <a:pt x="21" y="20"/>
                </a:lnTo>
                <a:lnTo>
                  <a:pt x="16" y="25"/>
                </a:lnTo>
                <a:lnTo>
                  <a:pt x="13" y="31"/>
                </a:lnTo>
                <a:lnTo>
                  <a:pt x="8" y="36"/>
                </a:lnTo>
                <a:lnTo>
                  <a:pt x="6" y="43"/>
                </a:lnTo>
                <a:lnTo>
                  <a:pt x="3" y="49"/>
                </a:lnTo>
                <a:lnTo>
                  <a:pt x="1" y="56"/>
                </a:lnTo>
                <a:lnTo>
                  <a:pt x="0" y="63"/>
                </a:lnTo>
                <a:lnTo>
                  <a:pt x="0" y="71"/>
                </a:lnTo>
                <a:lnTo>
                  <a:pt x="0" y="1205"/>
                </a:lnTo>
                <a:lnTo>
                  <a:pt x="0" y="1211"/>
                </a:lnTo>
                <a:lnTo>
                  <a:pt x="1" y="1219"/>
                </a:lnTo>
                <a:lnTo>
                  <a:pt x="3" y="1226"/>
                </a:lnTo>
                <a:lnTo>
                  <a:pt x="6" y="1232"/>
                </a:lnTo>
                <a:lnTo>
                  <a:pt x="8" y="1239"/>
                </a:lnTo>
                <a:lnTo>
                  <a:pt x="13" y="1244"/>
                </a:lnTo>
                <a:lnTo>
                  <a:pt x="16" y="1249"/>
                </a:lnTo>
                <a:lnTo>
                  <a:pt x="21" y="1255"/>
                </a:lnTo>
                <a:lnTo>
                  <a:pt x="25" y="1259"/>
                </a:lnTo>
                <a:lnTo>
                  <a:pt x="31" y="1263"/>
                </a:lnTo>
                <a:lnTo>
                  <a:pt x="36" y="1267"/>
                </a:lnTo>
                <a:lnTo>
                  <a:pt x="43" y="1269"/>
                </a:lnTo>
                <a:lnTo>
                  <a:pt x="49" y="1272"/>
                </a:lnTo>
                <a:lnTo>
                  <a:pt x="56" y="1274"/>
                </a:lnTo>
                <a:lnTo>
                  <a:pt x="63" y="1275"/>
                </a:lnTo>
                <a:lnTo>
                  <a:pt x="71" y="1275"/>
                </a:lnTo>
                <a:lnTo>
                  <a:pt x="1205" y="1275"/>
                </a:lnTo>
                <a:close/>
              </a:path>
            </a:pathLst>
          </a:custGeom>
          <a:solidFill>
            <a:srgbClr val="CB4937"/>
          </a:solidFill>
          <a:ln w="12700">
            <a:solidFill>
              <a:sysClr val="window" lastClr="FFFFFF"/>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32" name="Freeform 31">
            <a:hlinkClick r:id="rId6"/>
            <a:extLst>
              <a:ext uri="{FF2B5EF4-FFF2-40B4-BE49-F238E27FC236}">
                <a16:creationId xmlns:a16="http://schemas.microsoft.com/office/drawing/2014/main" id="{80AC6F9C-3EF9-4C2E-A26A-9E2237DE76C6}"/>
              </a:ext>
            </a:extLst>
          </p:cNvPr>
          <p:cNvSpPr>
            <a:spLocks noEditPoints="1"/>
          </p:cNvSpPr>
          <p:nvPr userDrawn="1"/>
        </p:nvSpPr>
        <p:spPr bwMode="auto">
          <a:xfrm>
            <a:off x="2786333" y="3275242"/>
            <a:ext cx="250676" cy="188966"/>
          </a:xfrm>
          <a:custGeom>
            <a:avLst/>
            <a:gdLst>
              <a:gd name="T0" fmla="*/ 125 w 836"/>
              <a:gd name="T1" fmla="*/ 0 h 633"/>
              <a:gd name="T2" fmla="*/ 100 w 836"/>
              <a:gd name="T3" fmla="*/ 3 h 633"/>
              <a:gd name="T4" fmla="*/ 76 w 836"/>
              <a:gd name="T5" fmla="*/ 10 h 633"/>
              <a:gd name="T6" fmla="*/ 55 w 836"/>
              <a:gd name="T7" fmla="*/ 21 h 633"/>
              <a:gd name="T8" fmla="*/ 37 w 836"/>
              <a:gd name="T9" fmla="*/ 36 h 633"/>
              <a:gd name="T10" fmla="*/ 21 w 836"/>
              <a:gd name="T11" fmla="*/ 54 h 633"/>
              <a:gd name="T12" fmla="*/ 10 w 836"/>
              <a:gd name="T13" fmla="*/ 76 h 633"/>
              <a:gd name="T14" fmla="*/ 3 w 836"/>
              <a:gd name="T15" fmla="*/ 99 h 633"/>
              <a:gd name="T16" fmla="*/ 0 w 836"/>
              <a:gd name="T17" fmla="*/ 125 h 633"/>
              <a:gd name="T18" fmla="*/ 0 w 836"/>
              <a:gd name="T19" fmla="*/ 521 h 633"/>
              <a:gd name="T20" fmla="*/ 5 w 836"/>
              <a:gd name="T21" fmla="*/ 546 h 633"/>
              <a:gd name="T22" fmla="*/ 15 w 836"/>
              <a:gd name="T23" fmla="*/ 568 h 633"/>
              <a:gd name="T24" fmla="*/ 28 w 836"/>
              <a:gd name="T25" fmla="*/ 588 h 633"/>
              <a:gd name="T26" fmla="*/ 45 w 836"/>
              <a:gd name="T27" fmla="*/ 605 h 633"/>
              <a:gd name="T28" fmla="*/ 65 w 836"/>
              <a:gd name="T29" fmla="*/ 618 h 633"/>
              <a:gd name="T30" fmla="*/ 87 w 836"/>
              <a:gd name="T31" fmla="*/ 628 h 633"/>
              <a:gd name="T32" fmla="*/ 112 w 836"/>
              <a:gd name="T33" fmla="*/ 633 h 633"/>
              <a:gd name="T34" fmla="*/ 711 w 836"/>
              <a:gd name="T35" fmla="*/ 633 h 633"/>
              <a:gd name="T36" fmla="*/ 736 w 836"/>
              <a:gd name="T37" fmla="*/ 630 h 633"/>
              <a:gd name="T38" fmla="*/ 760 w 836"/>
              <a:gd name="T39" fmla="*/ 624 h 633"/>
              <a:gd name="T40" fmla="*/ 781 w 836"/>
              <a:gd name="T41" fmla="*/ 612 h 633"/>
              <a:gd name="T42" fmla="*/ 799 w 836"/>
              <a:gd name="T43" fmla="*/ 596 h 633"/>
              <a:gd name="T44" fmla="*/ 815 w 836"/>
              <a:gd name="T45" fmla="*/ 578 h 633"/>
              <a:gd name="T46" fmla="*/ 826 w 836"/>
              <a:gd name="T47" fmla="*/ 558 h 633"/>
              <a:gd name="T48" fmla="*/ 833 w 836"/>
              <a:gd name="T49" fmla="*/ 534 h 633"/>
              <a:gd name="T50" fmla="*/ 836 w 836"/>
              <a:gd name="T51" fmla="*/ 509 h 633"/>
              <a:gd name="T52" fmla="*/ 836 w 836"/>
              <a:gd name="T53" fmla="*/ 111 h 633"/>
              <a:gd name="T54" fmla="*/ 830 w 836"/>
              <a:gd name="T55" fmla="*/ 87 h 633"/>
              <a:gd name="T56" fmla="*/ 821 w 836"/>
              <a:gd name="T57" fmla="*/ 65 h 633"/>
              <a:gd name="T58" fmla="*/ 807 w 836"/>
              <a:gd name="T59" fmla="*/ 45 h 633"/>
              <a:gd name="T60" fmla="*/ 791 w 836"/>
              <a:gd name="T61" fmla="*/ 28 h 633"/>
              <a:gd name="T62" fmla="*/ 771 w 836"/>
              <a:gd name="T63" fmla="*/ 14 h 633"/>
              <a:gd name="T64" fmla="*/ 749 w 836"/>
              <a:gd name="T65" fmla="*/ 5 h 633"/>
              <a:gd name="T66" fmla="*/ 724 w 836"/>
              <a:gd name="T67" fmla="*/ 1 h 633"/>
              <a:gd name="T68" fmla="*/ 298 w 836"/>
              <a:gd name="T69" fmla="*/ 456 h 633"/>
              <a:gd name="T70" fmla="*/ 538 w 836"/>
              <a:gd name="T71" fmla="*/ 316 h 6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836" h="633">
                <a:moveTo>
                  <a:pt x="711" y="0"/>
                </a:moveTo>
                <a:lnTo>
                  <a:pt x="125" y="0"/>
                </a:lnTo>
                <a:lnTo>
                  <a:pt x="112" y="1"/>
                </a:lnTo>
                <a:lnTo>
                  <a:pt x="100" y="3"/>
                </a:lnTo>
                <a:lnTo>
                  <a:pt x="87" y="5"/>
                </a:lnTo>
                <a:lnTo>
                  <a:pt x="76" y="10"/>
                </a:lnTo>
                <a:lnTo>
                  <a:pt x="65" y="14"/>
                </a:lnTo>
                <a:lnTo>
                  <a:pt x="55" y="21"/>
                </a:lnTo>
                <a:lnTo>
                  <a:pt x="45" y="28"/>
                </a:lnTo>
                <a:lnTo>
                  <a:pt x="37" y="36"/>
                </a:lnTo>
                <a:lnTo>
                  <a:pt x="28" y="45"/>
                </a:lnTo>
                <a:lnTo>
                  <a:pt x="21" y="54"/>
                </a:lnTo>
                <a:lnTo>
                  <a:pt x="15" y="65"/>
                </a:lnTo>
                <a:lnTo>
                  <a:pt x="10" y="76"/>
                </a:lnTo>
                <a:lnTo>
                  <a:pt x="5" y="87"/>
                </a:lnTo>
                <a:lnTo>
                  <a:pt x="3" y="99"/>
                </a:lnTo>
                <a:lnTo>
                  <a:pt x="0" y="111"/>
                </a:lnTo>
                <a:lnTo>
                  <a:pt x="0" y="125"/>
                </a:lnTo>
                <a:lnTo>
                  <a:pt x="0" y="509"/>
                </a:lnTo>
                <a:lnTo>
                  <a:pt x="0" y="521"/>
                </a:lnTo>
                <a:lnTo>
                  <a:pt x="3" y="534"/>
                </a:lnTo>
                <a:lnTo>
                  <a:pt x="5" y="546"/>
                </a:lnTo>
                <a:lnTo>
                  <a:pt x="10" y="558"/>
                </a:lnTo>
                <a:lnTo>
                  <a:pt x="15" y="568"/>
                </a:lnTo>
                <a:lnTo>
                  <a:pt x="21" y="578"/>
                </a:lnTo>
                <a:lnTo>
                  <a:pt x="28" y="588"/>
                </a:lnTo>
                <a:lnTo>
                  <a:pt x="37" y="596"/>
                </a:lnTo>
                <a:lnTo>
                  <a:pt x="45" y="605"/>
                </a:lnTo>
                <a:lnTo>
                  <a:pt x="55" y="612"/>
                </a:lnTo>
                <a:lnTo>
                  <a:pt x="65" y="618"/>
                </a:lnTo>
                <a:lnTo>
                  <a:pt x="76" y="624"/>
                </a:lnTo>
                <a:lnTo>
                  <a:pt x="87" y="628"/>
                </a:lnTo>
                <a:lnTo>
                  <a:pt x="100" y="630"/>
                </a:lnTo>
                <a:lnTo>
                  <a:pt x="112" y="633"/>
                </a:lnTo>
                <a:lnTo>
                  <a:pt x="125" y="633"/>
                </a:lnTo>
                <a:lnTo>
                  <a:pt x="711" y="633"/>
                </a:lnTo>
                <a:lnTo>
                  <a:pt x="724" y="633"/>
                </a:lnTo>
                <a:lnTo>
                  <a:pt x="736" y="630"/>
                </a:lnTo>
                <a:lnTo>
                  <a:pt x="749" y="628"/>
                </a:lnTo>
                <a:lnTo>
                  <a:pt x="760" y="624"/>
                </a:lnTo>
                <a:lnTo>
                  <a:pt x="771" y="618"/>
                </a:lnTo>
                <a:lnTo>
                  <a:pt x="781" y="612"/>
                </a:lnTo>
                <a:lnTo>
                  <a:pt x="791" y="605"/>
                </a:lnTo>
                <a:lnTo>
                  <a:pt x="799" y="596"/>
                </a:lnTo>
                <a:lnTo>
                  <a:pt x="807" y="588"/>
                </a:lnTo>
                <a:lnTo>
                  <a:pt x="815" y="578"/>
                </a:lnTo>
                <a:lnTo>
                  <a:pt x="821" y="568"/>
                </a:lnTo>
                <a:lnTo>
                  <a:pt x="826" y="558"/>
                </a:lnTo>
                <a:lnTo>
                  <a:pt x="830" y="546"/>
                </a:lnTo>
                <a:lnTo>
                  <a:pt x="833" y="534"/>
                </a:lnTo>
                <a:lnTo>
                  <a:pt x="836" y="521"/>
                </a:lnTo>
                <a:lnTo>
                  <a:pt x="836" y="509"/>
                </a:lnTo>
                <a:lnTo>
                  <a:pt x="836" y="125"/>
                </a:lnTo>
                <a:lnTo>
                  <a:pt x="836" y="111"/>
                </a:lnTo>
                <a:lnTo>
                  <a:pt x="833" y="99"/>
                </a:lnTo>
                <a:lnTo>
                  <a:pt x="830" y="87"/>
                </a:lnTo>
                <a:lnTo>
                  <a:pt x="826" y="76"/>
                </a:lnTo>
                <a:lnTo>
                  <a:pt x="821" y="65"/>
                </a:lnTo>
                <a:lnTo>
                  <a:pt x="815" y="54"/>
                </a:lnTo>
                <a:lnTo>
                  <a:pt x="807" y="45"/>
                </a:lnTo>
                <a:lnTo>
                  <a:pt x="799" y="36"/>
                </a:lnTo>
                <a:lnTo>
                  <a:pt x="791" y="28"/>
                </a:lnTo>
                <a:lnTo>
                  <a:pt x="781" y="21"/>
                </a:lnTo>
                <a:lnTo>
                  <a:pt x="771" y="14"/>
                </a:lnTo>
                <a:lnTo>
                  <a:pt x="760" y="10"/>
                </a:lnTo>
                <a:lnTo>
                  <a:pt x="749" y="5"/>
                </a:lnTo>
                <a:lnTo>
                  <a:pt x="736" y="3"/>
                </a:lnTo>
                <a:lnTo>
                  <a:pt x="724" y="1"/>
                </a:lnTo>
                <a:lnTo>
                  <a:pt x="711" y="0"/>
                </a:lnTo>
                <a:close/>
                <a:moveTo>
                  <a:pt x="298" y="456"/>
                </a:moveTo>
                <a:lnTo>
                  <a:pt x="298" y="177"/>
                </a:lnTo>
                <a:lnTo>
                  <a:pt x="538" y="316"/>
                </a:lnTo>
                <a:lnTo>
                  <a:pt x="298" y="45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nvGrpSpPr>
          <p:cNvPr id="33" name="Group 32">
            <a:extLst>
              <a:ext uri="{FF2B5EF4-FFF2-40B4-BE49-F238E27FC236}">
                <a16:creationId xmlns:a16="http://schemas.microsoft.com/office/drawing/2014/main" id="{F07A537E-B4CF-4FFB-9C64-22EA1B4D3DE1}"/>
              </a:ext>
            </a:extLst>
          </p:cNvPr>
          <p:cNvGrpSpPr/>
          <p:nvPr userDrawn="1"/>
        </p:nvGrpSpPr>
        <p:grpSpPr>
          <a:xfrm>
            <a:off x="998476" y="3181502"/>
            <a:ext cx="380492" cy="379419"/>
            <a:chOff x="0" y="953"/>
            <a:chExt cx="382681" cy="382270"/>
          </a:xfrm>
        </p:grpSpPr>
        <p:sp>
          <p:nvSpPr>
            <p:cNvPr id="34" name="Freeform 28">
              <a:hlinkClick r:id="rId7"/>
              <a:extLst>
                <a:ext uri="{FF2B5EF4-FFF2-40B4-BE49-F238E27FC236}">
                  <a16:creationId xmlns:a16="http://schemas.microsoft.com/office/drawing/2014/main" id="{2D2B5B74-344A-429B-BB3C-DC7767522E8D}"/>
                </a:ext>
              </a:extLst>
            </p:cNvPr>
            <p:cNvSpPr>
              <a:spLocks/>
            </p:cNvSpPr>
            <p:nvPr/>
          </p:nvSpPr>
          <p:spPr bwMode="auto">
            <a:xfrm>
              <a:off x="0" y="953"/>
              <a:ext cx="382681" cy="382270"/>
            </a:xfrm>
            <a:custGeom>
              <a:avLst/>
              <a:gdLst>
                <a:gd name="T0" fmla="*/ 1212 w 1276"/>
                <a:gd name="T1" fmla="*/ 1275 h 1275"/>
                <a:gd name="T2" fmla="*/ 1226 w 1276"/>
                <a:gd name="T3" fmla="*/ 1272 h 1275"/>
                <a:gd name="T4" fmla="*/ 1239 w 1276"/>
                <a:gd name="T5" fmla="*/ 1267 h 1275"/>
                <a:gd name="T6" fmla="*/ 1250 w 1276"/>
                <a:gd name="T7" fmla="*/ 1259 h 1275"/>
                <a:gd name="T8" fmla="*/ 1259 w 1276"/>
                <a:gd name="T9" fmla="*/ 1249 h 1275"/>
                <a:gd name="T10" fmla="*/ 1267 w 1276"/>
                <a:gd name="T11" fmla="*/ 1239 h 1275"/>
                <a:gd name="T12" fmla="*/ 1273 w 1276"/>
                <a:gd name="T13" fmla="*/ 1226 h 1275"/>
                <a:gd name="T14" fmla="*/ 1275 w 1276"/>
                <a:gd name="T15" fmla="*/ 1211 h 1275"/>
                <a:gd name="T16" fmla="*/ 1276 w 1276"/>
                <a:gd name="T17" fmla="*/ 71 h 1275"/>
                <a:gd name="T18" fmla="*/ 1274 w 1276"/>
                <a:gd name="T19" fmla="*/ 56 h 1275"/>
                <a:gd name="T20" fmla="*/ 1270 w 1276"/>
                <a:gd name="T21" fmla="*/ 43 h 1275"/>
                <a:gd name="T22" fmla="*/ 1264 w 1276"/>
                <a:gd name="T23" fmla="*/ 31 h 1275"/>
                <a:gd name="T24" fmla="*/ 1254 w 1276"/>
                <a:gd name="T25" fmla="*/ 20 h 1275"/>
                <a:gd name="T26" fmla="*/ 1244 w 1276"/>
                <a:gd name="T27" fmla="*/ 11 h 1275"/>
                <a:gd name="T28" fmla="*/ 1233 w 1276"/>
                <a:gd name="T29" fmla="*/ 6 h 1275"/>
                <a:gd name="T30" fmla="*/ 1219 w 1276"/>
                <a:gd name="T31" fmla="*/ 1 h 1275"/>
                <a:gd name="T32" fmla="*/ 1205 w 1276"/>
                <a:gd name="T33" fmla="*/ 0 h 1275"/>
                <a:gd name="T34" fmla="*/ 63 w 1276"/>
                <a:gd name="T35" fmla="*/ 0 h 1275"/>
                <a:gd name="T36" fmla="*/ 49 w 1276"/>
                <a:gd name="T37" fmla="*/ 3 h 1275"/>
                <a:gd name="T38" fmla="*/ 36 w 1276"/>
                <a:gd name="T39" fmla="*/ 8 h 1275"/>
                <a:gd name="T40" fmla="*/ 25 w 1276"/>
                <a:gd name="T41" fmla="*/ 16 h 1275"/>
                <a:gd name="T42" fmla="*/ 16 w 1276"/>
                <a:gd name="T43" fmla="*/ 25 h 1275"/>
                <a:gd name="T44" fmla="*/ 8 w 1276"/>
                <a:gd name="T45" fmla="*/ 36 h 1275"/>
                <a:gd name="T46" fmla="*/ 3 w 1276"/>
                <a:gd name="T47" fmla="*/ 49 h 1275"/>
                <a:gd name="T48" fmla="*/ 0 w 1276"/>
                <a:gd name="T49" fmla="*/ 63 h 1275"/>
                <a:gd name="T50" fmla="*/ 0 w 1276"/>
                <a:gd name="T51" fmla="*/ 1205 h 1275"/>
                <a:gd name="T52" fmla="*/ 1 w 1276"/>
                <a:gd name="T53" fmla="*/ 1219 h 1275"/>
                <a:gd name="T54" fmla="*/ 6 w 1276"/>
                <a:gd name="T55" fmla="*/ 1232 h 1275"/>
                <a:gd name="T56" fmla="*/ 13 w 1276"/>
                <a:gd name="T57" fmla="*/ 1244 h 1275"/>
                <a:gd name="T58" fmla="*/ 21 w 1276"/>
                <a:gd name="T59" fmla="*/ 1255 h 1275"/>
                <a:gd name="T60" fmla="*/ 31 w 1276"/>
                <a:gd name="T61" fmla="*/ 1263 h 1275"/>
                <a:gd name="T62" fmla="*/ 43 w 1276"/>
                <a:gd name="T63" fmla="*/ 1269 h 1275"/>
                <a:gd name="T64" fmla="*/ 56 w 1276"/>
                <a:gd name="T65" fmla="*/ 1274 h 1275"/>
                <a:gd name="T66" fmla="*/ 71 w 1276"/>
                <a:gd name="T67" fmla="*/ 1275 h 12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276" h="1275">
                  <a:moveTo>
                    <a:pt x="1205" y="1275"/>
                  </a:moveTo>
                  <a:lnTo>
                    <a:pt x="1212" y="1275"/>
                  </a:lnTo>
                  <a:lnTo>
                    <a:pt x="1219" y="1274"/>
                  </a:lnTo>
                  <a:lnTo>
                    <a:pt x="1226" y="1272"/>
                  </a:lnTo>
                  <a:lnTo>
                    <a:pt x="1233" y="1269"/>
                  </a:lnTo>
                  <a:lnTo>
                    <a:pt x="1239" y="1267"/>
                  </a:lnTo>
                  <a:lnTo>
                    <a:pt x="1244" y="1263"/>
                  </a:lnTo>
                  <a:lnTo>
                    <a:pt x="1250" y="1259"/>
                  </a:lnTo>
                  <a:lnTo>
                    <a:pt x="1254" y="1255"/>
                  </a:lnTo>
                  <a:lnTo>
                    <a:pt x="1259" y="1249"/>
                  </a:lnTo>
                  <a:lnTo>
                    <a:pt x="1264" y="1244"/>
                  </a:lnTo>
                  <a:lnTo>
                    <a:pt x="1267" y="1239"/>
                  </a:lnTo>
                  <a:lnTo>
                    <a:pt x="1270" y="1232"/>
                  </a:lnTo>
                  <a:lnTo>
                    <a:pt x="1273" y="1226"/>
                  </a:lnTo>
                  <a:lnTo>
                    <a:pt x="1274" y="1219"/>
                  </a:lnTo>
                  <a:lnTo>
                    <a:pt x="1275" y="1211"/>
                  </a:lnTo>
                  <a:lnTo>
                    <a:pt x="1276" y="1205"/>
                  </a:lnTo>
                  <a:lnTo>
                    <a:pt x="1276" y="71"/>
                  </a:lnTo>
                  <a:lnTo>
                    <a:pt x="1275" y="63"/>
                  </a:lnTo>
                  <a:lnTo>
                    <a:pt x="1274" y="56"/>
                  </a:lnTo>
                  <a:lnTo>
                    <a:pt x="1273" y="49"/>
                  </a:lnTo>
                  <a:lnTo>
                    <a:pt x="1270" y="43"/>
                  </a:lnTo>
                  <a:lnTo>
                    <a:pt x="1267" y="36"/>
                  </a:lnTo>
                  <a:lnTo>
                    <a:pt x="1264" y="31"/>
                  </a:lnTo>
                  <a:lnTo>
                    <a:pt x="1259" y="25"/>
                  </a:lnTo>
                  <a:lnTo>
                    <a:pt x="1254" y="20"/>
                  </a:lnTo>
                  <a:lnTo>
                    <a:pt x="1250" y="16"/>
                  </a:lnTo>
                  <a:lnTo>
                    <a:pt x="1244" y="11"/>
                  </a:lnTo>
                  <a:lnTo>
                    <a:pt x="1239" y="8"/>
                  </a:lnTo>
                  <a:lnTo>
                    <a:pt x="1233" y="6"/>
                  </a:lnTo>
                  <a:lnTo>
                    <a:pt x="1226" y="3"/>
                  </a:lnTo>
                  <a:lnTo>
                    <a:pt x="1219" y="1"/>
                  </a:lnTo>
                  <a:lnTo>
                    <a:pt x="1212" y="0"/>
                  </a:lnTo>
                  <a:lnTo>
                    <a:pt x="1205" y="0"/>
                  </a:lnTo>
                  <a:lnTo>
                    <a:pt x="71" y="0"/>
                  </a:lnTo>
                  <a:lnTo>
                    <a:pt x="63" y="0"/>
                  </a:lnTo>
                  <a:lnTo>
                    <a:pt x="56" y="1"/>
                  </a:lnTo>
                  <a:lnTo>
                    <a:pt x="49" y="3"/>
                  </a:lnTo>
                  <a:lnTo>
                    <a:pt x="43" y="6"/>
                  </a:lnTo>
                  <a:lnTo>
                    <a:pt x="36" y="8"/>
                  </a:lnTo>
                  <a:lnTo>
                    <a:pt x="31" y="11"/>
                  </a:lnTo>
                  <a:lnTo>
                    <a:pt x="25" y="16"/>
                  </a:lnTo>
                  <a:lnTo>
                    <a:pt x="21" y="20"/>
                  </a:lnTo>
                  <a:lnTo>
                    <a:pt x="16" y="25"/>
                  </a:lnTo>
                  <a:lnTo>
                    <a:pt x="13" y="31"/>
                  </a:lnTo>
                  <a:lnTo>
                    <a:pt x="8" y="36"/>
                  </a:lnTo>
                  <a:lnTo>
                    <a:pt x="6" y="43"/>
                  </a:lnTo>
                  <a:lnTo>
                    <a:pt x="3" y="49"/>
                  </a:lnTo>
                  <a:lnTo>
                    <a:pt x="1" y="56"/>
                  </a:lnTo>
                  <a:lnTo>
                    <a:pt x="0" y="63"/>
                  </a:lnTo>
                  <a:lnTo>
                    <a:pt x="0" y="71"/>
                  </a:lnTo>
                  <a:lnTo>
                    <a:pt x="0" y="1205"/>
                  </a:lnTo>
                  <a:lnTo>
                    <a:pt x="0" y="1211"/>
                  </a:lnTo>
                  <a:lnTo>
                    <a:pt x="1" y="1219"/>
                  </a:lnTo>
                  <a:lnTo>
                    <a:pt x="3" y="1226"/>
                  </a:lnTo>
                  <a:lnTo>
                    <a:pt x="6" y="1232"/>
                  </a:lnTo>
                  <a:lnTo>
                    <a:pt x="8" y="1239"/>
                  </a:lnTo>
                  <a:lnTo>
                    <a:pt x="13" y="1244"/>
                  </a:lnTo>
                  <a:lnTo>
                    <a:pt x="16" y="1249"/>
                  </a:lnTo>
                  <a:lnTo>
                    <a:pt x="21" y="1255"/>
                  </a:lnTo>
                  <a:lnTo>
                    <a:pt x="25" y="1259"/>
                  </a:lnTo>
                  <a:lnTo>
                    <a:pt x="31" y="1263"/>
                  </a:lnTo>
                  <a:lnTo>
                    <a:pt x="36" y="1267"/>
                  </a:lnTo>
                  <a:lnTo>
                    <a:pt x="43" y="1269"/>
                  </a:lnTo>
                  <a:lnTo>
                    <a:pt x="49" y="1272"/>
                  </a:lnTo>
                  <a:lnTo>
                    <a:pt x="56" y="1274"/>
                  </a:lnTo>
                  <a:lnTo>
                    <a:pt x="63" y="1275"/>
                  </a:lnTo>
                  <a:lnTo>
                    <a:pt x="71" y="1275"/>
                  </a:lnTo>
                  <a:lnTo>
                    <a:pt x="1205" y="1275"/>
                  </a:lnTo>
                  <a:close/>
                </a:path>
              </a:pathLst>
            </a:custGeom>
            <a:solidFill>
              <a:srgbClr val="5A96CC"/>
            </a:solidFill>
            <a:ln w="12700">
              <a:solidFill>
                <a:sysClr val="window" lastClr="FFFFFF"/>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35" name="Freeform 29">
              <a:extLst>
                <a:ext uri="{FF2B5EF4-FFF2-40B4-BE49-F238E27FC236}">
                  <a16:creationId xmlns:a16="http://schemas.microsoft.com/office/drawing/2014/main" id="{DC0E0195-B34E-47B9-8ABE-1BD93D0B0E61}"/>
                </a:ext>
              </a:extLst>
            </p:cNvPr>
            <p:cNvSpPr>
              <a:spLocks/>
            </p:cNvSpPr>
            <p:nvPr/>
          </p:nvSpPr>
          <p:spPr bwMode="auto">
            <a:xfrm>
              <a:off x="58528" y="81905"/>
              <a:ext cx="271628" cy="221866"/>
            </a:xfrm>
            <a:custGeom>
              <a:avLst/>
              <a:gdLst>
                <a:gd name="T0" fmla="*/ 827 w 905"/>
                <a:gd name="T1" fmla="*/ 113 h 736"/>
                <a:gd name="T2" fmla="*/ 837 w 905"/>
                <a:gd name="T3" fmla="*/ 86 h 736"/>
                <a:gd name="T4" fmla="*/ 875 w 905"/>
                <a:gd name="T5" fmla="*/ 30 h 736"/>
                <a:gd name="T6" fmla="*/ 838 w 905"/>
                <a:gd name="T7" fmla="*/ 36 h 736"/>
                <a:gd name="T8" fmla="*/ 778 w 905"/>
                <a:gd name="T9" fmla="*/ 56 h 736"/>
                <a:gd name="T10" fmla="*/ 719 w 905"/>
                <a:gd name="T11" fmla="*/ 25 h 736"/>
                <a:gd name="T12" fmla="*/ 647 w 905"/>
                <a:gd name="T13" fmla="*/ 2 h 736"/>
                <a:gd name="T14" fmla="*/ 572 w 905"/>
                <a:gd name="T15" fmla="*/ 9 h 736"/>
                <a:gd name="T16" fmla="*/ 509 w 905"/>
                <a:gd name="T17" fmla="*/ 44 h 736"/>
                <a:gd name="T18" fmla="*/ 463 w 905"/>
                <a:gd name="T19" fmla="*/ 98 h 736"/>
                <a:gd name="T20" fmla="*/ 442 w 905"/>
                <a:gd name="T21" fmla="*/ 168 h 736"/>
                <a:gd name="T22" fmla="*/ 444 w 905"/>
                <a:gd name="T23" fmla="*/ 219 h 736"/>
                <a:gd name="T24" fmla="*/ 361 w 905"/>
                <a:gd name="T25" fmla="*/ 218 h 736"/>
                <a:gd name="T26" fmla="*/ 256 w 905"/>
                <a:gd name="T27" fmla="*/ 183 h 736"/>
                <a:gd name="T28" fmla="*/ 161 w 905"/>
                <a:gd name="T29" fmla="*/ 128 h 736"/>
                <a:gd name="T30" fmla="*/ 81 w 905"/>
                <a:gd name="T31" fmla="*/ 55 h 736"/>
                <a:gd name="T32" fmla="*/ 49 w 905"/>
                <a:gd name="T33" fmla="*/ 68 h 736"/>
                <a:gd name="T34" fmla="*/ 38 w 905"/>
                <a:gd name="T35" fmla="*/ 115 h 736"/>
                <a:gd name="T36" fmla="*/ 42 w 905"/>
                <a:gd name="T37" fmla="*/ 163 h 736"/>
                <a:gd name="T38" fmla="*/ 56 w 905"/>
                <a:gd name="T39" fmla="*/ 206 h 736"/>
                <a:gd name="T40" fmla="*/ 79 w 905"/>
                <a:gd name="T41" fmla="*/ 245 h 736"/>
                <a:gd name="T42" fmla="*/ 111 w 905"/>
                <a:gd name="T43" fmla="*/ 276 h 736"/>
                <a:gd name="T44" fmla="*/ 87 w 905"/>
                <a:gd name="T45" fmla="*/ 278 h 736"/>
                <a:gd name="T46" fmla="*/ 46 w 905"/>
                <a:gd name="T47" fmla="*/ 265 h 736"/>
                <a:gd name="T48" fmla="*/ 37 w 905"/>
                <a:gd name="T49" fmla="*/ 278 h 736"/>
                <a:gd name="T50" fmla="*/ 54 w 905"/>
                <a:gd name="T51" fmla="*/ 341 h 736"/>
                <a:gd name="T52" fmla="*/ 90 w 905"/>
                <a:gd name="T53" fmla="*/ 392 h 736"/>
                <a:gd name="T54" fmla="*/ 140 w 905"/>
                <a:gd name="T55" fmla="*/ 428 h 736"/>
                <a:gd name="T56" fmla="*/ 174 w 905"/>
                <a:gd name="T57" fmla="*/ 447 h 736"/>
                <a:gd name="T58" fmla="*/ 127 w 905"/>
                <a:gd name="T59" fmla="*/ 450 h 736"/>
                <a:gd name="T60" fmla="*/ 107 w 905"/>
                <a:gd name="T61" fmla="*/ 460 h 736"/>
                <a:gd name="T62" fmla="*/ 136 w 905"/>
                <a:gd name="T63" fmla="*/ 509 h 736"/>
                <a:gd name="T64" fmla="*/ 179 w 905"/>
                <a:gd name="T65" fmla="*/ 547 h 736"/>
                <a:gd name="T66" fmla="*/ 231 w 905"/>
                <a:gd name="T67" fmla="*/ 570 h 736"/>
                <a:gd name="T68" fmla="*/ 263 w 905"/>
                <a:gd name="T69" fmla="*/ 584 h 736"/>
                <a:gd name="T70" fmla="*/ 210 w 905"/>
                <a:gd name="T71" fmla="*/ 616 h 736"/>
                <a:gd name="T72" fmla="*/ 154 w 905"/>
                <a:gd name="T73" fmla="*/ 639 h 736"/>
                <a:gd name="T74" fmla="*/ 93 w 905"/>
                <a:gd name="T75" fmla="*/ 653 h 736"/>
                <a:gd name="T76" fmla="*/ 33 w 905"/>
                <a:gd name="T77" fmla="*/ 655 h 736"/>
                <a:gd name="T78" fmla="*/ 16 w 905"/>
                <a:gd name="T79" fmla="*/ 662 h 736"/>
                <a:gd name="T80" fmla="*/ 82 w 905"/>
                <a:gd name="T81" fmla="*/ 695 h 736"/>
                <a:gd name="T82" fmla="*/ 152 w 905"/>
                <a:gd name="T83" fmla="*/ 719 h 736"/>
                <a:gd name="T84" fmla="*/ 226 w 905"/>
                <a:gd name="T85" fmla="*/ 732 h 736"/>
                <a:gd name="T86" fmla="*/ 316 w 905"/>
                <a:gd name="T87" fmla="*/ 736 h 736"/>
                <a:gd name="T88" fmla="*/ 434 w 905"/>
                <a:gd name="T89" fmla="*/ 717 h 736"/>
                <a:gd name="T90" fmla="*/ 535 w 905"/>
                <a:gd name="T91" fmla="*/ 677 h 736"/>
                <a:gd name="T92" fmla="*/ 623 w 905"/>
                <a:gd name="T93" fmla="*/ 617 h 736"/>
                <a:gd name="T94" fmla="*/ 694 w 905"/>
                <a:gd name="T95" fmla="*/ 545 h 736"/>
                <a:gd name="T96" fmla="*/ 748 w 905"/>
                <a:gd name="T97" fmla="*/ 461 h 736"/>
                <a:gd name="T98" fmla="*/ 787 w 905"/>
                <a:gd name="T99" fmla="*/ 372 h 736"/>
                <a:gd name="T100" fmla="*/ 809 w 905"/>
                <a:gd name="T101" fmla="*/ 278 h 736"/>
                <a:gd name="T102" fmla="*/ 813 w 905"/>
                <a:gd name="T103" fmla="*/ 196 h 736"/>
                <a:gd name="T104" fmla="*/ 852 w 905"/>
                <a:gd name="T105" fmla="*/ 152 h 736"/>
                <a:gd name="T106" fmla="*/ 895 w 905"/>
                <a:gd name="T107" fmla="*/ 102 h 7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905" h="736">
                  <a:moveTo>
                    <a:pt x="905" y="88"/>
                  </a:moveTo>
                  <a:lnTo>
                    <a:pt x="880" y="98"/>
                  </a:lnTo>
                  <a:lnTo>
                    <a:pt x="853" y="106"/>
                  </a:lnTo>
                  <a:lnTo>
                    <a:pt x="827" y="113"/>
                  </a:lnTo>
                  <a:lnTo>
                    <a:pt x="798" y="118"/>
                  </a:lnTo>
                  <a:lnTo>
                    <a:pt x="812" y="107"/>
                  </a:lnTo>
                  <a:lnTo>
                    <a:pt x="826" y="97"/>
                  </a:lnTo>
                  <a:lnTo>
                    <a:pt x="837" y="86"/>
                  </a:lnTo>
                  <a:lnTo>
                    <a:pt x="849" y="73"/>
                  </a:lnTo>
                  <a:lnTo>
                    <a:pt x="859" y="60"/>
                  </a:lnTo>
                  <a:lnTo>
                    <a:pt x="867" y="46"/>
                  </a:lnTo>
                  <a:lnTo>
                    <a:pt x="875" y="30"/>
                  </a:lnTo>
                  <a:lnTo>
                    <a:pt x="880" y="14"/>
                  </a:lnTo>
                  <a:lnTo>
                    <a:pt x="867" y="22"/>
                  </a:lnTo>
                  <a:lnTo>
                    <a:pt x="853" y="29"/>
                  </a:lnTo>
                  <a:lnTo>
                    <a:pt x="838" y="36"/>
                  </a:lnTo>
                  <a:lnTo>
                    <a:pt x="823" y="41"/>
                  </a:lnTo>
                  <a:lnTo>
                    <a:pt x="809" y="47"/>
                  </a:lnTo>
                  <a:lnTo>
                    <a:pt x="794" y="52"/>
                  </a:lnTo>
                  <a:lnTo>
                    <a:pt x="778" y="56"/>
                  </a:lnTo>
                  <a:lnTo>
                    <a:pt x="762" y="60"/>
                  </a:lnTo>
                  <a:lnTo>
                    <a:pt x="749" y="47"/>
                  </a:lnTo>
                  <a:lnTo>
                    <a:pt x="735" y="35"/>
                  </a:lnTo>
                  <a:lnTo>
                    <a:pt x="719" y="25"/>
                  </a:lnTo>
                  <a:lnTo>
                    <a:pt x="702" y="16"/>
                  </a:lnTo>
                  <a:lnTo>
                    <a:pt x="684" y="9"/>
                  </a:lnTo>
                  <a:lnTo>
                    <a:pt x="666" y="5"/>
                  </a:lnTo>
                  <a:lnTo>
                    <a:pt x="647" y="2"/>
                  </a:lnTo>
                  <a:lnTo>
                    <a:pt x="626" y="0"/>
                  </a:lnTo>
                  <a:lnTo>
                    <a:pt x="608" y="2"/>
                  </a:lnTo>
                  <a:lnTo>
                    <a:pt x="590" y="5"/>
                  </a:lnTo>
                  <a:lnTo>
                    <a:pt x="572" y="9"/>
                  </a:lnTo>
                  <a:lnTo>
                    <a:pt x="555" y="15"/>
                  </a:lnTo>
                  <a:lnTo>
                    <a:pt x="539" y="23"/>
                  </a:lnTo>
                  <a:lnTo>
                    <a:pt x="523" y="32"/>
                  </a:lnTo>
                  <a:lnTo>
                    <a:pt x="509" y="44"/>
                  </a:lnTo>
                  <a:lnTo>
                    <a:pt x="495" y="55"/>
                  </a:lnTo>
                  <a:lnTo>
                    <a:pt x="484" y="69"/>
                  </a:lnTo>
                  <a:lnTo>
                    <a:pt x="473" y="82"/>
                  </a:lnTo>
                  <a:lnTo>
                    <a:pt x="463" y="98"/>
                  </a:lnTo>
                  <a:lnTo>
                    <a:pt x="455" y="114"/>
                  </a:lnTo>
                  <a:lnTo>
                    <a:pt x="450" y="131"/>
                  </a:lnTo>
                  <a:lnTo>
                    <a:pt x="445" y="150"/>
                  </a:lnTo>
                  <a:lnTo>
                    <a:pt x="442" y="168"/>
                  </a:lnTo>
                  <a:lnTo>
                    <a:pt x="441" y="186"/>
                  </a:lnTo>
                  <a:lnTo>
                    <a:pt x="442" y="197"/>
                  </a:lnTo>
                  <a:lnTo>
                    <a:pt x="443" y="208"/>
                  </a:lnTo>
                  <a:lnTo>
                    <a:pt x="444" y="219"/>
                  </a:lnTo>
                  <a:lnTo>
                    <a:pt x="446" y="229"/>
                  </a:lnTo>
                  <a:lnTo>
                    <a:pt x="417" y="227"/>
                  </a:lnTo>
                  <a:lnTo>
                    <a:pt x="389" y="222"/>
                  </a:lnTo>
                  <a:lnTo>
                    <a:pt x="361" y="218"/>
                  </a:lnTo>
                  <a:lnTo>
                    <a:pt x="334" y="211"/>
                  </a:lnTo>
                  <a:lnTo>
                    <a:pt x="307" y="203"/>
                  </a:lnTo>
                  <a:lnTo>
                    <a:pt x="281" y="194"/>
                  </a:lnTo>
                  <a:lnTo>
                    <a:pt x="256" y="183"/>
                  </a:lnTo>
                  <a:lnTo>
                    <a:pt x="231" y="171"/>
                  </a:lnTo>
                  <a:lnTo>
                    <a:pt x="207" y="157"/>
                  </a:lnTo>
                  <a:lnTo>
                    <a:pt x="184" y="144"/>
                  </a:lnTo>
                  <a:lnTo>
                    <a:pt x="161" y="128"/>
                  </a:lnTo>
                  <a:lnTo>
                    <a:pt x="140" y="111"/>
                  </a:lnTo>
                  <a:lnTo>
                    <a:pt x="119" y="94"/>
                  </a:lnTo>
                  <a:lnTo>
                    <a:pt x="100" y="76"/>
                  </a:lnTo>
                  <a:lnTo>
                    <a:pt x="81" y="55"/>
                  </a:lnTo>
                  <a:lnTo>
                    <a:pt x="63" y="35"/>
                  </a:lnTo>
                  <a:lnTo>
                    <a:pt x="58" y="45"/>
                  </a:lnTo>
                  <a:lnTo>
                    <a:pt x="52" y="56"/>
                  </a:lnTo>
                  <a:lnTo>
                    <a:pt x="49" y="68"/>
                  </a:lnTo>
                  <a:lnTo>
                    <a:pt x="44" y="79"/>
                  </a:lnTo>
                  <a:lnTo>
                    <a:pt x="42" y="90"/>
                  </a:lnTo>
                  <a:lnTo>
                    <a:pt x="40" y="103"/>
                  </a:lnTo>
                  <a:lnTo>
                    <a:pt x="38" y="115"/>
                  </a:lnTo>
                  <a:lnTo>
                    <a:pt x="38" y="128"/>
                  </a:lnTo>
                  <a:lnTo>
                    <a:pt x="38" y="140"/>
                  </a:lnTo>
                  <a:lnTo>
                    <a:pt x="40" y="152"/>
                  </a:lnTo>
                  <a:lnTo>
                    <a:pt x="42" y="163"/>
                  </a:lnTo>
                  <a:lnTo>
                    <a:pt x="44" y="175"/>
                  </a:lnTo>
                  <a:lnTo>
                    <a:pt x="48" y="186"/>
                  </a:lnTo>
                  <a:lnTo>
                    <a:pt x="51" y="196"/>
                  </a:lnTo>
                  <a:lnTo>
                    <a:pt x="56" y="206"/>
                  </a:lnTo>
                  <a:lnTo>
                    <a:pt x="60" y="217"/>
                  </a:lnTo>
                  <a:lnTo>
                    <a:pt x="66" y="227"/>
                  </a:lnTo>
                  <a:lnTo>
                    <a:pt x="73" y="236"/>
                  </a:lnTo>
                  <a:lnTo>
                    <a:pt x="79" y="245"/>
                  </a:lnTo>
                  <a:lnTo>
                    <a:pt x="86" y="253"/>
                  </a:lnTo>
                  <a:lnTo>
                    <a:pt x="94" y="261"/>
                  </a:lnTo>
                  <a:lnTo>
                    <a:pt x="102" y="269"/>
                  </a:lnTo>
                  <a:lnTo>
                    <a:pt x="111" y="276"/>
                  </a:lnTo>
                  <a:lnTo>
                    <a:pt x="120" y="283"/>
                  </a:lnTo>
                  <a:lnTo>
                    <a:pt x="109" y="282"/>
                  </a:lnTo>
                  <a:lnTo>
                    <a:pt x="98" y="280"/>
                  </a:lnTo>
                  <a:lnTo>
                    <a:pt x="87" y="278"/>
                  </a:lnTo>
                  <a:lnTo>
                    <a:pt x="76" y="276"/>
                  </a:lnTo>
                  <a:lnTo>
                    <a:pt x="66" y="272"/>
                  </a:lnTo>
                  <a:lnTo>
                    <a:pt x="56" y="269"/>
                  </a:lnTo>
                  <a:lnTo>
                    <a:pt x="46" y="265"/>
                  </a:lnTo>
                  <a:lnTo>
                    <a:pt x="36" y="260"/>
                  </a:lnTo>
                  <a:lnTo>
                    <a:pt x="36" y="261"/>
                  </a:lnTo>
                  <a:lnTo>
                    <a:pt x="36" y="262"/>
                  </a:lnTo>
                  <a:lnTo>
                    <a:pt x="37" y="278"/>
                  </a:lnTo>
                  <a:lnTo>
                    <a:pt x="40" y="295"/>
                  </a:lnTo>
                  <a:lnTo>
                    <a:pt x="43" y="310"/>
                  </a:lnTo>
                  <a:lnTo>
                    <a:pt x="48" y="326"/>
                  </a:lnTo>
                  <a:lnTo>
                    <a:pt x="54" y="341"/>
                  </a:lnTo>
                  <a:lnTo>
                    <a:pt x="61" y="354"/>
                  </a:lnTo>
                  <a:lnTo>
                    <a:pt x="69" y="368"/>
                  </a:lnTo>
                  <a:lnTo>
                    <a:pt x="79" y="381"/>
                  </a:lnTo>
                  <a:lnTo>
                    <a:pt x="90" y="392"/>
                  </a:lnTo>
                  <a:lnTo>
                    <a:pt x="101" y="402"/>
                  </a:lnTo>
                  <a:lnTo>
                    <a:pt x="114" y="413"/>
                  </a:lnTo>
                  <a:lnTo>
                    <a:pt x="126" y="420"/>
                  </a:lnTo>
                  <a:lnTo>
                    <a:pt x="140" y="428"/>
                  </a:lnTo>
                  <a:lnTo>
                    <a:pt x="155" y="435"/>
                  </a:lnTo>
                  <a:lnTo>
                    <a:pt x="169" y="440"/>
                  </a:lnTo>
                  <a:lnTo>
                    <a:pt x="185" y="443"/>
                  </a:lnTo>
                  <a:lnTo>
                    <a:pt x="174" y="447"/>
                  </a:lnTo>
                  <a:lnTo>
                    <a:pt x="161" y="449"/>
                  </a:lnTo>
                  <a:lnTo>
                    <a:pt x="149" y="450"/>
                  </a:lnTo>
                  <a:lnTo>
                    <a:pt x="136" y="450"/>
                  </a:lnTo>
                  <a:lnTo>
                    <a:pt x="127" y="450"/>
                  </a:lnTo>
                  <a:lnTo>
                    <a:pt x="119" y="449"/>
                  </a:lnTo>
                  <a:lnTo>
                    <a:pt x="110" y="448"/>
                  </a:lnTo>
                  <a:lnTo>
                    <a:pt x="101" y="447"/>
                  </a:lnTo>
                  <a:lnTo>
                    <a:pt x="107" y="460"/>
                  </a:lnTo>
                  <a:lnTo>
                    <a:pt x="112" y="474"/>
                  </a:lnTo>
                  <a:lnTo>
                    <a:pt x="119" y="487"/>
                  </a:lnTo>
                  <a:lnTo>
                    <a:pt x="127" y="498"/>
                  </a:lnTo>
                  <a:lnTo>
                    <a:pt x="136" y="509"/>
                  </a:lnTo>
                  <a:lnTo>
                    <a:pt x="146" y="520"/>
                  </a:lnTo>
                  <a:lnTo>
                    <a:pt x="156" y="530"/>
                  </a:lnTo>
                  <a:lnTo>
                    <a:pt x="167" y="539"/>
                  </a:lnTo>
                  <a:lnTo>
                    <a:pt x="179" y="547"/>
                  </a:lnTo>
                  <a:lnTo>
                    <a:pt x="191" y="554"/>
                  </a:lnTo>
                  <a:lnTo>
                    <a:pt x="204" y="561"/>
                  </a:lnTo>
                  <a:lnTo>
                    <a:pt x="217" y="565"/>
                  </a:lnTo>
                  <a:lnTo>
                    <a:pt x="231" y="570"/>
                  </a:lnTo>
                  <a:lnTo>
                    <a:pt x="246" y="573"/>
                  </a:lnTo>
                  <a:lnTo>
                    <a:pt x="259" y="575"/>
                  </a:lnTo>
                  <a:lnTo>
                    <a:pt x="275" y="575"/>
                  </a:lnTo>
                  <a:lnTo>
                    <a:pt x="263" y="584"/>
                  </a:lnTo>
                  <a:lnTo>
                    <a:pt x="250" y="594"/>
                  </a:lnTo>
                  <a:lnTo>
                    <a:pt x="238" y="602"/>
                  </a:lnTo>
                  <a:lnTo>
                    <a:pt x="224" y="610"/>
                  </a:lnTo>
                  <a:lnTo>
                    <a:pt x="210" y="616"/>
                  </a:lnTo>
                  <a:lnTo>
                    <a:pt x="197" y="623"/>
                  </a:lnTo>
                  <a:lnTo>
                    <a:pt x="183" y="629"/>
                  </a:lnTo>
                  <a:lnTo>
                    <a:pt x="168" y="635"/>
                  </a:lnTo>
                  <a:lnTo>
                    <a:pt x="154" y="639"/>
                  </a:lnTo>
                  <a:lnTo>
                    <a:pt x="139" y="644"/>
                  </a:lnTo>
                  <a:lnTo>
                    <a:pt x="124" y="647"/>
                  </a:lnTo>
                  <a:lnTo>
                    <a:pt x="108" y="650"/>
                  </a:lnTo>
                  <a:lnTo>
                    <a:pt x="93" y="653"/>
                  </a:lnTo>
                  <a:lnTo>
                    <a:pt x="77" y="654"/>
                  </a:lnTo>
                  <a:lnTo>
                    <a:pt x="61" y="655"/>
                  </a:lnTo>
                  <a:lnTo>
                    <a:pt x="44" y="655"/>
                  </a:lnTo>
                  <a:lnTo>
                    <a:pt x="33" y="655"/>
                  </a:lnTo>
                  <a:lnTo>
                    <a:pt x="22" y="655"/>
                  </a:lnTo>
                  <a:lnTo>
                    <a:pt x="11" y="654"/>
                  </a:lnTo>
                  <a:lnTo>
                    <a:pt x="0" y="653"/>
                  </a:lnTo>
                  <a:lnTo>
                    <a:pt x="16" y="662"/>
                  </a:lnTo>
                  <a:lnTo>
                    <a:pt x="32" y="671"/>
                  </a:lnTo>
                  <a:lnTo>
                    <a:pt x="48" y="680"/>
                  </a:lnTo>
                  <a:lnTo>
                    <a:pt x="65" y="688"/>
                  </a:lnTo>
                  <a:lnTo>
                    <a:pt x="82" y="695"/>
                  </a:lnTo>
                  <a:lnTo>
                    <a:pt x="99" y="703"/>
                  </a:lnTo>
                  <a:lnTo>
                    <a:pt x="116" y="709"/>
                  </a:lnTo>
                  <a:lnTo>
                    <a:pt x="134" y="714"/>
                  </a:lnTo>
                  <a:lnTo>
                    <a:pt x="152" y="719"/>
                  </a:lnTo>
                  <a:lnTo>
                    <a:pt x="171" y="723"/>
                  </a:lnTo>
                  <a:lnTo>
                    <a:pt x="189" y="728"/>
                  </a:lnTo>
                  <a:lnTo>
                    <a:pt x="208" y="730"/>
                  </a:lnTo>
                  <a:lnTo>
                    <a:pt x="226" y="732"/>
                  </a:lnTo>
                  <a:lnTo>
                    <a:pt x="246" y="735"/>
                  </a:lnTo>
                  <a:lnTo>
                    <a:pt x="265" y="736"/>
                  </a:lnTo>
                  <a:lnTo>
                    <a:pt x="285" y="736"/>
                  </a:lnTo>
                  <a:lnTo>
                    <a:pt x="316" y="736"/>
                  </a:lnTo>
                  <a:lnTo>
                    <a:pt x="347" y="732"/>
                  </a:lnTo>
                  <a:lnTo>
                    <a:pt x="377" y="729"/>
                  </a:lnTo>
                  <a:lnTo>
                    <a:pt x="405" y="723"/>
                  </a:lnTo>
                  <a:lnTo>
                    <a:pt x="434" y="717"/>
                  </a:lnTo>
                  <a:lnTo>
                    <a:pt x="460" y="709"/>
                  </a:lnTo>
                  <a:lnTo>
                    <a:pt x="486" y="699"/>
                  </a:lnTo>
                  <a:lnTo>
                    <a:pt x="511" y="688"/>
                  </a:lnTo>
                  <a:lnTo>
                    <a:pt x="535" y="677"/>
                  </a:lnTo>
                  <a:lnTo>
                    <a:pt x="559" y="663"/>
                  </a:lnTo>
                  <a:lnTo>
                    <a:pt x="581" y="649"/>
                  </a:lnTo>
                  <a:lnTo>
                    <a:pt x="602" y="633"/>
                  </a:lnTo>
                  <a:lnTo>
                    <a:pt x="623" y="617"/>
                  </a:lnTo>
                  <a:lnTo>
                    <a:pt x="641" y="600"/>
                  </a:lnTo>
                  <a:lnTo>
                    <a:pt x="659" y="582"/>
                  </a:lnTo>
                  <a:lnTo>
                    <a:pt x="678" y="564"/>
                  </a:lnTo>
                  <a:lnTo>
                    <a:pt x="694" y="545"/>
                  </a:lnTo>
                  <a:lnTo>
                    <a:pt x="708" y="525"/>
                  </a:lnTo>
                  <a:lnTo>
                    <a:pt x="723" y="504"/>
                  </a:lnTo>
                  <a:lnTo>
                    <a:pt x="736" y="483"/>
                  </a:lnTo>
                  <a:lnTo>
                    <a:pt x="748" y="461"/>
                  </a:lnTo>
                  <a:lnTo>
                    <a:pt x="760" y="439"/>
                  </a:lnTo>
                  <a:lnTo>
                    <a:pt x="770" y="417"/>
                  </a:lnTo>
                  <a:lnTo>
                    <a:pt x="779" y="394"/>
                  </a:lnTo>
                  <a:lnTo>
                    <a:pt x="787" y="372"/>
                  </a:lnTo>
                  <a:lnTo>
                    <a:pt x="794" y="348"/>
                  </a:lnTo>
                  <a:lnTo>
                    <a:pt x="800" y="325"/>
                  </a:lnTo>
                  <a:lnTo>
                    <a:pt x="804" y="301"/>
                  </a:lnTo>
                  <a:lnTo>
                    <a:pt x="809" y="278"/>
                  </a:lnTo>
                  <a:lnTo>
                    <a:pt x="811" y="254"/>
                  </a:lnTo>
                  <a:lnTo>
                    <a:pt x="813" y="231"/>
                  </a:lnTo>
                  <a:lnTo>
                    <a:pt x="813" y="208"/>
                  </a:lnTo>
                  <a:lnTo>
                    <a:pt x="813" y="196"/>
                  </a:lnTo>
                  <a:lnTo>
                    <a:pt x="813" y="184"/>
                  </a:lnTo>
                  <a:lnTo>
                    <a:pt x="826" y="173"/>
                  </a:lnTo>
                  <a:lnTo>
                    <a:pt x="839" y="163"/>
                  </a:lnTo>
                  <a:lnTo>
                    <a:pt x="852" y="152"/>
                  </a:lnTo>
                  <a:lnTo>
                    <a:pt x="863" y="140"/>
                  </a:lnTo>
                  <a:lnTo>
                    <a:pt x="875" y="128"/>
                  </a:lnTo>
                  <a:lnTo>
                    <a:pt x="885" y="115"/>
                  </a:lnTo>
                  <a:lnTo>
                    <a:pt x="895" y="102"/>
                  </a:lnTo>
                  <a:lnTo>
                    <a:pt x="905" y="8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sp>
        <p:nvSpPr>
          <p:cNvPr id="36" name="Text Placeholder 3">
            <a:extLst>
              <a:ext uri="{FF2B5EF4-FFF2-40B4-BE49-F238E27FC236}">
                <a16:creationId xmlns:a16="http://schemas.microsoft.com/office/drawing/2014/main" id="{19400E0B-DB48-4A17-8CF7-23C189925C7C}"/>
              </a:ext>
            </a:extLst>
          </p:cNvPr>
          <p:cNvSpPr txBox="1">
            <a:spLocks/>
          </p:cNvSpPr>
          <p:nvPr userDrawn="1"/>
        </p:nvSpPr>
        <p:spPr>
          <a:xfrm>
            <a:off x="995363" y="3772998"/>
            <a:ext cx="3995737" cy="1358437"/>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1100" b="0" kern="1200">
                <a:solidFill>
                  <a:schemeClr val="bg1">
                    <a:lumMod val="65000"/>
                  </a:schemeClr>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100" b="0" kern="1200">
                <a:solidFill>
                  <a:schemeClr val="bg1">
                    <a:lumMod val="65000"/>
                  </a:schemeClr>
                </a:solidFill>
                <a:latin typeface="+mn-lt"/>
                <a:ea typeface="+mn-ea"/>
                <a:cs typeface="+mn-cs"/>
              </a:defRPr>
            </a:lvl2pPr>
            <a:lvl3pPr marL="0" indent="0" algn="l" defTabSz="914400" rtl="0" eaLnBrk="1" latinLnBrk="0" hangingPunct="1">
              <a:lnSpc>
                <a:spcPct val="100000"/>
              </a:lnSpc>
              <a:spcBef>
                <a:spcPts val="0"/>
              </a:spcBef>
              <a:spcAft>
                <a:spcPts val="600"/>
              </a:spcAft>
              <a:buClr>
                <a:schemeClr val="tx2"/>
              </a:buClr>
              <a:buFontTx/>
              <a:buNone/>
              <a:defRPr sz="900" b="0" kern="1200">
                <a:solidFill>
                  <a:schemeClr val="bg1">
                    <a:lumMod val="65000"/>
                  </a:schemeClr>
                </a:solidFill>
                <a:latin typeface="+mn-lt"/>
                <a:ea typeface="+mn-ea"/>
                <a:cs typeface="+mn-cs"/>
              </a:defRPr>
            </a:lvl3pPr>
            <a:lvl4pPr marL="345600" indent="0" algn="l" defTabSz="914400" rtl="0" eaLnBrk="1" latinLnBrk="0" hangingPunct="1">
              <a:lnSpc>
                <a:spcPct val="100000"/>
              </a:lnSpc>
              <a:spcBef>
                <a:spcPts val="0"/>
              </a:spcBef>
              <a:spcAft>
                <a:spcPts val="600"/>
              </a:spcAft>
              <a:buClr>
                <a:schemeClr val="tx2"/>
              </a:buClr>
              <a:buFontTx/>
              <a:buNone/>
              <a:defRPr sz="900" b="0" kern="1200">
                <a:solidFill>
                  <a:schemeClr val="bg1">
                    <a:lumMod val="65000"/>
                  </a:schemeClr>
                </a:solidFill>
                <a:latin typeface="+mn-lt"/>
                <a:ea typeface="+mn-ea"/>
                <a:cs typeface="+mn-cs"/>
              </a:defRPr>
            </a:lvl4pPr>
            <a:lvl5pPr marL="540000" indent="0" algn="l" defTabSz="914400" rtl="0" eaLnBrk="1" latinLnBrk="0" hangingPunct="1">
              <a:lnSpc>
                <a:spcPct val="100000"/>
              </a:lnSpc>
              <a:spcBef>
                <a:spcPts val="0"/>
              </a:spcBef>
              <a:spcAft>
                <a:spcPts val="600"/>
              </a:spcAft>
              <a:buClr>
                <a:schemeClr val="tx2"/>
              </a:buClr>
              <a:buFontTx/>
              <a:buNone/>
              <a:defRPr sz="900" b="0" kern="1200" baseline="0">
                <a:solidFill>
                  <a:schemeClr val="bg1">
                    <a:lumMod val="65000"/>
                  </a:schemeClr>
                </a:solidFill>
                <a:latin typeface="+mn-lt"/>
                <a:ea typeface="+mn-ea"/>
                <a:cs typeface="+mn-cs"/>
              </a:defRPr>
            </a:lvl5pPr>
            <a:lvl6pPr marL="864000" indent="-144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1152000" indent="-288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296000" indent="-144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800" b="0" i="0" u="none" strike="noStrike" kern="1200" cap="none" spc="0" normalizeH="0" baseline="0" noProof="0">
                <a:ln>
                  <a:noFill/>
                </a:ln>
                <a:solidFill>
                  <a:srgbClr val="FFFFFF"/>
                </a:solidFill>
                <a:effectLst/>
                <a:uLnTx/>
                <a:uFillTx/>
                <a:latin typeface="Arial"/>
                <a:ea typeface="+mn-ea"/>
                <a:cs typeface="+mn-cs"/>
              </a:rPr>
              <a:t>The information contained herein is of a general nature and is not intended to address the circumstances of any particular individual or entity. Although we endeavor to provide accurate and timely information, there can be no guarantee that such information is accurate as of the date it is received or that it will continue to be accurate in the future. No one should act on such information without appropriate professional advice after a thorough examination of the particular situation.</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800" b="0" i="0" u="none" strike="noStrike" kern="1200" cap="none" spc="0" normalizeH="0" baseline="0" noProof="0">
                <a:ln>
                  <a:noFill/>
                </a:ln>
                <a:solidFill>
                  <a:srgbClr val="FFFFFF"/>
                </a:solidFill>
                <a:effectLst/>
                <a:uLnTx/>
                <a:uFillTx/>
                <a:latin typeface="Arial"/>
                <a:ea typeface="+mn-ea"/>
                <a:cs typeface="+mn-cs"/>
              </a:rPr>
              <a:t>KPMG Assurance and Consulting Services LLP, </a:t>
            </a:r>
            <a:r>
              <a:rPr kumimoji="0" lang="en-US" sz="800" b="0" i="0" u="none" strike="noStrike" kern="1200" cap="none" spc="0" normalizeH="0" baseline="0" noProof="0" err="1">
                <a:ln>
                  <a:noFill/>
                </a:ln>
                <a:solidFill>
                  <a:srgbClr val="FFFFFF"/>
                </a:solidFill>
                <a:effectLst/>
                <a:uLnTx/>
                <a:uFillTx/>
                <a:latin typeface="Arial"/>
                <a:ea typeface="+mn-ea"/>
                <a:cs typeface="+mn-cs"/>
              </a:rPr>
              <a:t>Lodha</a:t>
            </a:r>
            <a:r>
              <a:rPr kumimoji="0" lang="en-US" sz="800" b="0" i="0" u="none" strike="noStrike" kern="1200" cap="none" spc="0" normalizeH="0" baseline="0" noProof="0">
                <a:ln>
                  <a:noFill/>
                </a:ln>
                <a:solidFill>
                  <a:srgbClr val="FFFFFF"/>
                </a:solidFill>
                <a:effectLst/>
                <a:uLnTx/>
                <a:uFillTx/>
                <a:latin typeface="Arial"/>
                <a:ea typeface="+mn-ea"/>
                <a:cs typeface="+mn-cs"/>
              </a:rPr>
              <a:t> </a:t>
            </a:r>
            <a:r>
              <a:rPr kumimoji="0" lang="en-US" sz="800" b="0" i="0" u="none" strike="noStrike" kern="1200" cap="none" spc="0" normalizeH="0" baseline="0" noProof="0" err="1">
                <a:ln>
                  <a:noFill/>
                </a:ln>
                <a:solidFill>
                  <a:srgbClr val="FFFFFF"/>
                </a:solidFill>
                <a:effectLst/>
                <a:uLnTx/>
                <a:uFillTx/>
                <a:latin typeface="Arial"/>
                <a:ea typeface="+mn-ea"/>
                <a:cs typeface="+mn-cs"/>
              </a:rPr>
              <a:t>Excelus</a:t>
            </a:r>
            <a:r>
              <a:rPr kumimoji="0" lang="en-US" sz="800" b="0" i="0" u="none" strike="noStrike" kern="1200" cap="none" spc="0" normalizeH="0" baseline="0" noProof="0">
                <a:ln>
                  <a:noFill/>
                </a:ln>
                <a:solidFill>
                  <a:srgbClr val="FFFFFF"/>
                </a:solidFill>
                <a:effectLst/>
                <a:uLnTx/>
                <a:uFillTx/>
                <a:latin typeface="Arial"/>
                <a:ea typeface="+mn-ea"/>
                <a:cs typeface="+mn-cs"/>
              </a:rPr>
              <a:t>, Apollo Mills Compound, NM Joshi Marg, Mahalaxmi, Mumbai - 400 011 Phone: +91 22 3989 6000, Fax: +91 22 3983 6000.</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800" b="0" i="0" u="none" strike="noStrike" kern="1200" cap="none" spc="0" normalizeH="0" baseline="0" noProof="0">
                <a:ln>
                  <a:noFill/>
                </a:ln>
                <a:solidFill>
                  <a:srgbClr val="FFFFFF"/>
                </a:solidFill>
                <a:effectLst/>
                <a:uLnTx/>
                <a:uFillTx/>
                <a:latin typeface="Arial"/>
                <a:ea typeface="+mn-ea"/>
                <a:cs typeface="+mn-cs"/>
              </a:rPr>
              <a:t>© 2022 KPMG Assurance and Consulting Services LLP, an Indian Limited Liability Partnership and a member firm of the KPMG global organization of independent member firms affiliated with KPMG International Limited, </a:t>
            </a:r>
            <a:br>
              <a:rPr kumimoji="0" lang="en-US" sz="800" b="0" i="0" u="none" strike="noStrike" kern="1200" cap="none" spc="0" normalizeH="0" baseline="0" noProof="0">
                <a:ln>
                  <a:noFill/>
                </a:ln>
                <a:solidFill>
                  <a:srgbClr val="FFFFFF"/>
                </a:solidFill>
                <a:effectLst/>
                <a:uLnTx/>
                <a:uFillTx/>
                <a:latin typeface="Arial"/>
                <a:ea typeface="+mn-ea"/>
                <a:cs typeface="+mn-cs"/>
              </a:rPr>
            </a:br>
            <a:r>
              <a:rPr kumimoji="0" lang="en-US" sz="800" b="0" i="0" u="none" strike="noStrike" kern="1200" cap="none" spc="0" normalizeH="0" baseline="0" noProof="0">
                <a:ln>
                  <a:noFill/>
                </a:ln>
                <a:solidFill>
                  <a:srgbClr val="FFFFFF"/>
                </a:solidFill>
                <a:effectLst/>
                <a:uLnTx/>
                <a:uFillTx/>
                <a:latin typeface="Arial"/>
                <a:ea typeface="+mn-ea"/>
                <a:cs typeface="+mn-cs"/>
              </a:rPr>
              <a:t>a private English company limited by guarantee. All rights reserved.</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800" b="0" i="0" u="none" strike="noStrike" kern="1200" cap="none" spc="0" normalizeH="0" baseline="0" noProof="0">
                <a:ln>
                  <a:noFill/>
                </a:ln>
                <a:solidFill>
                  <a:srgbClr val="FFFFFF"/>
                </a:solidFill>
                <a:effectLst/>
                <a:uLnTx/>
                <a:uFillTx/>
                <a:latin typeface="Arial"/>
                <a:ea typeface="+mn-ea"/>
                <a:cs typeface="+mn-cs"/>
              </a:rPr>
              <a:t>The KPMG name and logo are trademarks used under license by the independent member firms of the KPMG global organization.</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800" b="0" i="0" u="none" strike="noStrike" kern="1200" cap="none" spc="0" normalizeH="0" baseline="0" noProof="0">
                <a:ln>
                  <a:noFill/>
                </a:ln>
                <a:solidFill>
                  <a:srgbClr val="FFFFFF"/>
                </a:solidFill>
                <a:effectLst/>
                <a:uLnTx/>
                <a:uFillTx/>
                <a:latin typeface="Arial"/>
                <a:ea typeface="+mn-ea"/>
                <a:cs typeface="+mn-cs"/>
              </a:rPr>
              <a:t>This document is for e-communication only.</a:t>
            </a:r>
          </a:p>
        </p:txBody>
      </p:sp>
      <p:sp>
        <p:nvSpPr>
          <p:cNvPr id="37" name="Text Placeholder 4">
            <a:extLst>
              <a:ext uri="{FF2B5EF4-FFF2-40B4-BE49-F238E27FC236}">
                <a16:creationId xmlns:a16="http://schemas.microsoft.com/office/drawing/2014/main" id="{7FEA3E8D-8E13-4933-8AB4-7940881E7EEF}"/>
              </a:ext>
            </a:extLst>
          </p:cNvPr>
          <p:cNvSpPr txBox="1">
            <a:spLocks/>
          </p:cNvSpPr>
          <p:nvPr userDrawn="1"/>
        </p:nvSpPr>
        <p:spPr>
          <a:xfrm>
            <a:off x="995898" y="2899508"/>
            <a:ext cx="2411738" cy="119064"/>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1200" b="1" kern="1200">
                <a:solidFill>
                  <a:schemeClr val="tx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bg1">
                    <a:lumMod val="65000"/>
                  </a:schemeClr>
                </a:solidFill>
                <a:latin typeface="+mn-lt"/>
                <a:ea typeface="+mn-ea"/>
                <a:cs typeface="+mn-cs"/>
              </a:defRPr>
            </a:lvl2pPr>
            <a:lvl3pPr marL="0" indent="0" algn="l" defTabSz="914400" rtl="0" eaLnBrk="1" latinLnBrk="0" hangingPunct="1">
              <a:lnSpc>
                <a:spcPct val="100000"/>
              </a:lnSpc>
              <a:spcBef>
                <a:spcPts val="0"/>
              </a:spcBef>
              <a:spcAft>
                <a:spcPts val="600"/>
              </a:spcAft>
              <a:buClr>
                <a:schemeClr val="tx2"/>
              </a:buClr>
              <a:buFontTx/>
              <a:buNone/>
              <a:defRPr sz="900" b="0" kern="1200">
                <a:solidFill>
                  <a:schemeClr val="bg1">
                    <a:lumMod val="65000"/>
                  </a:schemeClr>
                </a:solidFill>
                <a:latin typeface="+mn-lt"/>
                <a:ea typeface="+mn-ea"/>
                <a:cs typeface="+mn-cs"/>
              </a:defRPr>
            </a:lvl3pPr>
            <a:lvl4pPr marL="345600" indent="0" algn="l" defTabSz="914400" rtl="0" eaLnBrk="1" latinLnBrk="0" hangingPunct="1">
              <a:lnSpc>
                <a:spcPct val="100000"/>
              </a:lnSpc>
              <a:spcBef>
                <a:spcPts val="0"/>
              </a:spcBef>
              <a:spcAft>
                <a:spcPts val="600"/>
              </a:spcAft>
              <a:buClr>
                <a:schemeClr val="tx2"/>
              </a:buClr>
              <a:buFontTx/>
              <a:buNone/>
              <a:defRPr sz="900" b="0" kern="1200">
                <a:solidFill>
                  <a:schemeClr val="bg1">
                    <a:lumMod val="65000"/>
                  </a:schemeClr>
                </a:solidFill>
                <a:latin typeface="+mn-lt"/>
                <a:ea typeface="+mn-ea"/>
                <a:cs typeface="+mn-cs"/>
              </a:defRPr>
            </a:lvl4pPr>
            <a:lvl5pPr marL="540000" indent="0" algn="l" defTabSz="914400" rtl="0" eaLnBrk="1" latinLnBrk="0" hangingPunct="1">
              <a:lnSpc>
                <a:spcPct val="100000"/>
              </a:lnSpc>
              <a:spcBef>
                <a:spcPts val="0"/>
              </a:spcBef>
              <a:spcAft>
                <a:spcPts val="600"/>
              </a:spcAft>
              <a:buClr>
                <a:schemeClr val="tx2"/>
              </a:buClr>
              <a:buFontTx/>
              <a:buNone/>
              <a:defRPr sz="900" b="0" kern="1200" baseline="0">
                <a:solidFill>
                  <a:schemeClr val="bg1">
                    <a:lumMod val="65000"/>
                  </a:schemeClr>
                </a:solidFill>
                <a:latin typeface="+mn-lt"/>
                <a:ea typeface="+mn-ea"/>
                <a:cs typeface="+mn-cs"/>
              </a:defRPr>
            </a:lvl5pPr>
            <a:lvl6pPr marL="864000" indent="-144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1152000" indent="-288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296000" indent="-144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1" i="0" u="none" strike="noStrike" kern="1200" cap="none" spc="0" normalizeH="0" baseline="0" noProof="0" err="1">
                <a:ln>
                  <a:noFill/>
                </a:ln>
                <a:solidFill>
                  <a:srgbClr val="FFFFFF"/>
                </a:solidFill>
                <a:effectLst/>
                <a:uLnTx/>
                <a:uFillTx/>
                <a:latin typeface="Arial"/>
                <a:ea typeface="+mn-ea"/>
                <a:cs typeface="+mn-cs"/>
              </a:rPr>
              <a:t>home.kpmg</a:t>
            </a:r>
            <a:r>
              <a:rPr kumimoji="0" lang="en-US" sz="1200" b="1" i="0" u="none" strike="noStrike" kern="1200" cap="none" spc="0" normalizeH="0" baseline="0" noProof="0">
                <a:ln>
                  <a:noFill/>
                </a:ln>
                <a:solidFill>
                  <a:srgbClr val="FFFFFF"/>
                </a:solidFill>
                <a:effectLst/>
                <a:uLnTx/>
                <a:uFillTx/>
                <a:latin typeface="Arial"/>
                <a:ea typeface="+mn-ea"/>
                <a:cs typeface="+mn-cs"/>
              </a:rPr>
              <a:t>/in/</a:t>
            </a:r>
            <a:r>
              <a:rPr kumimoji="0" lang="en-US" sz="1200" b="1" i="0" u="none" strike="noStrike" kern="1200" cap="none" spc="0" normalizeH="0" baseline="0" noProof="0" err="1">
                <a:ln>
                  <a:noFill/>
                </a:ln>
                <a:solidFill>
                  <a:srgbClr val="FFFFFF"/>
                </a:solidFill>
                <a:effectLst/>
                <a:uLnTx/>
                <a:uFillTx/>
                <a:latin typeface="Arial"/>
                <a:ea typeface="+mn-ea"/>
                <a:cs typeface="+mn-cs"/>
              </a:rPr>
              <a:t>socialmedia</a:t>
            </a:r>
            <a:endParaRPr kumimoji="0" lang="en-US" sz="1200" b="1" i="0" u="none" strike="noStrike" kern="1200" cap="none" spc="0" normalizeH="0" baseline="0" noProof="0">
              <a:ln>
                <a:noFill/>
              </a:ln>
              <a:solidFill>
                <a:srgbClr val="FFFFFF"/>
              </a:solidFill>
              <a:effectLst/>
              <a:uLnTx/>
              <a:uFillTx/>
              <a:latin typeface="Arial"/>
              <a:ea typeface="+mn-ea"/>
              <a:cs typeface="+mn-cs"/>
            </a:endParaRPr>
          </a:p>
        </p:txBody>
      </p:sp>
      <p:pic>
        <p:nvPicPr>
          <p:cNvPr id="39" name="Picture 38" descr="Icon&#10;&#10;Description automatically generated">
            <a:extLst>
              <a:ext uri="{FF2B5EF4-FFF2-40B4-BE49-F238E27FC236}">
                <a16:creationId xmlns:a16="http://schemas.microsoft.com/office/drawing/2014/main" id="{98B7A0F1-0724-4FFE-9A44-4A09D8592EF9}"/>
              </a:ext>
            </a:extLst>
          </p:cNvPr>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2283901" y="3165917"/>
            <a:ext cx="416754" cy="416754"/>
          </a:xfrm>
          <a:prstGeom prst="rect">
            <a:avLst/>
          </a:prstGeom>
        </p:spPr>
      </p:pic>
    </p:spTree>
    <p:extLst>
      <p:ext uri="{BB962C8B-B14F-4D97-AF65-F5344CB8AC3E}">
        <p14:creationId xmlns:p14="http://schemas.microsoft.com/office/powerpoint/2010/main" val="3558708389"/>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Back Cover light gradient">
    <p:bg>
      <p:bgPr>
        <a:gradFill>
          <a:gsLst>
            <a:gs pos="100000">
              <a:srgbClr val="ACEAFF"/>
            </a:gs>
            <a:gs pos="0">
              <a:schemeClr val="accent4"/>
            </a:gs>
          </a:gsLst>
          <a:lin ang="0" scaled="0"/>
        </a:gradFill>
        <a:effectLst/>
      </p:bgPr>
    </p:bg>
    <p:spTree>
      <p:nvGrpSpPr>
        <p:cNvPr id="1" name=""/>
        <p:cNvGrpSpPr/>
        <p:nvPr/>
      </p:nvGrpSpPr>
      <p:grpSpPr>
        <a:xfrm>
          <a:off x="0" y="0"/>
          <a:ext cx="0" cy="0"/>
          <a:chOff x="0" y="0"/>
          <a:chExt cx="0" cy="0"/>
        </a:xfrm>
      </p:grpSpPr>
      <p:pic>
        <p:nvPicPr>
          <p:cNvPr id="15" name="Graphic 14">
            <a:extLst>
              <a:ext uri="{FF2B5EF4-FFF2-40B4-BE49-F238E27FC236}">
                <a16:creationId xmlns:a16="http://schemas.microsoft.com/office/drawing/2014/main" id="{B0C6DFE5-12F5-427C-BCA6-C6F5DA2D248D}"/>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95363" y="615219"/>
            <a:ext cx="914400" cy="368346"/>
          </a:xfrm>
          <a:prstGeom prst="rect">
            <a:avLst/>
          </a:prstGeom>
        </p:spPr>
      </p:pic>
      <p:sp>
        <p:nvSpPr>
          <p:cNvPr id="17" name="Title 1">
            <a:extLst>
              <a:ext uri="{FF2B5EF4-FFF2-40B4-BE49-F238E27FC236}">
                <a16:creationId xmlns:a16="http://schemas.microsoft.com/office/drawing/2014/main" id="{F2735DDC-3C0E-48D7-A442-6AB1E500D7D4}"/>
              </a:ext>
            </a:extLst>
          </p:cNvPr>
          <p:cNvSpPr txBox="1">
            <a:spLocks/>
          </p:cNvSpPr>
          <p:nvPr userDrawn="1"/>
        </p:nvSpPr>
        <p:spPr>
          <a:xfrm>
            <a:off x="995363" y="1618804"/>
            <a:ext cx="7313613" cy="706016"/>
          </a:xfrm>
          <a:prstGeom prst="rect">
            <a:avLst/>
          </a:prstGeom>
        </p:spPr>
        <p:txBody>
          <a:bodyPr lIns="0" tIns="0" rIns="0" bIns="0"/>
          <a:lstStyle>
            <a:lvl1pPr algn="l" defTabSz="914400" rtl="0" eaLnBrk="1" latinLnBrk="0" hangingPunct="1">
              <a:lnSpc>
                <a:spcPct val="70000"/>
              </a:lnSpc>
              <a:spcBef>
                <a:spcPct val="0"/>
              </a:spcBef>
              <a:buNone/>
              <a:defRPr sz="4500" kern="1200">
                <a:solidFill>
                  <a:schemeClr val="tx2"/>
                </a:solidFill>
                <a:latin typeface="+mj-lt"/>
                <a:ea typeface="+mj-ea"/>
                <a:cs typeface="+mj-cs"/>
              </a:defRPr>
            </a:lvl1pPr>
          </a:lstStyle>
          <a:p>
            <a:r>
              <a:rPr lang="en-US" sz="6600">
                <a:solidFill>
                  <a:schemeClr val="bg1"/>
                </a:solidFill>
              </a:rPr>
              <a:t>Thank you!</a:t>
            </a:r>
          </a:p>
        </p:txBody>
      </p:sp>
      <p:sp>
        <p:nvSpPr>
          <p:cNvPr id="18" name="Freeform 34">
            <a:hlinkClick r:id="rId4"/>
            <a:extLst>
              <a:ext uri="{FF2B5EF4-FFF2-40B4-BE49-F238E27FC236}">
                <a16:creationId xmlns:a16="http://schemas.microsoft.com/office/drawing/2014/main" id="{A02F9D2D-91C7-4F62-BAB7-2BF5588A60B5}"/>
              </a:ext>
            </a:extLst>
          </p:cNvPr>
          <p:cNvSpPr>
            <a:spLocks/>
          </p:cNvSpPr>
          <p:nvPr userDrawn="1"/>
        </p:nvSpPr>
        <p:spPr bwMode="auto">
          <a:xfrm>
            <a:off x="1430892" y="3175152"/>
            <a:ext cx="380492" cy="379419"/>
          </a:xfrm>
          <a:custGeom>
            <a:avLst/>
            <a:gdLst>
              <a:gd name="T0" fmla="*/ 1212 w 1276"/>
              <a:gd name="T1" fmla="*/ 1275 h 1275"/>
              <a:gd name="T2" fmla="*/ 1226 w 1276"/>
              <a:gd name="T3" fmla="*/ 1272 h 1275"/>
              <a:gd name="T4" fmla="*/ 1239 w 1276"/>
              <a:gd name="T5" fmla="*/ 1267 h 1275"/>
              <a:gd name="T6" fmla="*/ 1250 w 1276"/>
              <a:gd name="T7" fmla="*/ 1259 h 1275"/>
              <a:gd name="T8" fmla="*/ 1259 w 1276"/>
              <a:gd name="T9" fmla="*/ 1249 h 1275"/>
              <a:gd name="T10" fmla="*/ 1267 w 1276"/>
              <a:gd name="T11" fmla="*/ 1239 h 1275"/>
              <a:gd name="T12" fmla="*/ 1273 w 1276"/>
              <a:gd name="T13" fmla="*/ 1226 h 1275"/>
              <a:gd name="T14" fmla="*/ 1275 w 1276"/>
              <a:gd name="T15" fmla="*/ 1211 h 1275"/>
              <a:gd name="T16" fmla="*/ 1276 w 1276"/>
              <a:gd name="T17" fmla="*/ 71 h 1275"/>
              <a:gd name="T18" fmla="*/ 1274 w 1276"/>
              <a:gd name="T19" fmla="*/ 56 h 1275"/>
              <a:gd name="T20" fmla="*/ 1270 w 1276"/>
              <a:gd name="T21" fmla="*/ 43 h 1275"/>
              <a:gd name="T22" fmla="*/ 1264 w 1276"/>
              <a:gd name="T23" fmla="*/ 31 h 1275"/>
              <a:gd name="T24" fmla="*/ 1254 w 1276"/>
              <a:gd name="T25" fmla="*/ 20 h 1275"/>
              <a:gd name="T26" fmla="*/ 1244 w 1276"/>
              <a:gd name="T27" fmla="*/ 11 h 1275"/>
              <a:gd name="T28" fmla="*/ 1233 w 1276"/>
              <a:gd name="T29" fmla="*/ 6 h 1275"/>
              <a:gd name="T30" fmla="*/ 1219 w 1276"/>
              <a:gd name="T31" fmla="*/ 1 h 1275"/>
              <a:gd name="T32" fmla="*/ 1205 w 1276"/>
              <a:gd name="T33" fmla="*/ 0 h 1275"/>
              <a:gd name="T34" fmla="*/ 63 w 1276"/>
              <a:gd name="T35" fmla="*/ 0 h 1275"/>
              <a:gd name="T36" fmla="*/ 49 w 1276"/>
              <a:gd name="T37" fmla="*/ 3 h 1275"/>
              <a:gd name="T38" fmla="*/ 36 w 1276"/>
              <a:gd name="T39" fmla="*/ 8 h 1275"/>
              <a:gd name="T40" fmla="*/ 25 w 1276"/>
              <a:gd name="T41" fmla="*/ 16 h 1275"/>
              <a:gd name="T42" fmla="*/ 16 w 1276"/>
              <a:gd name="T43" fmla="*/ 25 h 1275"/>
              <a:gd name="T44" fmla="*/ 8 w 1276"/>
              <a:gd name="T45" fmla="*/ 36 h 1275"/>
              <a:gd name="T46" fmla="*/ 3 w 1276"/>
              <a:gd name="T47" fmla="*/ 49 h 1275"/>
              <a:gd name="T48" fmla="*/ 0 w 1276"/>
              <a:gd name="T49" fmla="*/ 63 h 1275"/>
              <a:gd name="T50" fmla="*/ 0 w 1276"/>
              <a:gd name="T51" fmla="*/ 1205 h 1275"/>
              <a:gd name="T52" fmla="*/ 1 w 1276"/>
              <a:gd name="T53" fmla="*/ 1219 h 1275"/>
              <a:gd name="T54" fmla="*/ 6 w 1276"/>
              <a:gd name="T55" fmla="*/ 1232 h 1275"/>
              <a:gd name="T56" fmla="*/ 13 w 1276"/>
              <a:gd name="T57" fmla="*/ 1244 h 1275"/>
              <a:gd name="T58" fmla="*/ 21 w 1276"/>
              <a:gd name="T59" fmla="*/ 1255 h 1275"/>
              <a:gd name="T60" fmla="*/ 31 w 1276"/>
              <a:gd name="T61" fmla="*/ 1263 h 1275"/>
              <a:gd name="T62" fmla="*/ 43 w 1276"/>
              <a:gd name="T63" fmla="*/ 1269 h 1275"/>
              <a:gd name="T64" fmla="*/ 56 w 1276"/>
              <a:gd name="T65" fmla="*/ 1274 h 1275"/>
              <a:gd name="T66" fmla="*/ 71 w 1276"/>
              <a:gd name="T67" fmla="*/ 1275 h 12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276" h="1275">
                <a:moveTo>
                  <a:pt x="1205" y="1275"/>
                </a:moveTo>
                <a:lnTo>
                  <a:pt x="1212" y="1275"/>
                </a:lnTo>
                <a:lnTo>
                  <a:pt x="1219" y="1274"/>
                </a:lnTo>
                <a:lnTo>
                  <a:pt x="1226" y="1272"/>
                </a:lnTo>
                <a:lnTo>
                  <a:pt x="1233" y="1269"/>
                </a:lnTo>
                <a:lnTo>
                  <a:pt x="1239" y="1267"/>
                </a:lnTo>
                <a:lnTo>
                  <a:pt x="1244" y="1263"/>
                </a:lnTo>
                <a:lnTo>
                  <a:pt x="1250" y="1259"/>
                </a:lnTo>
                <a:lnTo>
                  <a:pt x="1254" y="1255"/>
                </a:lnTo>
                <a:lnTo>
                  <a:pt x="1259" y="1249"/>
                </a:lnTo>
                <a:lnTo>
                  <a:pt x="1264" y="1244"/>
                </a:lnTo>
                <a:lnTo>
                  <a:pt x="1267" y="1239"/>
                </a:lnTo>
                <a:lnTo>
                  <a:pt x="1270" y="1232"/>
                </a:lnTo>
                <a:lnTo>
                  <a:pt x="1273" y="1226"/>
                </a:lnTo>
                <a:lnTo>
                  <a:pt x="1274" y="1219"/>
                </a:lnTo>
                <a:lnTo>
                  <a:pt x="1275" y="1211"/>
                </a:lnTo>
                <a:lnTo>
                  <a:pt x="1276" y="1205"/>
                </a:lnTo>
                <a:lnTo>
                  <a:pt x="1276" y="71"/>
                </a:lnTo>
                <a:lnTo>
                  <a:pt x="1275" y="63"/>
                </a:lnTo>
                <a:lnTo>
                  <a:pt x="1274" y="56"/>
                </a:lnTo>
                <a:lnTo>
                  <a:pt x="1273" y="49"/>
                </a:lnTo>
                <a:lnTo>
                  <a:pt x="1270" y="43"/>
                </a:lnTo>
                <a:lnTo>
                  <a:pt x="1267" y="36"/>
                </a:lnTo>
                <a:lnTo>
                  <a:pt x="1264" y="31"/>
                </a:lnTo>
                <a:lnTo>
                  <a:pt x="1259" y="25"/>
                </a:lnTo>
                <a:lnTo>
                  <a:pt x="1254" y="20"/>
                </a:lnTo>
                <a:lnTo>
                  <a:pt x="1250" y="16"/>
                </a:lnTo>
                <a:lnTo>
                  <a:pt x="1244" y="11"/>
                </a:lnTo>
                <a:lnTo>
                  <a:pt x="1239" y="8"/>
                </a:lnTo>
                <a:lnTo>
                  <a:pt x="1233" y="6"/>
                </a:lnTo>
                <a:lnTo>
                  <a:pt x="1226" y="3"/>
                </a:lnTo>
                <a:lnTo>
                  <a:pt x="1219" y="1"/>
                </a:lnTo>
                <a:lnTo>
                  <a:pt x="1212" y="0"/>
                </a:lnTo>
                <a:lnTo>
                  <a:pt x="1205" y="0"/>
                </a:lnTo>
                <a:lnTo>
                  <a:pt x="71" y="0"/>
                </a:lnTo>
                <a:lnTo>
                  <a:pt x="63" y="0"/>
                </a:lnTo>
                <a:lnTo>
                  <a:pt x="56" y="1"/>
                </a:lnTo>
                <a:lnTo>
                  <a:pt x="49" y="3"/>
                </a:lnTo>
                <a:lnTo>
                  <a:pt x="43" y="6"/>
                </a:lnTo>
                <a:lnTo>
                  <a:pt x="36" y="8"/>
                </a:lnTo>
                <a:lnTo>
                  <a:pt x="31" y="11"/>
                </a:lnTo>
                <a:lnTo>
                  <a:pt x="25" y="16"/>
                </a:lnTo>
                <a:lnTo>
                  <a:pt x="21" y="20"/>
                </a:lnTo>
                <a:lnTo>
                  <a:pt x="16" y="25"/>
                </a:lnTo>
                <a:lnTo>
                  <a:pt x="13" y="31"/>
                </a:lnTo>
                <a:lnTo>
                  <a:pt x="8" y="36"/>
                </a:lnTo>
                <a:lnTo>
                  <a:pt x="6" y="43"/>
                </a:lnTo>
                <a:lnTo>
                  <a:pt x="3" y="49"/>
                </a:lnTo>
                <a:lnTo>
                  <a:pt x="1" y="56"/>
                </a:lnTo>
                <a:lnTo>
                  <a:pt x="0" y="63"/>
                </a:lnTo>
                <a:lnTo>
                  <a:pt x="0" y="71"/>
                </a:lnTo>
                <a:lnTo>
                  <a:pt x="0" y="1205"/>
                </a:lnTo>
                <a:lnTo>
                  <a:pt x="0" y="1211"/>
                </a:lnTo>
                <a:lnTo>
                  <a:pt x="1" y="1219"/>
                </a:lnTo>
                <a:lnTo>
                  <a:pt x="3" y="1226"/>
                </a:lnTo>
                <a:lnTo>
                  <a:pt x="6" y="1232"/>
                </a:lnTo>
                <a:lnTo>
                  <a:pt x="8" y="1239"/>
                </a:lnTo>
                <a:lnTo>
                  <a:pt x="13" y="1244"/>
                </a:lnTo>
                <a:lnTo>
                  <a:pt x="16" y="1249"/>
                </a:lnTo>
                <a:lnTo>
                  <a:pt x="21" y="1255"/>
                </a:lnTo>
                <a:lnTo>
                  <a:pt x="25" y="1259"/>
                </a:lnTo>
                <a:lnTo>
                  <a:pt x="31" y="1263"/>
                </a:lnTo>
                <a:lnTo>
                  <a:pt x="36" y="1267"/>
                </a:lnTo>
                <a:lnTo>
                  <a:pt x="43" y="1269"/>
                </a:lnTo>
                <a:lnTo>
                  <a:pt x="49" y="1272"/>
                </a:lnTo>
                <a:lnTo>
                  <a:pt x="56" y="1274"/>
                </a:lnTo>
                <a:lnTo>
                  <a:pt x="63" y="1275"/>
                </a:lnTo>
                <a:lnTo>
                  <a:pt x="71" y="1275"/>
                </a:lnTo>
                <a:lnTo>
                  <a:pt x="1205" y="1275"/>
                </a:lnTo>
                <a:close/>
              </a:path>
            </a:pathLst>
          </a:custGeom>
          <a:solidFill>
            <a:srgbClr val="00689E"/>
          </a:solidFill>
          <a:ln w="12700">
            <a:solidFill>
              <a:sysClr val="window" lastClr="FFFFFF"/>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9" name="Freeform 35">
            <a:hlinkClick r:id="rId4"/>
            <a:extLst>
              <a:ext uri="{FF2B5EF4-FFF2-40B4-BE49-F238E27FC236}">
                <a16:creationId xmlns:a16="http://schemas.microsoft.com/office/drawing/2014/main" id="{F93A9573-6863-4308-B2D4-A8B779DBD5F1}"/>
              </a:ext>
            </a:extLst>
          </p:cNvPr>
          <p:cNvSpPr>
            <a:spLocks noEditPoints="1"/>
          </p:cNvSpPr>
          <p:nvPr userDrawn="1"/>
        </p:nvSpPr>
        <p:spPr bwMode="auto">
          <a:xfrm>
            <a:off x="1487593" y="3225741"/>
            <a:ext cx="65653" cy="272289"/>
          </a:xfrm>
          <a:custGeom>
            <a:avLst/>
            <a:gdLst>
              <a:gd name="T0" fmla="*/ 204 w 219"/>
              <a:gd name="T1" fmla="*/ 303 h 912"/>
              <a:gd name="T2" fmla="*/ 15 w 219"/>
              <a:gd name="T3" fmla="*/ 912 h 912"/>
              <a:gd name="T4" fmla="*/ 110 w 219"/>
              <a:gd name="T5" fmla="*/ 0 h 912"/>
              <a:gd name="T6" fmla="*/ 131 w 219"/>
              <a:gd name="T7" fmla="*/ 2 h 912"/>
              <a:gd name="T8" fmla="*/ 152 w 219"/>
              <a:gd name="T9" fmla="*/ 9 h 912"/>
              <a:gd name="T10" fmla="*/ 171 w 219"/>
              <a:gd name="T11" fmla="*/ 20 h 912"/>
              <a:gd name="T12" fmla="*/ 187 w 219"/>
              <a:gd name="T13" fmla="*/ 33 h 912"/>
              <a:gd name="T14" fmla="*/ 201 w 219"/>
              <a:gd name="T15" fmla="*/ 49 h 912"/>
              <a:gd name="T16" fmla="*/ 211 w 219"/>
              <a:gd name="T17" fmla="*/ 67 h 912"/>
              <a:gd name="T18" fmla="*/ 217 w 219"/>
              <a:gd name="T19" fmla="*/ 88 h 912"/>
              <a:gd name="T20" fmla="*/ 219 w 219"/>
              <a:gd name="T21" fmla="*/ 111 h 912"/>
              <a:gd name="T22" fmla="*/ 217 w 219"/>
              <a:gd name="T23" fmla="*/ 132 h 912"/>
              <a:gd name="T24" fmla="*/ 211 w 219"/>
              <a:gd name="T25" fmla="*/ 153 h 912"/>
              <a:gd name="T26" fmla="*/ 201 w 219"/>
              <a:gd name="T27" fmla="*/ 172 h 912"/>
              <a:gd name="T28" fmla="*/ 187 w 219"/>
              <a:gd name="T29" fmla="*/ 188 h 912"/>
              <a:gd name="T30" fmla="*/ 171 w 219"/>
              <a:gd name="T31" fmla="*/ 202 h 912"/>
              <a:gd name="T32" fmla="*/ 152 w 219"/>
              <a:gd name="T33" fmla="*/ 212 h 912"/>
              <a:gd name="T34" fmla="*/ 131 w 219"/>
              <a:gd name="T35" fmla="*/ 218 h 912"/>
              <a:gd name="T36" fmla="*/ 110 w 219"/>
              <a:gd name="T37" fmla="*/ 220 h 912"/>
              <a:gd name="T38" fmla="*/ 88 w 219"/>
              <a:gd name="T39" fmla="*/ 218 h 912"/>
              <a:gd name="T40" fmla="*/ 67 w 219"/>
              <a:gd name="T41" fmla="*/ 212 h 912"/>
              <a:gd name="T42" fmla="*/ 48 w 219"/>
              <a:gd name="T43" fmla="*/ 202 h 912"/>
              <a:gd name="T44" fmla="*/ 32 w 219"/>
              <a:gd name="T45" fmla="*/ 188 h 912"/>
              <a:gd name="T46" fmla="*/ 18 w 219"/>
              <a:gd name="T47" fmla="*/ 172 h 912"/>
              <a:gd name="T48" fmla="*/ 8 w 219"/>
              <a:gd name="T49" fmla="*/ 153 h 912"/>
              <a:gd name="T50" fmla="*/ 2 w 219"/>
              <a:gd name="T51" fmla="*/ 132 h 912"/>
              <a:gd name="T52" fmla="*/ 0 w 219"/>
              <a:gd name="T53" fmla="*/ 111 h 912"/>
              <a:gd name="T54" fmla="*/ 2 w 219"/>
              <a:gd name="T55" fmla="*/ 88 h 912"/>
              <a:gd name="T56" fmla="*/ 8 w 219"/>
              <a:gd name="T57" fmla="*/ 67 h 912"/>
              <a:gd name="T58" fmla="*/ 18 w 219"/>
              <a:gd name="T59" fmla="*/ 49 h 912"/>
              <a:gd name="T60" fmla="*/ 32 w 219"/>
              <a:gd name="T61" fmla="*/ 33 h 912"/>
              <a:gd name="T62" fmla="*/ 48 w 219"/>
              <a:gd name="T63" fmla="*/ 20 h 912"/>
              <a:gd name="T64" fmla="*/ 67 w 219"/>
              <a:gd name="T65" fmla="*/ 9 h 912"/>
              <a:gd name="T66" fmla="*/ 88 w 219"/>
              <a:gd name="T67" fmla="*/ 2 h 912"/>
              <a:gd name="T68" fmla="*/ 110 w 219"/>
              <a:gd name="T69" fmla="*/ 0 h 9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19" h="912">
                <a:moveTo>
                  <a:pt x="15" y="303"/>
                </a:moveTo>
                <a:lnTo>
                  <a:pt x="204" y="303"/>
                </a:lnTo>
                <a:lnTo>
                  <a:pt x="204" y="912"/>
                </a:lnTo>
                <a:lnTo>
                  <a:pt x="15" y="912"/>
                </a:lnTo>
                <a:lnTo>
                  <a:pt x="15" y="303"/>
                </a:lnTo>
                <a:close/>
                <a:moveTo>
                  <a:pt x="110" y="0"/>
                </a:moveTo>
                <a:lnTo>
                  <a:pt x="121" y="1"/>
                </a:lnTo>
                <a:lnTo>
                  <a:pt x="131" y="2"/>
                </a:lnTo>
                <a:lnTo>
                  <a:pt x="143" y="6"/>
                </a:lnTo>
                <a:lnTo>
                  <a:pt x="152" y="9"/>
                </a:lnTo>
                <a:lnTo>
                  <a:pt x="162" y="14"/>
                </a:lnTo>
                <a:lnTo>
                  <a:pt x="171" y="20"/>
                </a:lnTo>
                <a:lnTo>
                  <a:pt x="179" y="25"/>
                </a:lnTo>
                <a:lnTo>
                  <a:pt x="187" y="33"/>
                </a:lnTo>
                <a:lnTo>
                  <a:pt x="194" y="41"/>
                </a:lnTo>
                <a:lnTo>
                  <a:pt x="201" y="49"/>
                </a:lnTo>
                <a:lnTo>
                  <a:pt x="206" y="58"/>
                </a:lnTo>
                <a:lnTo>
                  <a:pt x="211" y="67"/>
                </a:lnTo>
                <a:lnTo>
                  <a:pt x="214" y="78"/>
                </a:lnTo>
                <a:lnTo>
                  <a:pt x="217" y="88"/>
                </a:lnTo>
                <a:lnTo>
                  <a:pt x="219" y="99"/>
                </a:lnTo>
                <a:lnTo>
                  <a:pt x="219" y="111"/>
                </a:lnTo>
                <a:lnTo>
                  <a:pt x="219" y="122"/>
                </a:lnTo>
                <a:lnTo>
                  <a:pt x="217" y="132"/>
                </a:lnTo>
                <a:lnTo>
                  <a:pt x="214" y="142"/>
                </a:lnTo>
                <a:lnTo>
                  <a:pt x="211" y="153"/>
                </a:lnTo>
                <a:lnTo>
                  <a:pt x="206" y="163"/>
                </a:lnTo>
                <a:lnTo>
                  <a:pt x="201" y="172"/>
                </a:lnTo>
                <a:lnTo>
                  <a:pt x="194" y="180"/>
                </a:lnTo>
                <a:lnTo>
                  <a:pt x="187" y="188"/>
                </a:lnTo>
                <a:lnTo>
                  <a:pt x="179" y="195"/>
                </a:lnTo>
                <a:lnTo>
                  <a:pt x="171" y="202"/>
                </a:lnTo>
                <a:lnTo>
                  <a:pt x="162" y="207"/>
                </a:lnTo>
                <a:lnTo>
                  <a:pt x="152" y="212"/>
                </a:lnTo>
                <a:lnTo>
                  <a:pt x="143" y="215"/>
                </a:lnTo>
                <a:lnTo>
                  <a:pt x="131" y="218"/>
                </a:lnTo>
                <a:lnTo>
                  <a:pt x="121" y="220"/>
                </a:lnTo>
                <a:lnTo>
                  <a:pt x="110" y="220"/>
                </a:lnTo>
                <a:lnTo>
                  <a:pt x="98" y="220"/>
                </a:lnTo>
                <a:lnTo>
                  <a:pt x="88" y="218"/>
                </a:lnTo>
                <a:lnTo>
                  <a:pt x="77" y="215"/>
                </a:lnTo>
                <a:lnTo>
                  <a:pt x="67" y="212"/>
                </a:lnTo>
                <a:lnTo>
                  <a:pt x="57" y="207"/>
                </a:lnTo>
                <a:lnTo>
                  <a:pt x="48" y="202"/>
                </a:lnTo>
                <a:lnTo>
                  <a:pt x="40" y="195"/>
                </a:lnTo>
                <a:lnTo>
                  <a:pt x="32" y="188"/>
                </a:lnTo>
                <a:lnTo>
                  <a:pt x="25" y="180"/>
                </a:lnTo>
                <a:lnTo>
                  <a:pt x="18" y="172"/>
                </a:lnTo>
                <a:lnTo>
                  <a:pt x="13" y="163"/>
                </a:lnTo>
                <a:lnTo>
                  <a:pt x="8" y="153"/>
                </a:lnTo>
                <a:lnTo>
                  <a:pt x="5" y="142"/>
                </a:lnTo>
                <a:lnTo>
                  <a:pt x="2" y="132"/>
                </a:lnTo>
                <a:lnTo>
                  <a:pt x="0" y="122"/>
                </a:lnTo>
                <a:lnTo>
                  <a:pt x="0" y="111"/>
                </a:lnTo>
                <a:lnTo>
                  <a:pt x="0" y="99"/>
                </a:lnTo>
                <a:lnTo>
                  <a:pt x="2" y="88"/>
                </a:lnTo>
                <a:lnTo>
                  <a:pt x="5" y="78"/>
                </a:lnTo>
                <a:lnTo>
                  <a:pt x="8" y="67"/>
                </a:lnTo>
                <a:lnTo>
                  <a:pt x="13" y="58"/>
                </a:lnTo>
                <a:lnTo>
                  <a:pt x="18" y="49"/>
                </a:lnTo>
                <a:lnTo>
                  <a:pt x="25" y="41"/>
                </a:lnTo>
                <a:lnTo>
                  <a:pt x="32" y="33"/>
                </a:lnTo>
                <a:lnTo>
                  <a:pt x="40" y="25"/>
                </a:lnTo>
                <a:lnTo>
                  <a:pt x="48" y="20"/>
                </a:lnTo>
                <a:lnTo>
                  <a:pt x="57" y="14"/>
                </a:lnTo>
                <a:lnTo>
                  <a:pt x="67" y="9"/>
                </a:lnTo>
                <a:lnTo>
                  <a:pt x="77" y="6"/>
                </a:lnTo>
                <a:lnTo>
                  <a:pt x="88" y="2"/>
                </a:lnTo>
                <a:lnTo>
                  <a:pt x="98" y="1"/>
                </a:lnTo>
                <a:lnTo>
                  <a:pt x="11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20" name="Freeform 36">
            <a:hlinkClick r:id="rId4"/>
            <a:extLst>
              <a:ext uri="{FF2B5EF4-FFF2-40B4-BE49-F238E27FC236}">
                <a16:creationId xmlns:a16="http://schemas.microsoft.com/office/drawing/2014/main" id="{A1F390D1-D63F-48AC-91CF-A482669F8991}"/>
              </a:ext>
            </a:extLst>
          </p:cNvPr>
          <p:cNvSpPr>
            <a:spLocks/>
          </p:cNvSpPr>
          <p:nvPr userDrawn="1"/>
        </p:nvSpPr>
        <p:spPr bwMode="auto">
          <a:xfrm>
            <a:off x="1583088" y="3312039"/>
            <a:ext cx="176071" cy="185990"/>
          </a:xfrm>
          <a:custGeom>
            <a:avLst/>
            <a:gdLst>
              <a:gd name="T0" fmla="*/ 181 w 590"/>
              <a:gd name="T1" fmla="*/ 15 h 624"/>
              <a:gd name="T2" fmla="*/ 184 w 590"/>
              <a:gd name="T3" fmla="*/ 98 h 624"/>
              <a:gd name="T4" fmla="*/ 196 w 590"/>
              <a:gd name="T5" fmla="*/ 81 h 624"/>
              <a:gd name="T6" fmla="*/ 209 w 590"/>
              <a:gd name="T7" fmla="*/ 63 h 624"/>
              <a:gd name="T8" fmla="*/ 227 w 590"/>
              <a:gd name="T9" fmla="*/ 46 h 624"/>
              <a:gd name="T10" fmla="*/ 248 w 590"/>
              <a:gd name="T11" fmla="*/ 31 h 624"/>
              <a:gd name="T12" fmla="*/ 273 w 590"/>
              <a:gd name="T13" fmla="*/ 18 h 624"/>
              <a:gd name="T14" fmla="*/ 299 w 590"/>
              <a:gd name="T15" fmla="*/ 9 h 624"/>
              <a:gd name="T16" fmla="*/ 330 w 590"/>
              <a:gd name="T17" fmla="*/ 3 h 624"/>
              <a:gd name="T18" fmla="*/ 363 w 590"/>
              <a:gd name="T19" fmla="*/ 0 h 624"/>
              <a:gd name="T20" fmla="*/ 397 w 590"/>
              <a:gd name="T21" fmla="*/ 1 h 624"/>
              <a:gd name="T22" fmla="*/ 428 w 590"/>
              <a:gd name="T23" fmla="*/ 6 h 624"/>
              <a:gd name="T24" fmla="*/ 455 w 590"/>
              <a:gd name="T25" fmla="*/ 13 h 624"/>
              <a:gd name="T26" fmla="*/ 479 w 590"/>
              <a:gd name="T27" fmla="*/ 22 h 624"/>
              <a:gd name="T28" fmla="*/ 501 w 590"/>
              <a:gd name="T29" fmla="*/ 34 h 624"/>
              <a:gd name="T30" fmla="*/ 519 w 590"/>
              <a:gd name="T31" fmla="*/ 49 h 624"/>
              <a:gd name="T32" fmla="*/ 535 w 590"/>
              <a:gd name="T33" fmla="*/ 65 h 624"/>
              <a:gd name="T34" fmla="*/ 549 w 590"/>
              <a:gd name="T35" fmla="*/ 83 h 624"/>
              <a:gd name="T36" fmla="*/ 559 w 590"/>
              <a:gd name="T37" fmla="*/ 104 h 624"/>
              <a:gd name="T38" fmla="*/ 568 w 590"/>
              <a:gd name="T39" fmla="*/ 127 h 624"/>
              <a:gd name="T40" fmla="*/ 582 w 590"/>
              <a:gd name="T41" fmla="*/ 176 h 624"/>
              <a:gd name="T42" fmla="*/ 588 w 590"/>
              <a:gd name="T43" fmla="*/ 230 h 624"/>
              <a:gd name="T44" fmla="*/ 590 w 590"/>
              <a:gd name="T45" fmla="*/ 291 h 624"/>
              <a:gd name="T46" fmla="*/ 401 w 590"/>
              <a:gd name="T47" fmla="*/ 624 h 624"/>
              <a:gd name="T48" fmla="*/ 401 w 590"/>
              <a:gd name="T49" fmla="*/ 301 h 624"/>
              <a:gd name="T50" fmla="*/ 397 w 590"/>
              <a:gd name="T51" fmla="*/ 259 h 624"/>
              <a:gd name="T52" fmla="*/ 393 w 590"/>
              <a:gd name="T53" fmla="*/ 232 h 624"/>
              <a:gd name="T54" fmla="*/ 382 w 590"/>
              <a:gd name="T55" fmla="*/ 210 h 624"/>
              <a:gd name="T56" fmla="*/ 369 w 590"/>
              <a:gd name="T57" fmla="*/ 189 h 624"/>
              <a:gd name="T58" fmla="*/ 347 w 590"/>
              <a:gd name="T59" fmla="*/ 176 h 624"/>
              <a:gd name="T60" fmla="*/ 320 w 590"/>
              <a:gd name="T61" fmla="*/ 168 h 624"/>
              <a:gd name="T62" fmla="*/ 284 w 590"/>
              <a:gd name="T63" fmla="*/ 168 h 624"/>
              <a:gd name="T64" fmla="*/ 255 w 590"/>
              <a:gd name="T65" fmla="*/ 174 h 624"/>
              <a:gd name="T66" fmla="*/ 232 w 590"/>
              <a:gd name="T67" fmla="*/ 187 h 624"/>
              <a:gd name="T68" fmla="*/ 215 w 590"/>
              <a:gd name="T69" fmla="*/ 204 h 624"/>
              <a:gd name="T70" fmla="*/ 204 w 590"/>
              <a:gd name="T71" fmla="*/ 227 h 624"/>
              <a:gd name="T72" fmla="*/ 196 w 590"/>
              <a:gd name="T73" fmla="*/ 252 h 624"/>
              <a:gd name="T74" fmla="*/ 191 w 590"/>
              <a:gd name="T75" fmla="*/ 279 h 624"/>
              <a:gd name="T76" fmla="*/ 189 w 590"/>
              <a:gd name="T77" fmla="*/ 308 h 624"/>
              <a:gd name="T78" fmla="*/ 189 w 590"/>
              <a:gd name="T79" fmla="*/ 624 h 624"/>
              <a:gd name="T80" fmla="*/ 0 w 590"/>
              <a:gd name="T81" fmla="*/ 15 h 6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90" h="624">
                <a:moveTo>
                  <a:pt x="0" y="15"/>
                </a:moveTo>
                <a:lnTo>
                  <a:pt x="181" y="15"/>
                </a:lnTo>
                <a:lnTo>
                  <a:pt x="181" y="98"/>
                </a:lnTo>
                <a:lnTo>
                  <a:pt x="184" y="98"/>
                </a:lnTo>
                <a:lnTo>
                  <a:pt x="189" y="89"/>
                </a:lnTo>
                <a:lnTo>
                  <a:pt x="196" y="81"/>
                </a:lnTo>
                <a:lnTo>
                  <a:pt x="202" y="72"/>
                </a:lnTo>
                <a:lnTo>
                  <a:pt x="209" y="63"/>
                </a:lnTo>
                <a:lnTo>
                  <a:pt x="218" y="55"/>
                </a:lnTo>
                <a:lnTo>
                  <a:pt x="227" y="46"/>
                </a:lnTo>
                <a:lnTo>
                  <a:pt x="238" y="39"/>
                </a:lnTo>
                <a:lnTo>
                  <a:pt x="248" y="31"/>
                </a:lnTo>
                <a:lnTo>
                  <a:pt x="261" y="24"/>
                </a:lnTo>
                <a:lnTo>
                  <a:pt x="273" y="18"/>
                </a:lnTo>
                <a:lnTo>
                  <a:pt x="286" y="13"/>
                </a:lnTo>
                <a:lnTo>
                  <a:pt x="299" y="9"/>
                </a:lnTo>
                <a:lnTo>
                  <a:pt x="314" y="5"/>
                </a:lnTo>
                <a:lnTo>
                  <a:pt x="330" y="3"/>
                </a:lnTo>
                <a:lnTo>
                  <a:pt x="346" y="0"/>
                </a:lnTo>
                <a:lnTo>
                  <a:pt x="363" y="0"/>
                </a:lnTo>
                <a:lnTo>
                  <a:pt x="380" y="0"/>
                </a:lnTo>
                <a:lnTo>
                  <a:pt x="397" y="1"/>
                </a:lnTo>
                <a:lnTo>
                  <a:pt x="413" y="4"/>
                </a:lnTo>
                <a:lnTo>
                  <a:pt x="428" y="6"/>
                </a:lnTo>
                <a:lnTo>
                  <a:pt x="442" y="9"/>
                </a:lnTo>
                <a:lnTo>
                  <a:pt x="455" y="13"/>
                </a:lnTo>
                <a:lnTo>
                  <a:pt x="468" y="17"/>
                </a:lnTo>
                <a:lnTo>
                  <a:pt x="479" y="22"/>
                </a:lnTo>
                <a:lnTo>
                  <a:pt x="491" y="28"/>
                </a:lnTo>
                <a:lnTo>
                  <a:pt x="501" y="34"/>
                </a:lnTo>
                <a:lnTo>
                  <a:pt x="510" y="41"/>
                </a:lnTo>
                <a:lnTo>
                  <a:pt x="519" y="49"/>
                </a:lnTo>
                <a:lnTo>
                  <a:pt x="527" y="57"/>
                </a:lnTo>
                <a:lnTo>
                  <a:pt x="535" y="65"/>
                </a:lnTo>
                <a:lnTo>
                  <a:pt x="542" y="74"/>
                </a:lnTo>
                <a:lnTo>
                  <a:pt x="549" y="83"/>
                </a:lnTo>
                <a:lnTo>
                  <a:pt x="554" y="94"/>
                </a:lnTo>
                <a:lnTo>
                  <a:pt x="559" y="104"/>
                </a:lnTo>
                <a:lnTo>
                  <a:pt x="565" y="115"/>
                </a:lnTo>
                <a:lnTo>
                  <a:pt x="568" y="127"/>
                </a:lnTo>
                <a:lnTo>
                  <a:pt x="576" y="151"/>
                </a:lnTo>
                <a:lnTo>
                  <a:pt x="582" y="176"/>
                </a:lnTo>
                <a:lnTo>
                  <a:pt x="585" y="203"/>
                </a:lnTo>
                <a:lnTo>
                  <a:pt x="588" y="230"/>
                </a:lnTo>
                <a:lnTo>
                  <a:pt x="590" y="260"/>
                </a:lnTo>
                <a:lnTo>
                  <a:pt x="590" y="291"/>
                </a:lnTo>
                <a:lnTo>
                  <a:pt x="590" y="624"/>
                </a:lnTo>
                <a:lnTo>
                  <a:pt x="401" y="624"/>
                </a:lnTo>
                <a:lnTo>
                  <a:pt x="401" y="328"/>
                </a:lnTo>
                <a:lnTo>
                  <a:pt x="401" y="301"/>
                </a:lnTo>
                <a:lnTo>
                  <a:pt x="400" y="273"/>
                </a:lnTo>
                <a:lnTo>
                  <a:pt x="397" y="259"/>
                </a:lnTo>
                <a:lnTo>
                  <a:pt x="395" y="246"/>
                </a:lnTo>
                <a:lnTo>
                  <a:pt x="393" y="232"/>
                </a:lnTo>
                <a:lnTo>
                  <a:pt x="388" y="221"/>
                </a:lnTo>
                <a:lnTo>
                  <a:pt x="382" y="210"/>
                </a:lnTo>
                <a:lnTo>
                  <a:pt x="377" y="199"/>
                </a:lnTo>
                <a:lnTo>
                  <a:pt x="369" y="189"/>
                </a:lnTo>
                <a:lnTo>
                  <a:pt x="359" y="182"/>
                </a:lnTo>
                <a:lnTo>
                  <a:pt x="347" y="176"/>
                </a:lnTo>
                <a:lnTo>
                  <a:pt x="335" y="171"/>
                </a:lnTo>
                <a:lnTo>
                  <a:pt x="320" y="168"/>
                </a:lnTo>
                <a:lnTo>
                  <a:pt x="303" y="166"/>
                </a:lnTo>
                <a:lnTo>
                  <a:pt x="284" y="168"/>
                </a:lnTo>
                <a:lnTo>
                  <a:pt x="270" y="170"/>
                </a:lnTo>
                <a:lnTo>
                  <a:pt x="255" y="174"/>
                </a:lnTo>
                <a:lnTo>
                  <a:pt x="243" y="180"/>
                </a:lnTo>
                <a:lnTo>
                  <a:pt x="232" y="187"/>
                </a:lnTo>
                <a:lnTo>
                  <a:pt x="223" y="195"/>
                </a:lnTo>
                <a:lnTo>
                  <a:pt x="215" y="204"/>
                </a:lnTo>
                <a:lnTo>
                  <a:pt x="209" y="215"/>
                </a:lnTo>
                <a:lnTo>
                  <a:pt x="204" y="227"/>
                </a:lnTo>
                <a:lnTo>
                  <a:pt x="199" y="238"/>
                </a:lnTo>
                <a:lnTo>
                  <a:pt x="196" y="252"/>
                </a:lnTo>
                <a:lnTo>
                  <a:pt x="193" y="264"/>
                </a:lnTo>
                <a:lnTo>
                  <a:pt x="191" y="279"/>
                </a:lnTo>
                <a:lnTo>
                  <a:pt x="190" y="293"/>
                </a:lnTo>
                <a:lnTo>
                  <a:pt x="189" y="308"/>
                </a:lnTo>
                <a:lnTo>
                  <a:pt x="189" y="322"/>
                </a:lnTo>
                <a:lnTo>
                  <a:pt x="189" y="624"/>
                </a:lnTo>
                <a:lnTo>
                  <a:pt x="0" y="624"/>
                </a:lnTo>
                <a:lnTo>
                  <a:pt x="0" y="1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21" name="Freeform 32">
            <a:hlinkClick r:id="rId5"/>
            <a:extLst>
              <a:ext uri="{FF2B5EF4-FFF2-40B4-BE49-F238E27FC236}">
                <a16:creationId xmlns:a16="http://schemas.microsoft.com/office/drawing/2014/main" id="{76D76D20-F466-4B84-81DC-C41142FD954A}"/>
              </a:ext>
            </a:extLst>
          </p:cNvPr>
          <p:cNvSpPr>
            <a:spLocks/>
          </p:cNvSpPr>
          <p:nvPr userDrawn="1"/>
        </p:nvSpPr>
        <p:spPr bwMode="auto">
          <a:xfrm>
            <a:off x="1863308" y="3175152"/>
            <a:ext cx="380492" cy="379419"/>
          </a:xfrm>
          <a:custGeom>
            <a:avLst/>
            <a:gdLst>
              <a:gd name="T0" fmla="*/ 1212 w 1276"/>
              <a:gd name="T1" fmla="*/ 1275 h 1275"/>
              <a:gd name="T2" fmla="*/ 1226 w 1276"/>
              <a:gd name="T3" fmla="*/ 1272 h 1275"/>
              <a:gd name="T4" fmla="*/ 1239 w 1276"/>
              <a:gd name="T5" fmla="*/ 1267 h 1275"/>
              <a:gd name="T6" fmla="*/ 1250 w 1276"/>
              <a:gd name="T7" fmla="*/ 1259 h 1275"/>
              <a:gd name="T8" fmla="*/ 1259 w 1276"/>
              <a:gd name="T9" fmla="*/ 1249 h 1275"/>
              <a:gd name="T10" fmla="*/ 1267 w 1276"/>
              <a:gd name="T11" fmla="*/ 1239 h 1275"/>
              <a:gd name="T12" fmla="*/ 1273 w 1276"/>
              <a:gd name="T13" fmla="*/ 1226 h 1275"/>
              <a:gd name="T14" fmla="*/ 1275 w 1276"/>
              <a:gd name="T15" fmla="*/ 1211 h 1275"/>
              <a:gd name="T16" fmla="*/ 1276 w 1276"/>
              <a:gd name="T17" fmla="*/ 71 h 1275"/>
              <a:gd name="T18" fmla="*/ 1274 w 1276"/>
              <a:gd name="T19" fmla="*/ 56 h 1275"/>
              <a:gd name="T20" fmla="*/ 1270 w 1276"/>
              <a:gd name="T21" fmla="*/ 43 h 1275"/>
              <a:gd name="T22" fmla="*/ 1264 w 1276"/>
              <a:gd name="T23" fmla="*/ 31 h 1275"/>
              <a:gd name="T24" fmla="*/ 1254 w 1276"/>
              <a:gd name="T25" fmla="*/ 20 h 1275"/>
              <a:gd name="T26" fmla="*/ 1244 w 1276"/>
              <a:gd name="T27" fmla="*/ 11 h 1275"/>
              <a:gd name="T28" fmla="*/ 1233 w 1276"/>
              <a:gd name="T29" fmla="*/ 6 h 1275"/>
              <a:gd name="T30" fmla="*/ 1219 w 1276"/>
              <a:gd name="T31" fmla="*/ 1 h 1275"/>
              <a:gd name="T32" fmla="*/ 1205 w 1276"/>
              <a:gd name="T33" fmla="*/ 0 h 1275"/>
              <a:gd name="T34" fmla="*/ 63 w 1276"/>
              <a:gd name="T35" fmla="*/ 0 h 1275"/>
              <a:gd name="T36" fmla="*/ 49 w 1276"/>
              <a:gd name="T37" fmla="*/ 3 h 1275"/>
              <a:gd name="T38" fmla="*/ 36 w 1276"/>
              <a:gd name="T39" fmla="*/ 8 h 1275"/>
              <a:gd name="T40" fmla="*/ 25 w 1276"/>
              <a:gd name="T41" fmla="*/ 16 h 1275"/>
              <a:gd name="T42" fmla="*/ 16 w 1276"/>
              <a:gd name="T43" fmla="*/ 25 h 1275"/>
              <a:gd name="T44" fmla="*/ 8 w 1276"/>
              <a:gd name="T45" fmla="*/ 36 h 1275"/>
              <a:gd name="T46" fmla="*/ 3 w 1276"/>
              <a:gd name="T47" fmla="*/ 49 h 1275"/>
              <a:gd name="T48" fmla="*/ 0 w 1276"/>
              <a:gd name="T49" fmla="*/ 63 h 1275"/>
              <a:gd name="T50" fmla="*/ 0 w 1276"/>
              <a:gd name="T51" fmla="*/ 1205 h 1275"/>
              <a:gd name="T52" fmla="*/ 1 w 1276"/>
              <a:gd name="T53" fmla="*/ 1219 h 1275"/>
              <a:gd name="T54" fmla="*/ 6 w 1276"/>
              <a:gd name="T55" fmla="*/ 1232 h 1275"/>
              <a:gd name="T56" fmla="*/ 13 w 1276"/>
              <a:gd name="T57" fmla="*/ 1244 h 1275"/>
              <a:gd name="T58" fmla="*/ 21 w 1276"/>
              <a:gd name="T59" fmla="*/ 1255 h 1275"/>
              <a:gd name="T60" fmla="*/ 31 w 1276"/>
              <a:gd name="T61" fmla="*/ 1263 h 1275"/>
              <a:gd name="T62" fmla="*/ 43 w 1276"/>
              <a:gd name="T63" fmla="*/ 1269 h 1275"/>
              <a:gd name="T64" fmla="*/ 56 w 1276"/>
              <a:gd name="T65" fmla="*/ 1274 h 1275"/>
              <a:gd name="T66" fmla="*/ 71 w 1276"/>
              <a:gd name="T67" fmla="*/ 1275 h 12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276" h="1275">
                <a:moveTo>
                  <a:pt x="1205" y="1275"/>
                </a:moveTo>
                <a:lnTo>
                  <a:pt x="1212" y="1275"/>
                </a:lnTo>
                <a:lnTo>
                  <a:pt x="1219" y="1274"/>
                </a:lnTo>
                <a:lnTo>
                  <a:pt x="1226" y="1272"/>
                </a:lnTo>
                <a:lnTo>
                  <a:pt x="1233" y="1269"/>
                </a:lnTo>
                <a:lnTo>
                  <a:pt x="1239" y="1267"/>
                </a:lnTo>
                <a:lnTo>
                  <a:pt x="1244" y="1263"/>
                </a:lnTo>
                <a:lnTo>
                  <a:pt x="1250" y="1259"/>
                </a:lnTo>
                <a:lnTo>
                  <a:pt x="1254" y="1255"/>
                </a:lnTo>
                <a:lnTo>
                  <a:pt x="1259" y="1249"/>
                </a:lnTo>
                <a:lnTo>
                  <a:pt x="1264" y="1244"/>
                </a:lnTo>
                <a:lnTo>
                  <a:pt x="1267" y="1239"/>
                </a:lnTo>
                <a:lnTo>
                  <a:pt x="1270" y="1232"/>
                </a:lnTo>
                <a:lnTo>
                  <a:pt x="1273" y="1226"/>
                </a:lnTo>
                <a:lnTo>
                  <a:pt x="1274" y="1219"/>
                </a:lnTo>
                <a:lnTo>
                  <a:pt x="1275" y="1211"/>
                </a:lnTo>
                <a:lnTo>
                  <a:pt x="1276" y="1205"/>
                </a:lnTo>
                <a:lnTo>
                  <a:pt x="1276" y="71"/>
                </a:lnTo>
                <a:lnTo>
                  <a:pt x="1275" y="63"/>
                </a:lnTo>
                <a:lnTo>
                  <a:pt x="1274" y="56"/>
                </a:lnTo>
                <a:lnTo>
                  <a:pt x="1273" y="49"/>
                </a:lnTo>
                <a:lnTo>
                  <a:pt x="1270" y="43"/>
                </a:lnTo>
                <a:lnTo>
                  <a:pt x="1267" y="36"/>
                </a:lnTo>
                <a:lnTo>
                  <a:pt x="1264" y="31"/>
                </a:lnTo>
                <a:lnTo>
                  <a:pt x="1259" y="25"/>
                </a:lnTo>
                <a:lnTo>
                  <a:pt x="1254" y="20"/>
                </a:lnTo>
                <a:lnTo>
                  <a:pt x="1250" y="16"/>
                </a:lnTo>
                <a:lnTo>
                  <a:pt x="1244" y="11"/>
                </a:lnTo>
                <a:lnTo>
                  <a:pt x="1239" y="8"/>
                </a:lnTo>
                <a:lnTo>
                  <a:pt x="1233" y="6"/>
                </a:lnTo>
                <a:lnTo>
                  <a:pt x="1226" y="3"/>
                </a:lnTo>
                <a:lnTo>
                  <a:pt x="1219" y="1"/>
                </a:lnTo>
                <a:lnTo>
                  <a:pt x="1212" y="0"/>
                </a:lnTo>
                <a:lnTo>
                  <a:pt x="1205" y="0"/>
                </a:lnTo>
                <a:lnTo>
                  <a:pt x="71" y="0"/>
                </a:lnTo>
                <a:lnTo>
                  <a:pt x="63" y="0"/>
                </a:lnTo>
                <a:lnTo>
                  <a:pt x="56" y="1"/>
                </a:lnTo>
                <a:lnTo>
                  <a:pt x="49" y="3"/>
                </a:lnTo>
                <a:lnTo>
                  <a:pt x="43" y="6"/>
                </a:lnTo>
                <a:lnTo>
                  <a:pt x="36" y="8"/>
                </a:lnTo>
                <a:lnTo>
                  <a:pt x="31" y="11"/>
                </a:lnTo>
                <a:lnTo>
                  <a:pt x="25" y="16"/>
                </a:lnTo>
                <a:lnTo>
                  <a:pt x="21" y="20"/>
                </a:lnTo>
                <a:lnTo>
                  <a:pt x="16" y="25"/>
                </a:lnTo>
                <a:lnTo>
                  <a:pt x="13" y="31"/>
                </a:lnTo>
                <a:lnTo>
                  <a:pt x="8" y="36"/>
                </a:lnTo>
                <a:lnTo>
                  <a:pt x="6" y="43"/>
                </a:lnTo>
                <a:lnTo>
                  <a:pt x="3" y="49"/>
                </a:lnTo>
                <a:lnTo>
                  <a:pt x="1" y="56"/>
                </a:lnTo>
                <a:lnTo>
                  <a:pt x="0" y="63"/>
                </a:lnTo>
                <a:lnTo>
                  <a:pt x="0" y="71"/>
                </a:lnTo>
                <a:lnTo>
                  <a:pt x="0" y="1205"/>
                </a:lnTo>
                <a:lnTo>
                  <a:pt x="0" y="1211"/>
                </a:lnTo>
                <a:lnTo>
                  <a:pt x="1" y="1219"/>
                </a:lnTo>
                <a:lnTo>
                  <a:pt x="3" y="1226"/>
                </a:lnTo>
                <a:lnTo>
                  <a:pt x="6" y="1232"/>
                </a:lnTo>
                <a:lnTo>
                  <a:pt x="8" y="1239"/>
                </a:lnTo>
                <a:lnTo>
                  <a:pt x="13" y="1244"/>
                </a:lnTo>
                <a:lnTo>
                  <a:pt x="16" y="1249"/>
                </a:lnTo>
                <a:lnTo>
                  <a:pt x="21" y="1255"/>
                </a:lnTo>
                <a:lnTo>
                  <a:pt x="25" y="1259"/>
                </a:lnTo>
                <a:lnTo>
                  <a:pt x="31" y="1263"/>
                </a:lnTo>
                <a:lnTo>
                  <a:pt x="36" y="1267"/>
                </a:lnTo>
                <a:lnTo>
                  <a:pt x="43" y="1269"/>
                </a:lnTo>
                <a:lnTo>
                  <a:pt x="49" y="1272"/>
                </a:lnTo>
                <a:lnTo>
                  <a:pt x="56" y="1274"/>
                </a:lnTo>
                <a:lnTo>
                  <a:pt x="63" y="1275"/>
                </a:lnTo>
                <a:lnTo>
                  <a:pt x="71" y="1275"/>
                </a:lnTo>
                <a:lnTo>
                  <a:pt x="1205" y="1275"/>
                </a:lnTo>
                <a:close/>
              </a:path>
            </a:pathLst>
          </a:custGeom>
          <a:solidFill>
            <a:srgbClr val="3C4983"/>
          </a:solidFill>
          <a:ln w="12700">
            <a:solidFill>
              <a:sysClr val="window" lastClr="FFFFFF"/>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22" name="Freeform 33">
            <a:hlinkClick r:id="rId5"/>
            <a:extLst>
              <a:ext uri="{FF2B5EF4-FFF2-40B4-BE49-F238E27FC236}">
                <a16:creationId xmlns:a16="http://schemas.microsoft.com/office/drawing/2014/main" id="{43168198-F3AF-4249-912A-04737EDEBD8F}"/>
              </a:ext>
            </a:extLst>
          </p:cNvPr>
          <p:cNvSpPr>
            <a:spLocks/>
          </p:cNvSpPr>
          <p:nvPr userDrawn="1"/>
        </p:nvSpPr>
        <p:spPr bwMode="auto">
          <a:xfrm>
            <a:off x="2016997" y="3231693"/>
            <a:ext cx="168610" cy="321390"/>
          </a:xfrm>
          <a:custGeom>
            <a:avLst/>
            <a:gdLst>
              <a:gd name="T0" fmla="*/ 365 w 562"/>
              <a:gd name="T1" fmla="*/ 1082 h 1082"/>
              <a:gd name="T2" fmla="*/ 365 w 562"/>
              <a:gd name="T3" fmla="*/ 589 h 1082"/>
              <a:gd name="T4" fmla="*/ 530 w 562"/>
              <a:gd name="T5" fmla="*/ 589 h 1082"/>
              <a:gd name="T6" fmla="*/ 555 w 562"/>
              <a:gd name="T7" fmla="*/ 397 h 1082"/>
              <a:gd name="T8" fmla="*/ 365 w 562"/>
              <a:gd name="T9" fmla="*/ 397 h 1082"/>
              <a:gd name="T10" fmla="*/ 365 w 562"/>
              <a:gd name="T11" fmla="*/ 274 h 1082"/>
              <a:gd name="T12" fmla="*/ 366 w 562"/>
              <a:gd name="T13" fmla="*/ 253 h 1082"/>
              <a:gd name="T14" fmla="*/ 368 w 562"/>
              <a:gd name="T15" fmla="*/ 235 h 1082"/>
              <a:gd name="T16" fmla="*/ 371 w 562"/>
              <a:gd name="T17" fmla="*/ 227 h 1082"/>
              <a:gd name="T18" fmla="*/ 374 w 562"/>
              <a:gd name="T19" fmla="*/ 219 h 1082"/>
              <a:gd name="T20" fmla="*/ 377 w 562"/>
              <a:gd name="T21" fmla="*/ 212 h 1082"/>
              <a:gd name="T22" fmla="*/ 382 w 562"/>
              <a:gd name="T23" fmla="*/ 205 h 1082"/>
              <a:gd name="T24" fmla="*/ 388 w 562"/>
              <a:gd name="T25" fmla="*/ 200 h 1082"/>
              <a:gd name="T26" fmla="*/ 395 w 562"/>
              <a:gd name="T27" fmla="*/ 195 h 1082"/>
              <a:gd name="T28" fmla="*/ 403 w 562"/>
              <a:gd name="T29" fmla="*/ 191 h 1082"/>
              <a:gd name="T30" fmla="*/ 412 w 562"/>
              <a:gd name="T31" fmla="*/ 186 h 1082"/>
              <a:gd name="T32" fmla="*/ 422 w 562"/>
              <a:gd name="T33" fmla="*/ 184 h 1082"/>
              <a:gd name="T34" fmla="*/ 433 w 562"/>
              <a:gd name="T35" fmla="*/ 181 h 1082"/>
              <a:gd name="T36" fmla="*/ 446 w 562"/>
              <a:gd name="T37" fmla="*/ 180 h 1082"/>
              <a:gd name="T38" fmla="*/ 461 w 562"/>
              <a:gd name="T39" fmla="*/ 179 h 1082"/>
              <a:gd name="T40" fmla="*/ 562 w 562"/>
              <a:gd name="T41" fmla="*/ 179 h 1082"/>
              <a:gd name="T42" fmla="*/ 562 w 562"/>
              <a:gd name="T43" fmla="*/ 7 h 1082"/>
              <a:gd name="T44" fmla="*/ 542 w 562"/>
              <a:gd name="T45" fmla="*/ 5 h 1082"/>
              <a:gd name="T46" fmla="*/ 507 w 562"/>
              <a:gd name="T47" fmla="*/ 3 h 1082"/>
              <a:gd name="T48" fmla="*/ 464 w 562"/>
              <a:gd name="T49" fmla="*/ 0 h 1082"/>
              <a:gd name="T50" fmla="*/ 414 w 562"/>
              <a:gd name="T51" fmla="*/ 0 h 1082"/>
              <a:gd name="T52" fmla="*/ 387 w 562"/>
              <a:gd name="T53" fmla="*/ 0 h 1082"/>
              <a:gd name="T54" fmla="*/ 360 w 562"/>
              <a:gd name="T55" fmla="*/ 4 h 1082"/>
              <a:gd name="T56" fmla="*/ 348 w 562"/>
              <a:gd name="T57" fmla="*/ 6 h 1082"/>
              <a:gd name="T58" fmla="*/ 336 w 562"/>
              <a:gd name="T59" fmla="*/ 9 h 1082"/>
              <a:gd name="T60" fmla="*/ 324 w 562"/>
              <a:gd name="T61" fmla="*/ 13 h 1082"/>
              <a:gd name="T62" fmla="*/ 313 w 562"/>
              <a:gd name="T63" fmla="*/ 16 h 1082"/>
              <a:gd name="T64" fmla="*/ 302 w 562"/>
              <a:gd name="T65" fmla="*/ 21 h 1082"/>
              <a:gd name="T66" fmla="*/ 291 w 562"/>
              <a:gd name="T67" fmla="*/ 25 h 1082"/>
              <a:gd name="T68" fmla="*/ 281 w 562"/>
              <a:gd name="T69" fmla="*/ 31 h 1082"/>
              <a:gd name="T70" fmla="*/ 270 w 562"/>
              <a:gd name="T71" fmla="*/ 37 h 1082"/>
              <a:gd name="T72" fmla="*/ 261 w 562"/>
              <a:gd name="T73" fmla="*/ 44 h 1082"/>
              <a:gd name="T74" fmla="*/ 252 w 562"/>
              <a:gd name="T75" fmla="*/ 50 h 1082"/>
              <a:gd name="T76" fmla="*/ 243 w 562"/>
              <a:gd name="T77" fmla="*/ 57 h 1082"/>
              <a:gd name="T78" fmla="*/ 235 w 562"/>
              <a:gd name="T79" fmla="*/ 65 h 1082"/>
              <a:gd name="T80" fmla="*/ 227 w 562"/>
              <a:gd name="T81" fmla="*/ 73 h 1082"/>
              <a:gd name="T82" fmla="*/ 219 w 562"/>
              <a:gd name="T83" fmla="*/ 82 h 1082"/>
              <a:gd name="T84" fmla="*/ 212 w 562"/>
              <a:gd name="T85" fmla="*/ 91 h 1082"/>
              <a:gd name="T86" fmla="*/ 205 w 562"/>
              <a:gd name="T87" fmla="*/ 102 h 1082"/>
              <a:gd name="T88" fmla="*/ 200 w 562"/>
              <a:gd name="T89" fmla="*/ 112 h 1082"/>
              <a:gd name="T90" fmla="*/ 194 w 562"/>
              <a:gd name="T91" fmla="*/ 122 h 1082"/>
              <a:gd name="T92" fmla="*/ 188 w 562"/>
              <a:gd name="T93" fmla="*/ 134 h 1082"/>
              <a:gd name="T94" fmla="*/ 184 w 562"/>
              <a:gd name="T95" fmla="*/ 145 h 1082"/>
              <a:gd name="T96" fmla="*/ 180 w 562"/>
              <a:gd name="T97" fmla="*/ 158 h 1082"/>
              <a:gd name="T98" fmla="*/ 176 w 562"/>
              <a:gd name="T99" fmla="*/ 170 h 1082"/>
              <a:gd name="T100" fmla="*/ 174 w 562"/>
              <a:gd name="T101" fmla="*/ 183 h 1082"/>
              <a:gd name="T102" fmla="*/ 170 w 562"/>
              <a:gd name="T103" fmla="*/ 196 h 1082"/>
              <a:gd name="T104" fmla="*/ 169 w 562"/>
              <a:gd name="T105" fmla="*/ 210 h 1082"/>
              <a:gd name="T106" fmla="*/ 167 w 562"/>
              <a:gd name="T107" fmla="*/ 225 h 1082"/>
              <a:gd name="T108" fmla="*/ 167 w 562"/>
              <a:gd name="T109" fmla="*/ 239 h 1082"/>
              <a:gd name="T110" fmla="*/ 166 w 562"/>
              <a:gd name="T111" fmla="*/ 254 h 1082"/>
              <a:gd name="T112" fmla="*/ 166 w 562"/>
              <a:gd name="T113" fmla="*/ 397 h 1082"/>
              <a:gd name="T114" fmla="*/ 0 w 562"/>
              <a:gd name="T115" fmla="*/ 397 h 1082"/>
              <a:gd name="T116" fmla="*/ 0 w 562"/>
              <a:gd name="T117" fmla="*/ 589 h 1082"/>
              <a:gd name="T118" fmla="*/ 166 w 562"/>
              <a:gd name="T119" fmla="*/ 589 h 1082"/>
              <a:gd name="T120" fmla="*/ 166 w 562"/>
              <a:gd name="T121" fmla="*/ 1082 h 1082"/>
              <a:gd name="T122" fmla="*/ 365 w 562"/>
              <a:gd name="T123" fmla="*/ 1082 h 10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562" h="1082">
                <a:moveTo>
                  <a:pt x="365" y="1082"/>
                </a:moveTo>
                <a:lnTo>
                  <a:pt x="365" y="589"/>
                </a:lnTo>
                <a:lnTo>
                  <a:pt x="530" y="589"/>
                </a:lnTo>
                <a:lnTo>
                  <a:pt x="555" y="397"/>
                </a:lnTo>
                <a:lnTo>
                  <a:pt x="365" y="397"/>
                </a:lnTo>
                <a:lnTo>
                  <a:pt x="365" y="274"/>
                </a:lnTo>
                <a:lnTo>
                  <a:pt x="366" y="253"/>
                </a:lnTo>
                <a:lnTo>
                  <a:pt x="368" y="235"/>
                </a:lnTo>
                <a:lnTo>
                  <a:pt x="371" y="227"/>
                </a:lnTo>
                <a:lnTo>
                  <a:pt x="374" y="219"/>
                </a:lnTo>
                <a:lnTo>
                  <a:pt x="377" y="212"/>
                </a:lnTo>
                <a:lnTo>
                  <a:pt x="382" y="205"/>
                </a:lnTo>
                <a:lnTo>
                  <a:pt x="388" y="200"/>
                </a:lnTo>
                <a:lnTo>
                  <a:pt x="395" y="195"/>
                </a:lnTo>
                <a:lnTo>
                  <a:pt x="403" y="191"/>
                </a:lnTo>
                <a:lnTo>
                  <a:pt x="412" y="186"/>
                </a:lnTo>
                <a:lnTo>
                  <a:pt x="422" y="184"/>
                </a:lnTo>
                <a:lnTo>
                  <a:pt x="433" y="181"/>
                </a:lnTo>
                <a:lnTo>
                  <a:pt x="446" y="180"/>
                </a:lnTo>
                <a:lnTo>
                  <a:pt x="461" y="179"/>
                </a:lnTo>
                <a:lnTo>
                  <a:pt x="562" y="179"/>
                </a:lnTo>
                <a:lnTo>
                  <a:pt x="562" y="7"/>
                </a:lnTo>
                <a:lnTo>
                  <a:pt x="542" y="5"/>
                </a:lnTo>
                <a:lnTo>
                  <a:pt x="507" y="3"/>
                </a:lnTo>
                <a:lnTo>
                  <a:pt x="464" y="0"/>
                </a:lnTo>
                <a:lnTo>
                  <a:pt x="414" y="0"/>
                </a:lnTo>
                <a:lnTo>
                  <a:pt x="387" y="0"/>
                </a:lnTo>
                <a:lnTo>
                  <a:pt x="360" y="4"/>
                </a:lnTo>
                <a:lnTo>
                  <a:pt x="348" y="6"/>
                </a:lnTo>
                <a:lnTo>
                  <a:pt x="336" y="9"/>
                </a:lnTo>
                <a:lnTo>
                  <a:pt x="324" y="13"/>
                </a:lnTo>
                <a:lnTo>
                  <a:pt x="313" y="16"/>
                </a:lnTo>
                <a:lnTo>
                  <a:pt x="302" y="21"/>
                </a:lnTo>
                <a:lnTo>
                  <a:pt x="291" y="25"/>
                </a:lnTo>
                <a:lnTo>
                  <a:pt x="281" y="31"/>
                </a:lnTo>
                <a:lnTo>
                  <a:pt x="270" y="37"/>
                </a:lnTo>
                <a:lnTo>
                  <a:pt x="261" y="44"/>
                </a:lnTo>
                <a:lnTo>
                  <a:pt x="252" y="50"/>
                </a:lnTo>
                <a:lnTo>
                  <a:pt x="243" y="57"/>
                </a:lnTo>
                <a:lnTo>
                  <a:pt x="235" y="65"/>
                </a:lnTo>
                <a:lnTo>
                  <a:pt x="227" y="73"/>
                </a:lnTo>
                <a:lnTo>
                  <a:pt x="219" y="82"/>
                </a:lnTo>
                <a:lnTo>
                  <a:pt x="212" y="91"/>
                </a:lnTo>
                <a:lnTo>
                  <a:pt x="205" y="102"/>
                </a:lnTo>
                <a:lnTo>
                  <a:pt x="200" y="112"/>
                </a:lnTo>
                <a:lnTo>
                  <a:pt x="194" y="122"/>
                </a:lnTo>
                <a:lnTo>
                  <a:pt x="188" y="134"/>
                </a:lnTo>
                <a:lnTo>
                  <a:pt x="184" y="145"/>
                </a:lnTo>
                <a:lnTo>
                  <a:pt x="180" y="158"/>
                </a:lnTo>
                <a:lnTo>
                  <a:pt x="176" y="170"/>
                </a:lnTo>
                <a:lnTo>
                  <a:pt x="174" y="183"/>
                </a:lnTo>
                <a:lnTo>
                  <a:pt x="170" y="196"/>
                </a:lnTo>
                <a:lnTo>
                  <a:pt x="169" y="210"/>
                </a:lnTo>
                <a:lnTo>
                  <a:pt x="167" y="225"/>
                </a:lnTo>
                <a:lnTo>
                  <a:pt x="167" y="239"/>
                </a:lnTo>
                <a:lnTo>
                  <a:pt x="166" y="254"/>
                </a:lnTo>
                <a:lnTo>
                  <a:pt x="166" y="397"/>
                </a:lnTo>
                <a:lnTo>
                  <a:pt x="0" y="397"/>
                </a:lnTo>
                <a:lnTo>
                  <a:pt x="0" y="589"/>
                </a:lnTo>
                <a:lnTo>
                  <a:pt x="166" y="589"/>
                </a:lnTo>
                <a:lnTo>
                  <a:pt x="166" y="1082"/>
                </a:lnTo>
                <a:lnTo>
                  <a:pt x="365" y="108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23" name="Freeform 30">
            <a:hlinkClick r:id="rId6"/>
            <a:extLst>
              <a:ext uri="{FF2B5EF4-FFF2-40B4-BE49-F238E27FC236}">
                <a16:creationId xmlns:a16="http://schemas.microsoft.com/office/drawing/2014/main" id="{D7A74B24-61E9-4480-9252-4D1BE7375102}"/>
              </a:ext>
            </a:extLst>
          </p:cNvPr>
          <p:cNvSpPr>
            <a:spLocks/>
          </p:cNvSpPr>
          <p:nvPr userDrawn="1"/>
        </p:nvSpPr>
        <p:spPr bwMode="auto">
          <a:xfrm>
            <a:off x="2723664" y="3175152"/>
            <a:ext cx="380492" cy="379419"/>
          </a:xfrm>
          <a:custGeom>
            <a:avLst/>
            <a:gdLst>
              <a:gd name="T0" fmla="*/ 1212 w 1276"/>
              <a:gd name="T1" fmla="*/ 1275 h 1275"/>
              <a:gd name="T2" fmla="*/ 1226 w 1276"/>
              <a:gd name="T3" fmla="*/ 1272 h 1275"/>
              <a:gd name="T4" fmla="*/ 1239 w 1276"/>
              <a:gd name="T5" fmla="*/ 1267 h 1275"/>
              <a:gd name="T6" fmla="*/ 1250 w 1276"/>
              <a:gd name="T7" fmla="*/ 1259 h 1275"/>
              <a:gd name="T8" fmla="*/ 1259 w 1276"/>
              <a:gd name="T9" fmla="*/ 1249 h 1275"/>
              <a:gd name="T10" fmla="*/ 1267 w 1276"/>
              <a:gd name="T11" fmla="*/ 1239 h 1275"/>
              <a:gd name="T12" fmla="*/ 1273 w 1276"/>
              <a:gd name="T13" fmla="*/ 1226 h 1275"/>
              <a:gd name="T14" fmla="*/ 1275 w 1276"/>
              <a:gd name="T15" fmla="*/ 1211 h 1275"/>
              <a:gd name="T16" fmla="*/ 1276 w 1276"/>
              <a:gd name="T17" fmla="*/ 71 h 1275"/>
              <a:gd name="T18" fmla="*/ 1274 w 1276"/>
              <a:gd name="T19" fmla="*/ 56 h 1275"/>
              <a:gd name="T20" fmla="*/ 1270 w 1276"/>
              <a:gd name="T21" fmla="*/ 43 h 1275"/>
              <a:gd name="T22" fmla="*/ 1264 w 1276"/>
              <a:gd name="T23" fmla="*/ 31 h 1275"/>
              <a:gd name="T24" fmla="*/ 1254 w 1276"/>
              <a:gd name="T25" fmla="*/ 20 h 1275"/>
              <a:gd name="T26" fmla="*/ 1244 w 1276"/>
              <a:gd name="T27" fmla="*/ 11 h 1275"/>
              <a:gd name="T28" fmla="*/ 1233 w 1276"/>
              <a:gd name="T29" fmla="*/ 6 h 1275"/>
              <a:gd name="T30" fmla="*/ 1219 w 1276"/>
              <a:gd name="T31" fmla="*/ 1 h 1275"/>
              <a:gd name="T32" fmla="*/ 1205 w 1276"/>
              <a:gd name="T33" fmla="*/ 0 h 1275"/>
              <a:gd name="T34" fmla="*/ 63 w 1276"/>
              <a:gd name="T35" fmla="*/ 0 h 1275"/>
              <a:gd name="T36" fmla="*/ 49 w 1276"/>
              <a:gd name="T37" fmla="*/ 3 h 1275"/>
              <a:gd name="T38" fmla="*/ 36 w 1276"/>
              <a:gd name="T39" fmla="*/ 8 h 1275"/>
              <a:gd name="T40" fmla="*/ 25 w 1276"/>
              <a:gd name="T41" fmla="*/ 16 h 1275"/>
              <a:gd name="T42" fmla="*/ 16 w 1276"/>
              <a:gd name="T43" fmla="*/ 25 h 1275"/>
              <a:gd name="T44" fmla="*/ 8 w 1276"/>
              <a:gd name="T45" fmla="*/ 36 h 1275"/>
              <a:gd name="T46" fmla="*/ 3 w 1276"/>
              <a:gd name="T47" fmla="*/ 49 h 1275"/>
              <a:gd name="T48" fmla="*/ 0 w 1276"/>
              <a:gd name="T49" fmla="*/ 63 h 1275"/>
              <a:gd name="T50" fmla="*/ 0 w 1276"/>
              <a:gd name="T51" fmla="*/ 1205 h 1275"/>
              <a:gd name="T52" fmla="*/ 1 w 1276"/>
              <a:gd name="T53" fmla="*/ 1219 h 1275"/>
              <a:gd name="T54" fmla="*/ 6 w 1276"/>
              <a:gd name="T55" fmla="*/ 1232 h 1275"/>
              <a:gd name="T56" fmla="*/ 13 w 1276"/>
              <a:gd name="T57" fmla="*/ 1244 h 1275"/>
              <a:gd name="T58" fmla="*/ 21 w 1276"/>
              <a:gd name="T59" fmla="*/ 1255 h 1275"/>
              <a:gd name="T60" fmla="*/ 31 w 1276"/>
              <a:gd name="T61" fmla="*/ 1263 h 1275"/>
              <a:gd name="T62" fmla="*/ 43 w 1276"/>
              <a:gd name="T63" fmla="*/ 1269 h 1275"/>
              <a:gd name="T64" fmla="*/ 56 w 1276"/>
              <a:gd name="T65" fmla="*/ 1274 h 1275"/>
              <a:gd name="T66" fmla="*/ 71 w 1276"/>
              <a:gd name="T67" fmla="*/ 1275 h 12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276" h="1275">
                <a:moveTo>
                  <a:pt x="1205" y="1275"/>
                </a:moveTo>
                <a:lnTo>
                  <a:pt x="1212" y="1275"/>
                </a:lnTo>
                <a:lnTo>
                  <a:pt x="1219" y="1274"/>
                </a:lnTo>
                <a:lnTo>
                  <a:pt x="1226" y="1272"/>
                </a:lnTo>
                <a:lnTo>
                  <a:pt x="1233" y="1269"/>
                </a:lnTo>
                <a:lnTo>
                  <a:pt x="1239" y="1267"/>
                </a:lnTo>
                <a:lnTo>
                  <a:pt x="1244" y="1263"/>
                </a:lnTo>
                <a:lnTo>
                  <a:pt x="1250" y="1259"/>
                </a:lnTo>
                <a:lnTo>
                  <a:pt x="1254" y="1255"/>
                </a:lnTo>
                <a:lnTo>
                  <a:pt x="1259" y="1249"/>
                </a:lnTo>
                <a:lnTo>
                  <a:pt x="1264" y="1244"/>
                </a:lnTo>
                <a:lnTo>
                  <a:pt x="1267" y="1239"/>
                </a:lnTo>
                <a:lnTo>
                  <a:pt x="1270" y="1232"/>
                </a:lnTo>
                <a:lnTo>
                  <a:pt x="1273" y="1226"/>
                </a:lnTo>
                <a:lnTo>
                  <a:pt x="1274" y="1219"/>
                </a:lnTo>
                <a:lnTo>
                  <a:pt x="1275" y="1211"/>
                </a:lnTo>
                <a:lnTo>
                  <a:pt x="1276" y="1205"/>
                </a:lnTo>
                <a:lnTo>
                  <a:pt x="1276" y="71"/>
                </a:lnTo>
                <a:lnTo>
                  <a:pt x="1275" y="63"/>
                </a:lnTo>
                <a:lnTo>
                  <a:pt x="1274" y="56"/>
                </a:lnTo>
                <a:lnTo>
                  <a:pt x="1273" y="49"/>
                </a:lnTo>
                <a:lnTo>
                  <a:pt x="1270" y="43"/>
                </a:lnTo>
                <a:lnTo>
                  <a:pt x="1267" y="36"/>
                </a:lnTo>
                <a:lnTo>
                  <a:pt x="1264" y="31"/>
                </a:lnTo>
                <a:lnTo>
                  <a:pt x="1259" y="25"/>
                </a:lnTo>
                <a:lnTo>
                  <a:pt x="1254" y="20"/>
                </a:lnTo>
                <a:lnTo>
                  <a:pt x="1250" y="16"/>
                </a:lnTo>
                <a:lnTo>
                  <a:pt x="1244" y="11"/>
                </a:lnTo>
                <a:lnTo>
                  <a:pt x="1239" y="8"/>
                </a:lnTo>
                <a:lnTo>
                  <a:pt x="1233" y="6"/>
                </a:lnTo>
                <a:lnTo>
                  <a:pt x="1226" y="3"/>
                </a:lnTo>
                <a:lnTo>
                  <a:pt x="1219" y="1"/>
                </a:lnTo>
                <a:lnTo>
                  <a:pt x="1212" y="0"/>
                </a:lnTo>
                <a:lnTo>
                  <a:pt x="1205" y="0"/>
                </a:lnTo>
                <a:lnTo>
                  <a:pt x="71" y="0"/>
                </a:lnTo>
                <a:lnTo>
                  <a:pt x="63" y="0"/>
                </a:lnTo>
                <a:lnTo>
                  <a:pt x="56" y="1"/>
                </a:lnTo>
                <a:lnTo>
                  <a:pt x="49" y="3"/>
                </a:lnTo>
                <a:lnTo>
                  <a:pt x="43" y="6"/>
                </a:lnTo>
                <a:lnTo>
                  <a:pt x="36" y="8"/>
                </a:lnTo>
                <a:lnTo>
                  <a:pt x="31" y="11"/>
                </a:lnTo>
                <a:lnTo>
                  <a:pt x="25" y="16"/>
                </a:lnTo>
                <a:lnTo>
                  <a:pt x="21" y="20"/>
                </a:lnTo>
                <a:lnTo>
                  <a:pt x="16" y="25"/>
                </a:lnTo>
                <a:lnTo>
                  <a:pt x="13" y="31"/>
                </a:lnTo>
                <a:lnTo>
                  <a:pt x="8" y="36"/>
                </a:lnTo>
                <a:lnTo>
                  <a:pt x="6" y="43"/>
                </a:lnTo>
                <a:lnTo>
                  <a:pt x="3" y="49"/>
                </a:lnTo>
                <a:lnTo>
                  <a:pt x="1" y="56"/>
                </a:lnTo>
                <a:lnTo>
                  <a:pt x="0" y="63"/>
                </a:lnTo>
                <a:lnTo>
                  <a:pt x="0" y="71"/>
                </a:lnTo>
                <a:lnTo>
                  <a:pt x="0" y="1205"/>
                </a:lnTo>
                <a:lnTo>
                  <a:pt x="0" y="1211"/>
                </a:lnTo>
                <a:lnTo>
                  <a:pt x="1" y="1219"/>
                </a:lnTo>
                <a:lnTo>
                  <a:pt x="3" y="1226"/>
                </a:lnTo>
                <a:lnTo>
                  <a:pt x="6" y="1232"/>
                </a:lnTo>
                <a:lnTo>
                  <a:pt x="8" y="1239"/>
                </a:lnTo>
                <a:lnTo>
                  <a:pt x="13" y="1244"/>
                </a:lnTo>
                <a:lnTo>
                  <a:pt x="16" y="1249"/>
                </a:lnTo>
                <a:lnTo>
                  <a:pt x="21" y="1255"/>
                </a:lnTo>
                <a:lnTo>
                  <a:pt x="25" y="1259"/>
                </a:lnTo>
                <a:lnTo>
                  <a:pt x="31" y="1263"/>
                </a:lnTo>
                <a:lnTo>
                  <a:pt x="36" y="1267"/>
                </a:lnTo>
                <a:lnTo>
                  <a:pt x="43" y="1269"/>
                </a:lnTo>
                <a:lnTo>
                  <a:pt x="49" y="1272"/>
                </a:lnTo>
                <a:lnTo>
                  <a:pt x="56" y="1274"/>
                </a:lnTo>
                <a:lnTo>
                  <a:pt x="63" y="1275"/>
                </a:lnTo>
                <a:lnTo>
                  <a:pt x="71" y="1275"/>
                </a:lnTo>
                <a:lnTo>
                  <a:pt x="1205" y="1275"/>
                </a:lnTo>
                <a:close/>
              </a:path>
            </a:pathLst>
          </a:custGeom>
          <a:solidFill>
            <a:srgbClr val="CB4937"/>
          </a:solidFill>
          <a:ln w="12700">
            <a:solidFill>
              <a:sysClr val="window" lastClr="FFFFFF"/>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24" name="Freeform 31">
            <a:hlinkClick r:id="rId6"/>
            <a:extLst>
              <a:ext uri="{FF2B5EF4-FFF2-40B4-BE49-F238E27FC236}">
                <a16:creationId xmlns:a16="http://schemas.microsoft.com/office/drawing/2014/main" id="{8B1242C2-D827-4DDE-A5D4-FB5785AFFF00}"/>
              </a:ext>
            </a:extLst>
          </p:cNvPr>
          <p:cNvSpPr>
            <a:spLocks noEditPoints="1"/>
          </p:cNvSpPr>
          <p:nvPr userDrawn="1"/>
        </p:nvSpPr>
        <p:spPr bwMode="auto">
          <a:xfrm>
            <a:off x="2786333" y="3268892"/>
            <a:ext cx="250676" cy="188966"/>
          </a:xfrm>
          <a:custGeom>
            <a:avLst/>
            <a:gdLst>
              <a:gd name="T0" fmla="*/ 125 w 836"/>
              <a:gd name="T1" fmla="*/ 0 h 633"/>
              <a:gd name="T2" fmla="*/ 100 w 836"/>
              <a:gd name="T3" fmla="*/ 3 h 633"/>
              <a:gd name="T4" fmla="*/ 76 w 836"/>
              <a:gd name="T5" fmla="*/ 10 h 633"/>
              <a:gd name="T6" fmla="*/ 55 w 836"/>
              <a:gd name="T7" fmla="*/ 21 h 633"/>
              <a:gd name="T8" fmla="*/ 37 w 836"/>
              <a:gd name="T9" fmla="*/ 36 h 633"/>
              <a:gd name="T10" fmla="*/ 21 w 836"/>
              <a:gd name="T11" fmla="*/ 54 h 633"/>
              <a:gd name="T12" fmla="*/ 10 w 836"/>
              <a:gd name="T13" fmla="*/ 76 h 633"/>
              <a:gd name="T14" fmla="*/ 3 w 836"/>
              <a:gd name="T15" fmla="*/ 99 h 633"/>
              <a:gd name="T16" fmla="*/ 0 w 836"/>
              <a:gd name="T17" fmla="*/ 125 h 633"/>
              <a:gd name="T18" fmla="*/ 0 w 836"/>
              <a:gd name="T19" fmla="*/ 521 h 633"/>
              <a:gd name="T20" fmla="*/ 5 w 836"/>
              <a:gd name="T21" fmla="*/ 546 h 633"/>
              <a:gd name="T22" fmla="*/ 15 w 836"/>
              <a:gd name="T23" fmla="*/ 568 h 633"/>
              <a:gd name="T24" fmla="*/ 28 w 836"/>
              <a:gd name="T25" fmla="*/ 588 h 633"/>
              <a:gd name="T26" fmla="*/ 45 w 836"/>
              <a:gd name="T27" fmla="*/ 605 h 633"/>
              <a:gd name="T28" fmla="*/ 65 w 836"/>
              <a:gd name="T29" fmla="*/ 618 h 633"/>
              <a:gd name="T30" fmla="*/ 87 w 836"/>
              <a:gd name="T31" fmla="*/ 628 h 633"/>
              <a:gd name="T32" fmla="*/ 112 w 836"/>
              <a:gd name="T33" fmla="*/ 633 h 633"/>
              <a:gd name="T34" fmla="*/ 711 w 836"/>
              <a:gd name="T35" fmla="*/ 633 h 633"/>
              <a:gd name="T36" fmla="*/ 736 w 836"/>
              <a:gd name="T37" fmla="*/ 630 h 633"/>
              <a:gd name="T38" fmla="*/ 760 w 836"/>
              <a:gd name="T39" fmla="*/ 624 h 633"/>
              <a:gd name="T40" fmla="*/ 781 w 836"/>
              <a:gd name="T41" fmla="*/ 612 h 633"/>
              <a:gd name="T42" fmla="*/ 799 w 836"/>
              <a:gd name="T43" fmla="*/ 596 h 633"/>
              <a:gd name="T44" fmla="*/ 815 w 836"/>
              <a:gd name="T45" fmla="*/ 578 h 633"/>
              <a:gd name="T46" fmla="*/ 826 w 836"/>
              <a:gd name="T47" fmla="*/ 558 h 633"/>
              <a:gd name="T48" fmla="*/ 833 w 836"/>
              <a:gd name="T49" fmla="*/ 534 h 633"/>
              <a:gd name="T50" fmla="*/ 836 w 836"/>
              <a:gd name="T51" fmla="*/ 509 h 633"/>
              <a:gd name="T52" fmla="*/ 836 w 836"/>
              <a:gd name="T53" fmla="*/ 111 h 633"/>
              <a:gd name="T54" fmla="*/ 830 w 836"/>
              <a:gd name="T55" fmla="*/ 87 h 633"/>
              <a:gd name="T56" fmla="*/ 821 w 836"/>
              <a:gd name="T57" fmla="*/ 65 h 633"/>
              <a:gd name="T58" fmla="*/ 807 w 836"/>
              <a:gd name="T59" fmla="*/ 45 h 633"/>
              <a:gd name="T60" fmla="*/ 791 w 836"/>
              <a:gd name="T61" fmla="*/ 28 h 633"/>
              <a:gd name="T62" fmla="*/ 771 w 836"/>
              <a:gd name="T63" fmla="*/ 14 h 633"/>
              <a:gd name="T64" fmla="*/ 749 w 836"/>
              <a:gd name="T65" fmla="*/ 5 h 633"/>
              <a:gd name="T66" fmla="*/ 724 w 836"/>
              <a:gd name="T67" fmla="*/ 1 h 633"/>
              <a:gd name="T68" fmla="*/ 298 w 836"/>
              <a:gd name="T69" fmla="*/ 456 h 633"/>
              <a:gd name="T70" fmla="*/ 538 w 836"/>
              <a:gd name="T71" fmla="*/ 316 h 6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836" h="633">
                <a:moveTo>
                  <a:pt x="711" y="0"/>
                </a:moveTo>
                <a:lnTo>
                  <a:pt x="125" y="0"/>
                </a:lnTo>
                <a:lnTo>
                  <a:pt x="112" y="1"/>
                </a:lnTo>
                <a:lnTo>
                  <a:pt x="100" y="3"/>
                </a:lnTo>
                <a:lnTo>
                  <a:pt x="87" y="5"/>
                </a:lnTo>
                <a:lnTo>
                  <a:pt x="76" y="10"/>
                </a:lnTo>
                <a:lnTo>
                  <a:pt x="65" y="14"/>
                </a:lnTo>
                <a:lnTo>
                  <a:pt x="55" y="21"/>
                </a:lnTo>
                <a:lnTo>
                  <a:pt x="45" y="28"/>
                </a:lnTo>
                <a:lnTo>
                  <a:pt x="37" y="36"/>
                </a:lnTo>
                <a:lnTo>
                  <a:pt x="28" y="45"/>
                </a:lnTo>
                <a:lnTo>
                  <a:pt x="21" y="54"/>
                </a:lnTo>
                <a:lnTo>
                  <a:pt x="15" y="65"/>
                </a:lnTo>
                <a:lnTo>
                  <a:pt x="10" y="76"/>
                </a:lnTo>
                <a:lnTo>
                  <a:pt x="5" y="87"/>
                </a:lnTo>
                <a:lnTo>
                  <a:pt x="3" y="99"/>
                </a:lnTo>
                <a:lnTo>
                  <a:pt x="0" y="111"/>
                </a:lnTo>
                <a:lnTo>
                  <a:pt x="0" y="125"/>
                </a:lnTo>
                <a:lnTo>
                  <a:pt x="0" y="509"/>
                </a:lnTo>
                <a:lnTo>
                  <a:pt x="0" y="521"/>
                </a:lnTo>
                <a:lnTo>
                  <a:pt x="3" y="534"/>
                </a:lnTo>
                <a:lnTo>
                  <a:pt x="5" y="546"/>
                </a:lnTo>
                <a:lnTo>
                  <a:pt x="10" y="558"/>
                </a:lnTo>
                <a:lnTo>
                  <a:pt x="15" y="568"/>
                </a:lnTo>
                <a:lnTo>
                  <a:pt x="21" y="578"/>
                </a:lnTo>
                <a:lnTo>
                  <a:pt x="28" y="588"/>
                </a:lnTo>
                <a:lnTo>
                  <a:pt x="37" y="596"/>
                </a:lnTo>
                <a:lnTo>
                  <a:pt x="45" y="605"/>
                </a:lnTo>
                <a:lnTo>
                  <a:pt x="55" y="612"/>
                </a:lnTo>
                <a:lnTo>
                  <a:pt x="65" y="618"/>
                </a:lnTo>
                <a:lnTo>
                  <a:pt x="76" y="624"/>
                </a:lnTo>
                <a:lnTo>
                  <a:pt x="87" y="628"/>
                </a:lnTo>
                <a:lnTo>
                  <a:pt x="100" y="630"/>
                </a:lnTo>
                <a:lnTo>
                  <a:pt x="112" y="633"/>
                </a:lnTo>
                <a:lnTo>
                  <a:pt x="125" y="633"/>
                </a:lnTo>
                <a:lnTo>
                  <a:pt x="711" y="633"/>
                </a:lnTo>
                <a:lnTo>
                  <a:pt x="724" y="633"/>
                </a:lnTo>
                <a:lnTo>
                  <a:pt x="736" y="630"/>
                </a:lnTo>
                <a:lnTo>
                  <a:pt x="749" y="628"/>
                </a:lnTo>
                <a:lnTo>
                  <a:pt x="760" y="624"/>
                </a:lnTo>
                <a:lnTo>
                  <a:pt x="771" y="618"/>
                </a:lnTo>
                <a:lnTo>
                  <a:pt x="781" y="612"/>
                </a:lnTo>
                <a:lnTo>
                  <a:pt x="791" y="605"/>
                </a:lnTo>
                <a:lnTo>
                  <a:pt x="799" y="596"/>
                </a:lnTo>
                <a:lnTo>
                  <a:pt x="807" y="588"/>
                </a:lnTo>
                <a:lnTo>
                  <a:pt x="815" y="578"/>
                </a:lnTo>
                <a:lnTo>
                  <a:pt x="821" y="568"/>
                </a:lnTo>
                <a:lnTo>
                  <a:pt x="826" y="558"/>
                </a:lnTo>
                <a:lnTo>
                  <a:pt x="830" y="546"/>
                </a:lnTo>
                <a:lnTo>
                  <a:pt x="833" y="534"/>
                </a:lnTo>
                <a:lnTo>
                  <a:pt x="836" y="521"/>
                </a:lnTo>
                <a:lnTo>
                  <a:pt x="836" y="509"/>
                </a:lnTo>
                <a:lnTo>
                  <a:pt x="836" y="125"/>
                </a:lnTo>
                <a:lnTo>
                  <a:pt x="836" y="111"/>
                </a:lnTo>
                <a:lnTo>
                  <a:pt x="833" y="99"/>
                </a:lnTo>
                <a:lnTo>
                  <a:pt x="830" y="87"/>
                </a:lnTo>
                <a:lnTo>
                  <a:pt x="826" y="76"/>
                </a:lnTo>
                <a:lnTo>
                  <a:pt x="821" y="65"/>
                </a:lnTo>
                <a:lnTo>
                  <a:pt x="815" y="54"/>
                </a:lnTo>
                <a:lnTo>
                  <a:pt x="807" y="45"/>
                </a:lnTo>
                <a:lnTo>
                  <a:pt x="799" y="36"/>
                </a:lnTo>
                <a:lnTo>
                  <a:pt x="791" y="28"/>
                </a:lnTo>
                <a:lnTo>
                  <a:pt x="781" y="21"/>
                </a:lnTo>
                <a:lnTo>
                  <a:pt x="771" y="14"/>
                </a:lnTo>
                <a:lnTo>
                  <a:pt x="760" y="10"/>
                </a:lnTo>
                <a:lnTo>
                  <a:pt x="749" y="5"/>
                </a:lnTo>
                <a:lnTo>
                  <a:pt x="736" y="3"/>
                </a:lnTo>
                <a:lnTo>
                  <a:pt x="724" y="1"/>
                </a:lnTo>
                <a:lnTo>
                  <a:pt x="711" y="0"/>
                </a:lnTo>
                <a:close/>
                <a:moveTo>
                  <a:pt x="298" y="456"/>
                </a:moveTo>
                <a:lnTo>
                  <a:pt x="298" y="177"/>
                </a:lnTo>
                <a:lnTo>
                  <a:pt x="538" y="316"/>
                </a:lnTo>
                <a:lnTo>
                  <a:pt x="298" y="45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nvGrpSpPr>
          <p:cNvPr id="25" name="Group 24">
            <a:extLst>
              <a:ext uri="{FF2B5EF4-FFF2-40B4-BE49-F238E27FC236}">
                <a16:creationId xmlns:a16="http://schemas.microsoft.com/office/drawing/2014/main" id="{4CB20C4C-EF0E-4324-8132-217F1979E602}"/>
              </a:ext>
            </a:extLst>
          </p:cNvPr>
          <p:cNvGrpSpPr/>
          <p:nvPr userDrawn="1"/>
        </p:nvGrpSpPr>
        <p:grpSpPr>
          <a:xfrm>
            <a:off x="998476" y="3175152"/>
            <a:ext cx="380492" cy="379419"/>
            <a:chOff x="0" y="953"/>
            <a:chExt cx="382681" cy="382270"/>
          </a:xfrm>
        </p:grpSpPr>
        <p:sp>
          <p:nvSpPr>
            <p:cNvPr id="26" name="Freeform 28">
              <a:hlinkClick r:id="rId7"/>
              <a:extLst>
                <a:ext uri="{FF2B5EF4-FFF2-40B4-BE49-F238E27FC236}">
                  <a16:creationId xmlns:a16="http://schemas.microsoft.com/office/drawing/2014/main" id="{FE52634E-239E-483D-9A88-F5B6FEADE5FE}"/>
                </a:ext>
              </a:extLst>
            </p:cNvPr>
            <p:cNvSpPr>
              <a:spLocks/>
            </p:cNvSpPr>
            <p:nvPr/>
          </p:nvSpPr>
          <p:spPr bwMode="auto">
            <a:xfrm>
              <a:off x="0" y="953"/>
              <a:ext cx="382681" cy="382270"/>
            </a:xfrm>
            <a:custGeom>
              <a:avLst/>
              <a:gdLst>
                <a:gd name="T0" fmla="*/ 1212 w 1276"/>
                <a:gd name="T1" fmla="*/ 1275 h 1275"/>
                <a:gd name="T2" fmla="*/ 1226 w 1276"/>
                <a:gd name="T3" fmla="*/ 1272 h 1275"/>
                <a:gd name="T4" fmla="*/ 1239 w 1276"/>
                <a:gd name="T5" fmla="*/ 1267 h 1275"/>
                <a:gd name="T6" fmla="*/ 1250 w 1276"/>
                <a:gd name="T7" fmla="*/ 1259 h 1275"/>
                <a:gd name="T8" fmla="*/ 1259 w 1276"/>
                <a:gd name="T9" fmla="*/ 1249 h 1275"/>
                <a:gd name="T10" fmla="*/ 1267 w 1276"/>
                <a:gd name="T11" fmla="*/ 1239 h 1275"/>
                <a:gd name="T12" fmla="*/ 1273 w 1276"/>
                <a:gd name="T13" fmla="*/ 1226 h 1275"/>
                <a:gd name="T14" fmla="*/ 1275 w 1276"/>
                <a:gd name="T15" fmla="*/ 1211 h 1275"/>
                <a:gd name="T16" fmla="*/ 1276 w 1276"/>
                <a:gd name="T17" fmla="*/ 71 h 1275"/>
                <a:gd name="T18" fmla="*/ 1274 w 1276"/>
                <a:gd name="T19" fmla="*/ 56 h 1275"/>
                <a:gd name="T20" fmla="*/ 1270 w 1276"/>
                <a:gd name="T21" fmla="*/ 43 h 1275"/>
                <a:gd name="T22" fmla="*/ 1264 w 1276"/>
                <a:gd name="T23" fmla="*/ 31 h 1275"/>
                <a:gd name="T24" fmla="*/ 1254 w 1276"/>
                <a:gd name="T25" fmla="*/ 20 h 1275"/>
                <a:gd name="T26" fmla="*/ 1244 w 1276"/>
                <a:gd name="T27" fmla="*/ 11 h 1275"/>
                <a:gd name="T28" fmla="*/ 1233 w 1276"/>
                <a:gd name="T29" fmla="*/ 6 h 1275"/>
                <a:gd name="T30" fmla="*/ 1219 w 1276"/>
                <a:gd name="T31" fmla="*/ 1 h 1275"/>
                <a:gd name="T32" fmla="*/ 1205 w 1276"/>
                <a:gd name="T33" fmla="*/ 0 h 1275"/>
                <a:gd name="T34" fmla="*/ 63 w 1276"/>
                <a:gd name="T35" fmla="*/ 0 h 1275"/>
                <a:gd name="T36" fmla="*/ 49 w 1276"/>
                <a:gd name="T37" fmla="*/ 3 h 1275"/>
                <a:gd name="T38" fmla="*/ 36 w 1276"/>
                <a:gd name="T39" fmla="*/ 8 h 1275"/>
                <a:gd name="T40" fmla="*/ 25 w 1276"/>
                <a:gd name="T41" fmla="*/ 16 h 1275"/>
                <a:gd name="T42" fmla="*/ 16 w 1276"/>
                <a:gd name="T43" fmla="*/ 25 h 1275"/>
                <a:gd name="T44" fmla="*/ 8 w 1276"/>
                <a:gd name="T45" fmla="*/ 36 h 1275"/>
                <a:gd name="T46" fmla="*/ 3 w 1276"/>
                <a:gd name="T47" fmla="*/ 49 h 1275"/>
                <a:gd name="T48" fmla="*/ 0 w 1276"/>
                <a:gd name="T49" fmla="*/ 63 h 1275"/>
                <a:gd name="T50" fmla="*/ 0 w 1276"/>
                <a:gd name="T51" fmla="*/ 1205 h 1275"/>
                <a:gd name="T52" fmla="*/ 1 w 1276"/>
                <a:gd name="T53" fmla="*/ 1219 h 1275"/>
                <a:gd name="T54" fmla="*/ 6 w 1276"/>
                <a:gd name="T55" fmla="*/ 1232 h 1275"/>
                <a:gd name="T56" fmla="*/ 13 w 1276"/>
                <a:gd name="T57" fmla="*/ 1244 h 1275"/>
                <a:gd name="T58" fmla="*/ 21 w 1276"/>
                <a:gd name="T59" fmla="*/ 1255 h 1275"/>
                <a:gd name="T60" fmla="*/ 31 w 1276"/>
                <a:gd name="T61" fmla="*/ 1263 h 1275"/>
                <a:gd name="T62" fmla="*/ 43 w 1276"/>
                <a:gd name="T63" fmla="*/ 1269 h 1275"/>
                <a:gd name="T64" fmla="*/ 56 w 1276"/>
                <a:gd name="T65" fmla="*/ 1274 h 1275"/>
                <a:gd name="T66" fmla="*/ 71 w 1276"/>
                <a:gd name="T67" fmla="*/ 1275 h 12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276" h="1275">
                  <a:moveTo>
                    <a:pt x="1205" y="1275"/>
                  </a:moveTo>
                  <a:lnTo>
                    <a:pt x="1212" y="1275"/>
                  </a:lnTo>
                  <a:lnTo>
                    <a:pt x="1219" y="1274"/>
                  </a:lnTo>
                  <a:lnTo>
                    <a:pt x="1226" y="1272"/>
                  </a:lnTo>
                  <a:lnTo>
                    <a:pt x="1233" y="1269"/>
                  </a:lnTo>
                  <a:lnTo>
                    <a:pt x="1239" y="1267"/>
                  </a:lnTo>
                  <a:lnTo>
                    <a:pt x="1244" y="1263"/>
                  </a:lnTo>
                  <a:lnTo>
                    <a:pt x="1250" y="1259"/>
                  </a:lnTo>
                  <a:lnTo>
                    <a:pt x="1254" y="1255"/>
                  </a:lnTo>
                  <a:lnTo>
                    <a:pt x="1259" y="1249"/>
                  </a:lnTo>
                  <a:lnTo>
                    <a:pt x="1264" y="1244"/>
                  </a:lnTo>
                  <a:lnTo>
                    <a:pt x="1267" y="1239"/>
                  </a:lnTo>
                  <a:lnTo>
                    <a:pt x="1270" y="1232"/>
                  </a:lnTo>
                  <a:lnTo>
                    <a:pt x="1273" y="1226"/>
                  </a:lnTo>
                  <a:lnTo>
                    <a:pt x="1274" y="1219"/>
                  </a:lnTo>
                  <a:lnTo>
                    <a:pt x="1275" y="1211"/>
                  </a:lnTo>
                  <a:lnTo>
                    <a:pt x="1276" y="1205"/>
                  </a:lnTo>
                  <a:lnTo>
                    <a:pt x="1276" y="71"/>
                  </a:lnTo>
                  <a:lnTo>
                    <a:pt x="1275" y="63"/>
                  </a:lnTo>
                  <a:lnTo>
                    <a:pt x="1274" y="56"/>
                  </a:lnTo>
                  <a:lnTo>
                    <a:pt x="1273" y="49"/>
                  </a:lnTo>
                  <a:lnTo>
                    <a:pt x="1270" y="43"/>
                  </a:lnTo>
                  <a:lnTo>
                    <a:pt x="1267" y="36"/>
                  </a:lnTo>
                  <a:lnTo>
                    <a:pt x="1264" y="31"/>
                  </a:lnTo>
                  <a:lnTo>
                    <a:pt x="1259" y="25"/>
                  </a:lnTo>
                  <a:lnTo>
                    <a:pt x="1254" y="20"/>
                  </a:lnTo>
                  <a:lnTo>
                    <a:pt x="1250" y="16"/>
                  </a:lnTo>
                  <a:lnTo>
                    <a:pt x="1244" y="11"/>
                  </a:lnTo>
                  <a:lnTo>
                    <a:pt x="1239" y="8"/>
                  </a:lnTo>
                  <a:lnTo>
                    <a:pt x="1233" y="6"/>
                  </a:lnTo>
                  <a:lnTo>
                    <a:pt x="1226" y="3"/>
                  </a:lnTo>
                  <a:lnTo>
                    <a:pt x="1219" y="1"/>
                  </a:lnTo>
                  <a:lnTo>
                    <a:pt x="1212" y="0"/>
                  </a:lnTo>
                  <a:lnTo>
                    <a:pt x="1205" y="0"/>
                  </a:lnTo>
                  <a:lnTo>
                    <a:pt x="71" y="0"/>
                  </a:lnTo>
                  <a:lnTo>
                    <a:pt x="63" y="0"/>
                  </a:lnTo>
                  <a:lnTo>
                    <a:pt x="56" y="1"/>
                  </a:lnTo>
                  <a:lnTo>
                    <a:pt x="49" y="3"/>
                  </a:lnTo>
                  <a:lnTo>
                    <a:pt x="43" y="6"/>
                  </a:lnTo>
                  <a:lnTo>
                    <a:pt x="36" y="8"/>
                  </a:lnTo>
                  <a:lnTo>
                    <a:pt x="31" y="11"/>
                  </a:lnTo>
                  <a:lnTo>
                    <a:pt x="25" y="16"/>
                  </a:lnTo>
                  <a:lnTo>
                    <a:pt x="21" y="20"/>
                  </a:lnTo>
                  <a:lnTo>
                    <a:pt x="16" y="25"/>
                  </a:lnTo>
                  <a:lnTo>
                    <a:pt x="13" y="31"/>
                  </a:lnTo>
                  <a:lnTo>
                    <a:pt x="8" y="36"/>
                  </a:lnTo>
                  <a:lnTo>
                    <a:pt x="6" y="43"/>
                  </a:lnTo>
                  <a:lnTo>
                    <a:pt x="3" y="49"/>
                  </a:lnTo>
                  <a:lnTo>
                    <a:pt x="1" y="56"/>
                  </a:lnTo>
                  <a:lnTo>
                    <a:pt x="0" y="63"/>
                  </a:lnTo>
                  <a:lnTo>
                    <a:pt x="0" y="71"/>
                  </a:lnTo>
                  <a:lnTo>
                    <a:pt x="0" y="1205"/>
                  </a:lnTo>
                  <a:lnTo>
                    <a:pt x="0" y="1211"/>
                  </a:lnTo>
                  <a:lnTo>
                    <a:pt x="1" y="1219"/>
                  </a:lnTo>
                  <a:lnTo>
                    <a:pt x="3" y="1226"/>
                  </a:lnTo>
                  <a:lnTo>
                    <a:pt x="6" y="1232"/>
                  </a:lnTo>
                  <a:lnTo>
                    <a:pt x="8" y="1239"/>
                  </a:lnTo>
                  <a:lnTo>
                    <a:pt x="13" y="1244"/>
                  </a:lnTo>
                  <a:lnTo>
                    <a:pt x="16" y="1249"/>
                  </a:lnTo>
                  <a:lnTo>
                    <a:pt x="21" y="1255"/>
                  </a:lnTo>
                  <a:lnTo>
                    <a:pt x="25" y="1259"/>
                  </a:lnTo>
                  <a:lnTo>
                    <a:pt x="31" y="1263"/>
                  </a:lnTo>
                  <a:lnTo>
                    <a:pt x="36" y="1267"/>
                  </a:lnTo>
                  <a:lnTo>
                    <a:pt x="43" y="1269"/>
                  </a:lnTo>
                  <a:lnTo>
                    <a:pt x="49" y="1272"/>
                  </a:lnTo>
                  <a:lnTo>
                    <a:pt x="56" y="1274"/>
                  </a:lnTo>
                  <a:lnTo>
                    <a:pt x="63" y="1275"/>
                  </a:lnTo>
                  <a:lnTo>
                    <a:pt x="71" y="1275"/>
                  </a:lnTo>
                  <a:lnTo>
                    <a:pt x="1205" y="1275"/>
                  </a:lnTo>
                  <a:close/>
                </a:path>
              </a:pathLst>
            </a:custGeom>
            <a:solidFill>
              <a:srgbClr val="5A96CC"/>
            </a:solidFill>
            <a:ln w="12700">
              <a:solidFill>
                <a:sysClr val="window" lastClr="FFFFFF"/>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27" name="Freeform 29">
              <a:extLst>
                <a:ext uri="{FF2B5EF4-FFF2-40B4-BE49-F238E27FC236}">
                  <a16:creationId xmlns:a16="http://schemas.microsoft.com/office/drawing/2014/main" id="{9AC83B85-D6D7-46F6-A1E6-7519F3385147}"/>
                </a:ext>
              </a:extLst>
            </p:cNvPr>
            <p:cNvSpPr>
              <a:spLocks/>
            </p:cNvSpPr>
            <p:nvPr/>
          </p:nvSpPr>
          <p:spPr bwMode="auto">
            <a:xfrm>
              <a:off x="58528" y="81905"/>
              <a:ext cx="271628" cy="221866"/>
            </a:xfrm>
            <a:custGeom>
              <a:avLst/>
              <a:gdLst>
                <a:gd name="T0" fmla="*/ 827 w 905"/>
                <a:gd name="T1" fmla="*/ 113 h 736"/>
                <a:gd name="T2" fmla="*/ 837 w 905"/>
                <a:gd name="T3" fmla="*/ 86 h 736"/>
                <a:gd name="T4" fmla="*/ 875 w 905"/>
                <a:gd name="T5" fmla="*/ 30 h 736"/>
                <a:gd name="T6" fmla="*/ 838 w 905"/>
                <a:gd name="T7" fmla="*/ 36 h 736"/>
                <a:gd name="T8" fmla="*/ 778 w 905"/>
                <a:gd name="T9" fmla="*/ 56 h 736"/>
                <a:gd name="T10" fmla="*/ 719 w 905"/>
                <a:gd name="T11" fmla="*/ 25 h 736"/>
                <a:gd name="T12" fmla="*/ 647 w 905"/>
                <a:gd name="T13" fmla="*/ 2 h 736"/>
                <a:gd name="T14" fmla="*/ 572 w 905"/>
                <a:gd name="T15" fmla="*/ 9 h 736"/>
                <a:gd name="T16" fmla="*/ 509 w 905"/>
                <a:gd name="T17" fmla="*/ 44 h 736"/>
                <a:gd name="T18" fmla="*/ 463 w 905"/>
                <a:gd name="T19" fmla="*/ 98 h 736"/>
                <a:gd name="T20" fmla="*/ 442 w 905"/>
                <a:gd name="T21" fmla="*/ 168 h 736"/>
                <a:gd name="T22" fmla="*/ 444 w 905"/>
                <a:gd name="T23" fmla="*/ 219 h 736"/>
                <a:gd name="T24" fmla="*/ 361 w 905"/>
                <a:gd name="T25" fmla="*/ 218 h 736"/>
                <a:gd name="T26" fmla="*/ 256 w 905"/>
                <a:gd name="T27" fmla="*/ 183 h 736"/>
                <a:gd name="T28" fmla="*/ 161 w 905"/>
                <a:gd name="T29" fmla="*/ 128 h 736"/>
                <a:gd name="T30" fmla="*/ 81 w 905"/>
                <a:gd name="T31" fmla="*/ 55 h 736"/>
                <a:gd name="T32" fmla="*/ 49 w 905"/>
                <a:gd name="T33" fmla="*/ 68 h 736"/>
                <a:gd name="T34" fmla="*/ 38 w 905"/>
                <a:gd name="T35" fmla="*/ 115 h 736"/>
                <a:gd name="T36" fmla="*/ 42 w 905"/>
                <a:gd name="T37" fmla="*/ 163 h 736"/>
                <a:gd name="T38" fmla="*/ 56 w 905"/>
                <a:gd name="T39" fmla="*/ 206 h 736"/>
                <a:gd name="T40" fmla="*/ 79 w 905"/>
                <a:gd name="T41" fmla="*/ 245 h 736"/>
                <a:gd name="T42" fmla="*/ 111 w 905"/>
                <a:gd name="T43" fmla="*/ 276 h 736"/>
                <a:gd name="T44" fmla="*/ 87 w 905"/>
                <a:gd name="T45" fmla="*/ 278 h 736"/>
                <a:gd name="T46" fmla="*/ 46 w 905"/>
                <a:gd name="T47" fmla="*/ 265 h 736"/>
                <a:gd name="T48" fmla="*/ 37 w 905"/>
                <a:gd name="T49" fmla="*/ 278 h 736"/>
                <a:gd name="T50" fmla="*/ 54 w 905"/>
                <a:gd name="T51" fmla="*/ 341 h 736"/>
                <a:gd name="T52" fmla="*/ 90 w 905"/>
                <a:gd name="T53" fmla="*/ 392 h 736"/>
                <a:gd name="T54" fmla="*/ 140 w 905"/>
                <a:gd name="T55" fmla="*/ 428 h 736"/>
                <a:gd name="T56" fmla="*/ 174 w 905"/>
                <a:gd name="T57" fmla="*/ 447 h 736"/>
                <a:gd name="T58" fmla="*/ 127 w 905"/>
                <a:gd name="T59" fmla="*/ 450 h 736"/>
                <a:gd name="T60" fmla="*/ 107 w 905"/>
                <a:gd name="T61" fmla="*/ 460 h 736"/>
                <a:gd name="T62" fmla="*/ 136 w 905"/>
                <a:gd name="T63" fmla="*/ 509 h 736"/>
                <a:gd name="T64" fmla="*/ 179 w 905"/>
                <a:gd name="T65" fmla="*/ 547 h 736"/>
                <a:gd name="T66" fmla="*/ 231 w 905"/>
                <a:gd name="T67" fmla="*/ 570 h 736"/>
                <a:gd name="T68" fmla="*/ 263 w 905"/>
                <a:gd name="T69" fmla="*/ 584 h 736"/>
                <a:gd name="T70" fmla="*/ 210 w 905"/>
                <a:gd name="T71" fmla="*/ 616 h 736"/>
                <a:gd name="T72" fmla="*/ 154 w 905"/>
                <a:gd name="T73" fmla="*/ 639 h 736"/>
                <a:gd name="T74" fmla="*/ 93 w 905"/>
                <a:gd name="T75" fmla="*/ 653 h 736"/>
                <a:gd name="T76" fmla="*/ 33 w 905"/>
                <a:gd name="T77" fmla="*/ 655 h 736"/>
                <a:gd name="T78" fmla="*/ 16 w 905"/>
                <a:gd name="T79" fmla="*/ 662 h 736"/>
                <a:gd name="T80" fmla="*/ 82 w 905"/>
                <a:gd name="T81" fmla="*/ 695 h 736"/>
                <a:gd name="T82" fmla="*/ 152 w 905"/>
                <a:gd name="T83" fmla="*/ 719 h 736"/>
                <a:gd name="T84" fmla="*/ 226 w 905"/>
                <a:gd name="T85" fmla="*/ 732 h 736"/>
                <a:gd name="T86" fmla="*/ 316 w 905"/>
                <a:gd name="T87" fmla="*/ 736 h 736"/>
                <a:gd name="T88" fmla="*/ 434 w 905"/>
                <a:gd name="T89" fmla="*/ 717 h 736"/>
                <a:gd name="T90" fmla="*/ 535 w 905"/>
                <a:gd name="T91" fmla="*/ 677 h 736"/>
                <a:gd name="T92" fmla="*/ 623 w 905"/>
                <a:gd name="T93" fmla="*/ 617 h 736"/>
                <a:gd name="T94" fmla="*/ 694 w 905"/>
                <a:gd name="T95" fmla="*/ 545 h 736"/>
                <a:gd name="T96" fmla="*/ 748 w 905"/>
                <a:gd name="T97" fmla="*/ 461 h 736"/>
                <a:gd name="T98" fmla="*/ 787 w 905"/>
                <a:gd name="T99" fmla="*/ 372 h 736"/>
                <a:gd name="T100" fmla="*/ 809 w 905"/>
                <a:gd name="T101" fmla="*/ 278 h 736"/>
                <a:gd name="T102" fmla="*/ 813 w 905"/>
                <a:gd name="T103" fmla="*/ 196 h 736"/>
                <a:gd name="T104" fmla="*/ 852 w 905"/>
                <a:gd name="T105" fmla="*/ 152 h 736"/>
                <a:gd name="T106" fmla="*/ 895 w 905"/>
                <a:gd name="T107" fmla="*/ 102 h 7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905" h="736">
                  <a:moveTo>
                    <a:pt x="905" y="88"/>
                  </a:moveTo>
                  <a:lnTo>
                    <a:pt x="880" y="98"/>
                  </a:lnTo>
                  <a:lnTo>
                    <a:pt x="853" y="106"/>
                  </a:lnTo>
                  <a:lnTo>
                    <a:pt x="827" y="113"/>
                  </a:lnTo>
                  <a:lnTo>
                    <a:pt x="798" y="118"/>
                  </a:lnTo>
                  <a:lnTo>
                    <a:pt x="812" y="107"/>
                  </a:lnTo>
                  <a:lnTo>
                    <a:pt x="826" y="97"/>
                  </a:lnTo>
                  <a:lnTo>
                    <a:pt x="837" y="86"/>
                  </a:lnTo>
                  <a:lnTo>
                    <a:pt x="849" y="73"/>
                  </a:lnTo>
                  <a:lnTo>
                    <a:pt x="859" y="60"/>
                  </a:lnTo>
                  <a:lnTo>
                    <a:pt x="867" y="46"/>
                  </a:lnTo>
                  <a:lnTo>
                    <a:pt x="875" y="30"/>
                  </a:lnTo>
                  <a:lnTo>
                    <a:pt x="880" y="14"/>
                  </a:lnTo>
                  <a:lnTo>
                    <a:pt x="867" y="22"/>
                  </a:lnTo>
                  <a:lnTo>
                    <a:pt x="853" y="29"/>
                  </a:lnTo>
                  <a:lnTo>
                    <a:pt x="838" y="36"/>
                  </a:lnTo>
                  <a:lnTo>
                    <a:pt x="823" y="41"/>
                  </a:lnTo>
                  <a:lnTo>
                    <a:pt x="809" y="47"/>
                  </a:lnTo>
                  <a:lnTo>
                    <a:pt x="794" y="52"/>
                  </a:lnTo>
                  <a:lnTo>
                    <a:pt x="778" y="56"/>
                  </a:lnTo>
                  <a:lnTo>
                    <a:pt x="762" y="60"/>
                  </a:lnTo>
                  <a:lnTo>
                    <a:pt x="749" y="47"/>
                  </a:lnTo>
                  <a:lnTo>
                    <a:pt x="735" y="35"/>
                  </a:lnTo>
                  <a:lnTo>
                    <a:pt x="719" y="25"/>
                  </a:lnTo>
                  <a:lnTo>
                    <a:pt x="702" y="16"/>
                  </a:lnTo>
                  <a:lnTo>
                    <a:pt x="684" y="9"/>
                  </a:lnTo>
                  <a:lnTo>
                    <a:pt x="666" y="5"/>
                  </a:lnTo>
                  <a:lnTo>
                    <a:pt x="647" y="2"/>
                  </a:lnTo>
                  <a:lnTo>
                    <a:pt x="626" y="0"/>
                  </a:lnTo>
                  <a:lnTo>
                    <a:pt x="608" y="2"/>
                  </a:lnTo>
                  <a:lnTo>
                    <a:pt x="590" y="5"/>
                  </a:lnTo>
                  <a:lnTo>
                    <a:pt x="572" y="9"/>
                  </a:lnTo>
                  <a:lnTo>
                    <a:pt x="555" y="15"/>
                  </a:lnTo>
                  <a:lnTo>
                    <a:pt x="539" y="23"/>
                  </a:lnTo>
                  <a:lnTo>
                    <a:pt x="523" y="32"/>
                  </a:lnTo>
                  <a:lnTo>
                    <a:pt x="509" y="44"/>
                  </a:lnTo>
                  <a:lnTo>
                    <a:pt x="495" y="55"/>
                  </a:lnTo>
                  <a:lnTo>
                    <a:pt x="484" y="69"/>
                  </a:lnTo>
                  <a:lnTo>
                    <a:pt x="473" y="82"/>
                  </a:lnTo>
                  <a:lnTo>
                    <a:pt x="463" y="98"/>
                  </a:lnTo>
                  <a:lnTo>
                    <a:pt x="455" y="114"/>
                  </a:lnTo>
                  <a:lnTo>
                    <a:pt x="450" y="131"/>
                  </a:lnTo>
                  <a:lnTo>
                    <a:pt x="445" y="150"/>
                  </a:lnTo>
                  <a:lnTo>
                    <a:pt x="442" y="168"/>
                  </a:lnTo>
                  <a:lnTo>
                    <a:pt x="441" y="186"/>
                  </a:lnTo>
                  <a:lnTo>
                    <a:pt x="442" y="197"/>
                  </a:lnTo>
                  <a:lnTo>
                    <a:pt x="443" y="208"/>
                  </a:lnTo>
                  <a:lnTo>
                    <a:pt x="444" y="219"/>
                  </a:lnTo>
                  <a:lnTo>
                    <a:pt x="446" y="229"/>
                  </a:lnTo>
                  <a:lnTo>
                    <a:pt x="417" y="227"/>
                  </a:lnTo>
                  <a:lnTo>
                    <a:pt x="389" y="222"/>
                  </a:lnTo>
                  <a:lnTo>
                    <a:pt x="361" y="218"/>
                  </a:lnTo>
                  <a:lnTo>
                    <a:pt x="334" y="211"/>
                  </a:lnTo>
                  <a:lnTo>
                    <a:pt x="307" y="203"/>
                  </a:lnTo>
                  <a:lnTo>
                    <a:pt x="281" y="194"/>
                  </a:lnTo>
                  <a:lnTo>
                    <a:pt x="256" y="183"/>
                  </a:lnTo>
                  <a:lnTo>
                    <a:pt x="231" y="171"/>
                  </a:lnTo>
                  <a:lnTo>
                    <a:pt x="207" y="157"/>
                  </a:lnTo>
                  <a:lnTo>
                    <a:pt x="184" y="144"/>
                  </a:lnTo>
                  <a:lnTo>
                    <a:pt x="161" y="128"/>
                  </a:lnTo>
                  <a:lnTo>
                    <a:pt x="140" y="111"/>
                  </a:lnTo>
                  <a:lnTo>
                    <a:pt x="119" y="94"/>
                  </a:lnTo>
                  <a:lnTo>
                    <a:pt x="100" y="76"/>
                  </a:lnTo>
                  <a:lnTo>
                    <a:pt x="81" y="55"/>
                  </a:lnTo>
                  <a:lnTo>
                    <a:pt x="63" y="35"/>
                  </a:lnTo>
                  <a:lnTo>
                    <a:pt x="58" y="45"/>
                  </a:lnTo>
                  <a:lnTo>
                    <a:pt x="52" y="56"/>
                  </a:lnTo>
                  <a:lnTo>
                    <a:pt x="49" y="68"/>
                  </a:lnTo>
                  <a:lnTo>
                    <a:pt x="44" y="79"/>
                  </a:lnTo>
                  <a:lnTo>
                    <a:pt x="42" y="90"/>
                  </a:lnTo>
                  <a:lnTo>
                    <a:pt x="40" y="103"/>
                  </a:lnTo>
                  <a:lnTo>
                    <a:pt x="38" y="115"/>
                  </a:lnTo>
                  <a:lnTo>
                    <a:pt x="38" y="128"/>
                  </a:lnTo>
                  <a:lnTo>
                    <a:pt x="38" y="140"/>
                  </a:lnTo>
                  <a:lnTo>
                    <a:pt x="40" y="152"/>
                  </a:lnTo>
                  <a:lnTo>
                    <a:pt x="42" y="163"/>
                  </a:lnTo>
                  <a:lnTo>
                    <a:pt x="44" y="175"/>
                  </a:lnTo>
                  <a:lnTo>
                    <a:pt x="48" y="186"/>
                  </a:lnTo>
                  <a:lnTo>
                    <a:pt x="51" y="196"/>
                  </a:lnTo>
                  <a:lnTo>
                    <a:pt x="56" y="206"/>
                  </a:lnTo>
                  <a:lnTo>
                    <a:pt x="60" y="217"/>
                  </a:lnTo>
                  <a:lnTo>
                    <a:pt x="66" y="227"/>
                  </a:lnTo>
                  <a:lnTo>
                    <a:pt x="73" y="236"/>
                  </a:lnTo>
                  <a:lnTo>
                    <a:pt x="79" y="245"/>
                  </a:lnTo>
                  <a:lnTo>
                    <a:pt x="86" y="253"/>
                  </a:lnTo>
                  <a:lnTo>
                    <a:pt x="94" y="261"/>
                  </a:lnTo>
                  <a:lnTo>
                    <a:pt x="102" y="269"/>
                  </a:lnTo>
                  <a:lnTo>
                    <a:pt x="111" y="276"/>
                  </a:lnTo>
                  <a:lnTo>
                    <a:pt x="120" y="283"/>
                  </a:lnTo>
                  <a:lnTo>
                    <a:pt x="109" y="282"/>
                  </a:lnTo>
                  <a:lnTo>
                    <a:pt x="98" y="280"/>
                  </a:lnTo>
                  <a:lnTo>
                    <a:pt x="87" y="278"/>
                  </a:lnTo>
                  <a:lnTo>
                    <a:pt x="76" y="276"/>
                  </a:lnTo>
                  <a:lnTo>
                    <a:pt x="66" y="272"/>
                  </a:lnTo>
                  <a:lnTo>
                    <a:pt x="56" y="269"/>
                  </a:lnTo>
                  <a:lnTo>
                    <a:pt x="46" y="265"/>
                  </a:lnTo>
                  <a:lnTo>
                    <a:pt x="36" y="260"/>
                  </a:lnTo>
                  <a:lnTo>
                    <a:pt x="36" y="261"/>
                  </a:lnTo>
                  <a:lnTo>
                    <a:pt x="36" y="262"/>
                  </a:lnTo>
                  <a:lnTo>
                    <a:pt x="37" y="278"/>
                  </a:lnTo>
                  <a:lnTo>
                    <a:pt x="40" y="295"/>
                  </a:lnTo>
                  <a:lnTo>
                    <a:pt x="43" y="310"/>
                  </a:lnTo>
                  <a:lnTo>
                    <a:pt x="48" y="326"/>
                  </a:lnTo>
                  <a:lnTo>
                    <a:pt x="54" y="341"/>
                  </a:lnTo>
                  <a:lnTo>
                    <a:pt x="61" y="354"/>
                  </a:lnTo>
                  <a:lnTo>
                    <a:pt x="69" y="368"/>
                  </a:lnTo>
                  <a:lnTo>
                    <a:pt x="79" y="381"/>
                  </a:lnTo>
                  <a:lnTo>
                    <a:pt x="90" y="392"/>
                  </a:lnTo>
                  <a:lnTo>
                    <a:pt x="101" y="402"/>
                  </a:lnTo>
                  <a:lnTo>
                    <a:pt x="114" y="413"/>
                  </a:lnTo>
                  <a:lnTo>
                    <a:pt x="126" y="420"/>
                  </a:lnTo>
                  <a:lnTo>
                    <a:pt x="140" y="428"/>
                  </a:lnTo>
                  <a:lnTo>
                    <a:pt x="155" y="435"/>
                  </a:lnTo>
                  <a:lnTo>
                    <a:pt x="169" y="440"/>
                  </a:lnTo>
                  <a:lnTo>
                    <a:pt x="185" y="443"/>
                  </a:lnTo>
                  <a:lnTo>
                    <a:pt x="174" y="447"/>
                  </a:lnTo>
                  <a:lnTo>
                    <a:pt x="161" y="449"/>
                  </a:lnTo>
                  <a:lnTo>
                    <a:pt x="149" y="450"/>
                  </a:lnTo>
                  <a:lnTo>
                    <a:pt x="136" y="450"/>
                  </a:lnTo>
                  <a:lnTo>
                    <a:pt x="127" y="450"/>
                  </a:lnTo>
                  <a:lnTo>
                    <a:pt x="119" y="449"/>
                  </a:lnTo>
                  <a:lnTo>
                    <a:pt x="110" y="448"/>
                  </a:lnTo>
                  <a:lnTo>
                    <a:pt x="101" y="447"/>
                  </a:lnTo>
                  <a:lnTo>
                    <a:pt x="107" y="460"/>
                  </a:lnTo>
                  <a:lnTo>
                    <a:pt x="112" y="474"/>
                  </a:lnTo>
                  <a:lnTo>
                    <a:pt x="119" y="487"/>
                  </a:lnTo>
                  <a:lnTo>
                    <a:pt x="127" y="498"/>
                  </a:lnTo>
                  <a:lnTo>
                    <a:pt x="136" y="509"/>
                  </a:lnTo>
                  <a:lnTo>
                    <a:pt x="146" y="520"/>
                  </a:lnTo>
                  <a:lnTo>
                    <a:pt x="156" y="530"/>
                  </a:lnTo>
                  <a:lnTo>
                    <a:pt x="167" y="539"/>
                  </a:lnTo>
                  <a:lnTo>
                    <a:pt x="179" y="547"/>
                  </a:lnTo>
                  <a:lnTo>
                    <a:pt x="191" y="554"/>
                  </a:lnTo>
                  <a:lnTo>
                    <a:pt x="204" y="561"/>
                  </a:lnTo>
                  <a:lnTo>
                    <a:pt x="217" y="565"/>
                  </a:lnTo>
                  <a:lnTo>
                    <a:pt x="231" y="570"/>
                  </a:lnTo>
                  <a:lnTo>
                    <a:pt x="246" y="573"/>
                  </a:lnTo>
                  <a:lnTo>
                    <a:pt x="259" y="575"/>
                  </a:lnTo>
                  <a:lnTo>
                    <a:pt x="275" y="575"/>
                  </a:lnTo>
                  <a:lnTo>
                    <a:pt x="263" y="584"/>
                  </a:lnTo>
                  <a:lnTo>
                    <a:pt x="250" y="594"/>
                  </a:lnTo>
                  <a:lnTo>
                    <a:pt x="238" y="602"/>
                  </a:lnTo>
                  <a:lnTo>
                    <a:pt x="224" y="610"/>
                  </a:lnTo>
                  <a:lnTo>
                    <a:pt x="210" y="616"/>
                  </a:lnTo>
                  <a:lnTo>
                    <a:pt x="197" y="623"/>
                  </a:lnTo>
                  <a:lnTo>
                    <a:pt x="183" y="629"/>
                  </a:lnTo>
                  <a:lnTo>
                    <a:pt x="168" y="635"/>
                  </a:lnTo>
                  <a:lnTo>
                    <a:pt x="154" y="639"/>
                  </a:lnTo>
                  <a:lnTo>
                    <a:pt x="139" y="644"/>
                  </a:lnTo>
                  <a:lnTo>
                    <a:pt x="124" y="647"/>
                  </a:lnTo>
                  <a:lnTo>
                    <a:pt x="108" y="650"/>
                  </a:lnTo>
                  <a:lnTo>
                    <a:pt x="93" y="653"/>
                  </a:lnTo>
                  <a:lnTo>
                    <a:pt x="77" y="654"/>
                  </a:lnTo>
                  <a:lnTo>
                    <a:pt x="61" y="655"/>
                  </a:lnTo>
                  <a:lnTo>
                    <a:pt x="44" y="655"/>
                  </a:lnTo>
                  <a:lnTo>
                    <a:pt x="33" y="655"/>
                  </a:lnTo>
                  <a:lnTo>
                    <a:pt x="22" y="655"/>
                  </a:lnTo>
                  <a:lnTo>
                    <a:pt x="11" y="654"/>
                  </a:lnTo>
                  <a:lnTo>
                    <a:pt x="0" y="653"/>
                  </a:lnTo>
                  <a:lnTo>
                    <a:pt x="16" y="662"/>
                  </a:lnTo>
                  <a:lnTo>
                    <a:pt x="32" y="671"/>
                  </a:lnTo>
                  <a:lnTo>
                    <a:pt x="48" y="680"/>
                  </a:lnTo>
                  <a:lnTo>
                    <a:pt x="65" y="688"/>
                  </a:lnTo>
                  <a:lnTo>
                    <a:pt x="82" y="695"/>
                  </a:lnTo>
                  <a:lnTo>
                    <a:pt x="99" y="703"/>
                  </a:lnTo>
                  <a:lnTo>
                    <a:pt x="116" y="709"/>
                  </a:lnTo>
                  <a:lnTo>
                    <a:pt x="134" y="714"/>
                  </a:lnTo>
                  <a:lnTo>
                    <a:pt x="152" y="719"/>
                  </a:lnTo>
                  <a:lnTo>
                    <a:pt x="171" y="723"/>
                  </a:lnTo>
                  <a:lnTo>
                    <a:pt x="189" y="728"/>
                  </a:lnTo>
                  <a:lnTo>
                    <a:pt x="208" y="730"/>
                  </a:lnTo>
                  <a:lnTo>
                    <a:pt x="226" y="732"/>
                  </a:lnTo>
                  <a:lnTo>
                    <a:pt x="246" y="735"/>
                  </a:lnTo>
                  <a:lnTo>
                    <a:pt x="265" y="736"/>
                  </a:lnTo>
                  <a:lnTo>
                    <a:pt x="285" y="736"/>
                  </a:lnTo>
                  <a:lnTo>
                    <a:pt x="316" y="736"/>
                  </a:lnTo>
                  <a:lnTo>
                    <a:pt x="347" y="732"/>
                  </a:lnTo>
                  <a:lnTo>
                    <a:pt x="377" y="729"/>
                  </a:lnTo>
                  <a:lnTo>
                    <a:pt x="405" y="723"/>
                  </a:lnTo>
                  <a:lnTo>
                    <a:pt x="434" y="717"/>
                  </a:lnTo>
                  <a:lnTo>
                    <a:pt x="460" y="709"/>
                  </a:lnTo>
                  <a:lnTo>
                    <a:pt x="486" y="699"/>
                  </a:lnTo>
                  <a:lnTo>
                    <a:pt x="511" y="688"/>
                  </a:lnTo>
                  <a:lnTo>
                    <a:pt x="535" y="677"/>
                  </a:lnTo>
                  <a:lnTo>
                    <a:pt x="559" y="663"/>
                  </a:lnTo>
                  <a:lnTo>
                    <a:pt x="581" y="649"/>
                  </a:lnTo>
                  <a:lnTo>
                    <a:pt x="602" y="633"/>
                  </a:lnTo>
                  <a:lnTo>
                    <a:pt x="623" y="617"/>
                  </a:lnTo>
                  <a:lnTo>
                    <a:pt x="641" y="600"/>
                  </a:lnTo>
                  <a:lnTo>
                    <a:pt x="659" y="582"/>
                  </a:lnTo>
                  <a:lnTo>
                    <a:pt x="678" y="564"/>
                  </a:lnTo>
                  <a:lnTo>
                    <a:pt x="694" y="545"/>
                  </a:lnTo>
                  <a:lnTo>
                    <a:pt x="708" y="525"/>
                  </a:lnTo>
                  <a:lnTo>
                    <a:pt x="723" y="504"/>
                  </a:lnTo>
                  <a:lnTo>
                    <a:pt x="736" y="483"/>
                  </a:lnTo>
                  <a:lnTo>
                    <a:pt x="748" y="461"/>
                  </a:lnTo>
                  <a:lnTo>
                    <a:pt x="760" y="439"/>
                  </a:lnTo>
                  <a:lnTo>
                    <a:pt x="770" y="417"/>
                  </a:lnTo>
                  <a:lnTo>
                    <a:pt x="779" y="394"/>
                  </a:lnTo>
                  <a:lnTo>
                    <a:pt x="787" y="372"/>
                  </a:lnTo>
                  <a:lnTo>
                    <a:pt x="794" y="348"/>
                  </a:lnTo>
                  <a:lnTo>
                    <a:pt x="800" y="325"/>
                  </a:lnTo>
                  <a:lnTo>
                    <a:pt x="804" y="301"/>
                  </a:lnTo>
                  <a:lnTo>
                    <a:pt x="809" y="278"/>
                  </a:lnTo>
                  <a:lnTo>
                    <a:pt x="811" y="254"/>
                  </a:lnTo>
                  <a:lnTo>
                    <a:pt x="813" y="231"/>
                  </a:lnTo>
                  <a:lnTo>
                    <a:pt x="813" y="208"/>
                  </a:lnTo>
                  <a:lnTo>
                    <a:pt x="813" y="196"/>
                  </a:lnTo>
                  <a:lnTo>
                    <a:pt x="813" y="184"/>
                  </a:lnTo>
                  <a:lnTo>
                    <a:pt x="826" y="173"/>
                  </a:lnTo>
                  <a:lnTo>
                    <a:pt x="839" y="163"/>
                  </a:lnTo>
                  <a:lnTo>
                    <a:pt x="852" y="152"/>
                  </a:lnTo>
                  <a:lnTo>
                    <a:pt x="863" y="140"/>
                  </a:lnTo>
                  <a:lnTo>
                    <a:pt x="875" y="128"/>
                  </a:lnTo>
                  <a:lnTo>
                    <a:pt x="885" y="115"/>
                  </a:lnTo>
                  <a:lnTo>
                    <a:pt x="895" y="102"/>
                  </a:lnTo>
                  <a:lnTo>
                    <a:pt x="905" y="8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sp>
        <p:nvSpPr>
          <p:cNvPr id="39" name="Text Placeholder 3">
            <a:extLst>
              <a:ext uri="{FF2B5EF4-FFF2-40B4-BE49-F238E27FC236}">
                <a16:creationId xmlns:a16="http://schemas.microsoft.com/office/drawing/2014/main" id="{DC9A7597-A4D9-4DA1-A055-CE46E15C231B}"/>
              </a:ext>
            </a:extLst>
          </p:cNvPr>
          <p:cNvSpPr txBox="1">
            <a:spLocks/>
          </p:cNvSpPr>
          <p:nvPr userDrawn="1"/>
        </p:nvSpPr>
        <p:spPr>
          <a:xfrm>
            <a:off x="995363" y="3766648"/>
            <a:ext cx="3995737" cy="1358437"/>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1100" b="0" kern="1200">
                <a:solidFill>
                  <a:schemeClr val="bg1">
                    <a:lumMod val="65000"/>
                  </a:schemeClr>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100" b="0" kern="1200">
                <a:solidFill>
                  <a:schemeClr val="bg1">
                    <a:lumMod val="65000"/>
                  </a:schemeClr>
                </a:solidFill>
                <a:latin typeface="+mn-lt"/>
                <a:ea typeface="+mn-ea"/>
                <a:cs typeface="+mn-cs"/>
              </a:defRPr>
            </a:lvl2pPr>
            <a:lvl3pPr marL="0" indent="0" algn="l" defTabSz="914400" rtl="0" eaLnBrk="1" latinLnBrk="0" hangingPunct="1">
              <a:lnSpc>
                <a:spcPct val="100000"/>
              </a:lnSpc>
              <a:spcBef>
                <a:spcPts val="0"/>
              </a:spcBef>
              <a:spcAft>
                <a:spcPts val="600"/>
              </a:spcAft>
              <a:buClr>
                <a:schemeClr val="tx2"/>
              </a:buClr>
              <a:buFontTx/>
              <a:buNone/>
              <a:defRPr sz="900" b="0" kern="1200">
                <a:solidFill>
                  <a:schemeClr val="bg1">
                    <a:lumMod val="65000"/>
                  </a:schemeClr>
                </a:solidFill>
                <a:latin typeface="+mn-lt"/>
                <a:ea typeface="+mn-ea"/>
                <a:cs typeface="+mn-cs"/>
              </a:defRPr>
            </a:lvl3pPr>
            <a:lvl4pPr marL="345600" indent="0" algn="l" defTabSz="914400" rtl="0" eaLnBrk="1" latinLnBrk="0" hangingPunct="1">
              <a:lnSpc>
                <a:spcPct val="100000"/>
              </a:lnSpc>
              <a:spcBef>
                <a:spcPts val="0"/>
              </a:spcBef>
              <a:spcAft>
                <a:spcPts val="600"/>
              </a:spcAft>
              <a:buClr>
                <a:schemeClr val="tx2"/>
              </a:buClr>
              <a:buFontTx/>
              <a:buNone/>
              <a:defRPr sz="900" b="0" kern="1200">
                <a:solidFill>
                  <a:schemeClr val="bg1">
                    <a:lumMod val="65000"/>
                  </a:schemeClr>
                </a:solidFill>
                <a:latin typeface="+mn-lt"/>
                <a:ea typeface="+mn-ea"/>
                <a:cs typeface="+mn-cs"/>
              </a:defRPr>
            </a:lvl4pPr>
            <a:lvl5pPr marL="540000" indent="0" algn="l" defTabSz="914400" rtl="0" eaLnBrk="1" latinLnBrk="0" hangingPunct="1">
              <a:lnSpc>
                <a:spcPct val="100000"/>
              </a:lnSpc>
              <a:spcBef>
                <a:spcPts val="0"/>
              </a:spcBef>
              <a:spcAft>
                <a:spcPts val="600"/>
              </a:spcAft>
              <a:buClr>
                <a:schemeClr val="tx2"/>
              </a:buClr>
              <a:buFontTx/>
              <a:buNone/>
              <a:defRPr sz="900" b="0" kern="1200" baseline="0">
                <a:solidFill>
                  <a:schemeClr val="bg1">
                    <a:lumMod val="65000"/>
                  </a:schemeClr>
                </a:solidFill>
                <a:latin typeface="+mn-lt"/>
                <a:ea typeface="+mn-ea"/>
                <a:cs typeface="+mn-cs"/>
              </a:defRPr>
            </a:lvl5pPr>
            <a:lvl6pPr marL="864000" indent="-144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1152000" indent="-288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296000" indent="-144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800" b="0" i="0" u="none" strike="noStrike" kern="1200" cap="none" spc="0" normalizeH="0" baseline="0" noProof="0">
                <a:ln>
                  <a:noFill/>
                </a:ln>
                <a:solidFill>
                  <a:srgbClr val="FFFFFF"/>
                </a:solidFill>
                <a:effectLst/>
                <a:uLnTx/>
                <a:uFillTx/>
                <a:latin typeface="Arial"/>
                <a:ea typeface="+mn-ea"/>
                <a:cs typeface="+mn-cs"/>
              </a:rPr>
              <a:t>The information contained herein is of a general nature and is not intended to address the circumstances of any particular individual or entity. Although we endeavor to provide accurate and timely information, there can be no guarantee that such information is accurate as of the date it is received or that it will continue to be accurate in the future. No one should act on such information without appropriate professional advice after a thorough examination of the particular situation.</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800" b="0" i="0" u="none" strike="noStrike" kern="1200" cap="none" spc="0" normalizeH="0" baseline="0" noProof="0">
                <a:ln>
                  <a:noFill/>
                </a:ln>
                <a:solidFill>
                  <a:srgbClr val="FFFFFF"/>
                </a:solidFill>
                <a:effectLst/>
                <a:uLnTx/>
                <a:uFillTx/>
                <a:latin typeface="Arial"/>
                <a:ea typeface="+mn-ea"/>
                <a:cs typeface="+mn-cs"/>
              </a:rPr>
              <a:t>KPMG Assurance and Consulting Services LLP, </a:t>
            </a:r>
            <a:r>
              <a:rPr kumimoji="0" lang="en-US" sz="800" b="0" i="0" u="none" strike="noStrike" kern="1200" cap="none" spc="0" normalizeH="0" baseline="0" noProof="0" err="1">
                <a:ln>
                  <a:noFill/>
                </a:ln>
                <a:solidFill>
                  <a:srgbClr val="FFFFFF"/>
                </a:solidFill>
                <a:effectLst/>
                <a:uLnTx/>
                <a:uFillTx/>
                <a:latin typeface="Arial"/>
                <a:ea typeface="+mn-ea"/>
                <a:cs typeface="+mn-cs"/>
              </a:rPr>
              <a:t>Lodha</a:t>
            </a:r>
            <a:r>
              <a:rPr kumimoji="0" lang="en-US" sz="800" b="0" i="0" u="none" strike="noStrike" kern="1200" cap="none" spc="0" normalizeH="0" baseline="0" noProof="0">
                <a:ln>
                  <a:noFill/>
                </a:ln>
                <a:solidFill>
                  <a:srgbClr val="FFFFFF"/>
                </a:solidFill>
                <a:effectLst/>
                <a:uLnTx/>
                <a:uFillTx/>
                <a:latin typeface="Arial"/>
                <a:ea typeface="+mn-ea"/>
                <a:cs typeface="+mn-cs"/>
              </a:rPr>
              <a:t> </a:t>
            </a:r>
            <a:r>
              <a:rPr kumimoji="0" lang="en-US" sz="800" b="0" i="0" u="none" strike="noStrike" kern="1200" cap="none" spc="0" normalizeH="0" baseline="0" noProof="0" err="1">
                <a:ln>
                  <a:noFill/>
                </a:ln>
                <a:solidFill>
                  <a:srgbClr val="FFFFFF"/>
                </a:solidFill>
                <a:effectLst/>
                <a:uLnTx/>
                <a:uFillTx/>
                <a:latin typeface="Arial"/>
                <a:ea typeface="+mn-ea"/>
                <a:cs typeface="+mn-cs"/>
              </a:rPr>
              <a:t>Excelus</a:t>
            </a:r>
            <a:r>
              <a:rPr kumimoji="0" lang="en-US" sz="800" b="0" i="0" u="none" strike="noStrike" kern="1200" cap="none" spc="0" normalizeH="0" baseline="0" noProof="0">
                <a:ln>
                  <a:noFill/>
                </a:ln>
                <a:solidFill>
                  <a:srgbClr val="FFFFFF"/>
                </a:solidFill>
                <a:effectLst/>
                <a:uLnTx/>
                <a:uFillTx/>
                <a:latin typeface="Arial"/>
                <a:ea typeface="+mn-ea"/>
                <a:cs typeface="+mn-cs"/>
              </a:rPr>
              <a:t>, Apollo Mills Compound, NM Joshi Marg, Mahalaxmi, Mumbai - 400 011 Phone: +91 22 3989 6000, Fax: +91 22 3983 6000.</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800" b="0" i="0" u="none" strike="noStrike" kern="1200" cap="none" spc="0" normalizeH="0" baseline="0" noProof="0">
                <a:ln>
                  <a:noFill/>
                </a:ln>
                <a:solidFill>
                  <a:srgbClr val="FFFFFF"/>
                </a:solidFill>
                <a:effectLst/>
                <a:uLnTx/>
                <a:uFillTx/>
                <a:latin typeface="Arial"/>
                <a:ea typeface="+mn-ea"/>
                <a:cs typeface="+mn-cs"/>
              </a:rPr>
              <a:t>© 2022 KPMG Assurance and Consulting Services LLP, an Indian Limited Liability Partnership and a member firm of the KPMG global organization of independent member firms affiliated with KPMG International Limited, </a:t>
            </a:r>
            <a:br>
              <a:rPr kumimoji="0" lang="en-US" sz="800" b="0" i="0" u="none" strike="noStrike" kern="1200" cap="none" spc="0" normalizeH="0" baseline="0" noProof="0">
                <a:ln>
                  <a:noFill/>
                </a:ln>
                <a:solidFill>
                  <a:srgbClr val="FFFFFF"/>
                </a:solidFill>
                <a:effectLst/>
                <a:uLnTx/>
                <a:uFillTx/>
                <a:latin typeface="Arial"/>
                <a:ea typeface="+mn-ea"/>
                <a:cs typeface="+mn-cs"/>
              </a:rPr>
            </a:br>
            <a:r>
              <a:rPr kumimoji="0" lang="en-US" sz="800" b="0" i="0" u="none" strike="noStrike" kern="1200" cap="none" spc="0" normalizeH="0" baseline="0" noProof="0">
                <a:ln>
                  <a:noFill/>
                </a:ln>
                <a:solidFill>
                  <a:srgbClr val="FFFFFF"/>
                </a:solidFill>
                <a:effectLst/>
                <a:uLnTx/>
                <a:uFillTx/>
                <a:latin typeface="Arial"/>
                <a:ea typeface="+mn-ea"/>
                <a:cs typeface="+mn-cs"/>
              </a:rPr>
              <a:t>a private English company limited by guarantee. All rights reserved.</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800" b="0" i="0" u="none" strike="noStrike" kern="1200" cap="none" spc="0" normalizeH="0" baseline="0" noProof="0">
                <a:ln>
                  <a:noFill/>
                </a:ln>
                <a:solidFill>
                  <a:srgbClr val="FFFFFF"/>
                </a:solidFill>
                <a:effectLst/>
                <a:uLnTx/>
                <a:uFillTx/>
                <a:latin typeface="Arial"/>
                <a:ea typeface="+mn-ea"/>
                <a:cs typeface="+mn-cs"/>
              </a:rPr>
              <a:t>The KPMG name and logo are trademarks used under license by the independent member firms of the KPMG global organization.</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800" b="0" i="0" u="none" strike="noStrike" kern="1200" cap="none" spc="0" normalizeH="0" baseline="0" noProof="0">
                <a:ln>
                  <a:noFill/>
                </a:ln>
                <a:solidFill>
                  <a:srgbClr val="FFFFFF"/>
                </a:solidFill>
                <a:effectLst/>
                <a:uLnTx/>
                <a:uFillTx/>
                <a:latin typeface="Arial"/>
                <a:ea typeface="+mn-ea"/>
                <a:cs typeface="+mn-cs"/>
              </a:rPr>
              <a:t>This document is for e-communication only.</a:t>
            </a:r>
          </a:p>
        </p:txBody>
      </p:sp>
      <p:sp>
        <p:nvSpPr>
          <p:cNvPr id="40" name="Text Placeholder 4">
            <a:extLst>
              <a:ext uri="{FF2B5EF4-FFF2-40B4-BE49-F238E27FC236}">
                <a16:creationId xmlns:a16="http://schemas.microsoft.com/office/drawing/2014/main" id="{CE11C594-1864-4C10-AA72-301F2D703058}"/>
              </a:ext>
            </a:extLst>
          </p:cNvPr>
          <p:cNvSpPr txBox="1">
            <a:spLocks/>
          </p:cNvSpPr>
          <p:nvPr userDrawn="1"/>
        </p:nvSpPr>
        <p:spPr>
          <a:xfrm>
            <a:off x="995898" y="2893158"/>
            <a:ext cx="2411738" cy="119064"/>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1200" b="1" kern="1200">
                <a:solidFill>
                  <a:schemeClr val="tx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bg1">
                    <a:lumMod val="65000"/>
                  </a:schemeClr>
                </a:solidFill>
                <a:latin typeface="+mn-lt"/>
                <a:ea typeface="+mn-ea"/>
                <a:cs typeface="+mn-cs"/>
              </a:defRPr>
            </a:lvl2pPr>
            <a:lvl3pPr marL="0" indent="0" algn="l" defTabSz="914400" rtl="0" eaLnBrk="1" latinLnBrk="0" hangingPunct="1">
              <a:lnSpc>
                <a:spcPct val="100000"/>
              </a:lnSpc>
              <a:spcBef>
                <a:spcPts val="0"/>
              </a:spcBef>
              <a:spcAft>
                <a:spcPts val="600"/>
              </a:spcAft>
              <a:buClr>
                <a:schemeClr val="tx2"/>
              </a:buClr>
              <a:buFontTx/>
              <a:buNone/>
              <a:defRPr sz="900" b="0" kern="1200">
                <a:solidFill>
                  <a:schemeClr val="bg1">
                    <a:lumMod val="65000"/>
                  </a:schemeClr>
                </a:solidFill>
                <a:latin typeface="+mn-lt"/>
                <a:ea typeface="+mn-ea"/>
                <a:cs typeface="+mn-cs"/>
              </a:defRPr>
            </a:lvl3pPr>
            <a:lvl4pPr marL="345600" indent="0" algn="l" defTabSz="914400" rtl="0" eaLnBrk="1" latinLnBrk="0" hangingPunct="1">
              <a:lnSpc>
                <a:spcPct val="100000"/>
              </a:lnSpc>
              <a:spcBef>
                <a:spcPts val="0"/>
              </a:spcBef>
              <a:spcAft>
                <a:spcPts val="600"/>
              </a:spcAft>
              <a:buClr>
                <a:schemeClr val="tx2"/>
              </a:buClr>
              <a:buFontTx/>
              <a:buNone/>
              <a:defRPr sz="900" b="0" kern="1200">
                <a:solidFill>
                  <a:schemeClr val="bg1">
                    <a:lumMod val="65000"/>
                  </a:schemeClr>
                </a:solidFill>
                <a:latin typeface="+mn-lt"/>
                <a:ea typeface="+mn-ea"/>
                <a:cs typeface="+mn-cs"/>
              </a:defRPr>
            </a:lvl4pPr>
            <a:lvl5pPr marL="540000" indent="0" algn="l" defTabSz="914400" rtl="0" eaLnBrk="1" latinLnBrk="0" hangingPunct="1">
              <a:lnSpc>
                <a:spcPct val="100000"/>
              </a:lnSpc>
              <a:spcBef>
                <a:spcPts val="0"/>
              </a:spcBef>
              <a:spcAft>
                <a:spcPts val="600"/>
              </a:spcAft>
              <a:buClr>
                <a:schemeClr val="tx2"/>
              </a:buClr>
              <a:buFontTx/>
              <a:buNone/>
              <a:defRPr sz="900" b="0" kern="1200" baseline="0">
                <a:solidFill>
                  <a:schemeClr val="bg1">
                    <a:lumMod val="65000"/>
                  </a:schemeClr>
                </a:solidFill>
                <a:latin typeface="+mn-lt"/>
                <a:ea typeface="+mn-ea"/>
                <a:cs typeface="+mn-cs"/>
              </a:defRPr>
            </a:lvl5pPr>
            <a:lvl6pPr marL="864000" indent="-144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1152000" indent="-288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296000" indent="-144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1" i="0" u="none" strike="noStrike" kern="1200" cap="none" spc="0" normalizeH="0" baseline="0" noProof="0" err="1">
                <a:ln>
                  <a:noFill/>
                </a:ln>
                <a:solidFill>
                  <a:srgbClr val="FFFFFF"/>
                </a:solidFill>
                <a:effectLst/>
                <a:uLnTx/>
                <a:uFillTx/>
                <a:latin typeface="Arial"/>
                <a:ea typeface="+mn-ea"/>
                <a:cs typeface="+mn-cs"/>
              </a:rPr>
              <a:t>home.kpmg</a:t>
            </a:r>
            <a:r>
              <a:rPr kumimoji="0" lang="en-US" sz="1200" b="1" i="0" u="none" strike="noStrike" kern="1200" cap="none" spc="0" normalizeH="0" baseline="0" noProof="0">
                <a:ln>
                  <a:noFill/>
                </a:ln>
                <a:solidFill>
                  <a:srgbClr val="FFFFFF"/>
                </a:solidFill>
                <a:effectLst/>
                <a:uLnTx/>
                <a:uFillTx/>
                <a:latin typeface="Arial"/>
                <a:ea typeface="+mn-ea"/>
                <a:cs typeface="+mn-cs"/>
              </a:rPr>
              <a:t>/in/</a:t>
            </a:r>
            <a:r>
              <a:rPr kumimoji="0" lang="en-US" sz="1200" b="1" i="0" u="none" strike="noStrike" kern="1200" cap="none" spc="0" normalizeH="0" baseline="0" noProof="0" err="1">
                <a:ln>
                  <a:noFill/>
                </a:ln>
                <a:solidFill>
                  <a:srgbClr val="FFFFFF"/>
                </a:solidFill>
                <a:effectLst/>
                <a:uLnTx/>
                <a:uFillTx/>
                <a:latin typeface="Arial"/>
                <a:ea typeface="+mn-ea"/>
                <a:cs typeface="+mn-cs"/>
              </a:rPr>
              <a:t>socialmedia</a:t>
            </a:r>
            <a:endParaRPr kumimoji="0" lang="en-US" sz="1200" b="1" i="0" u="none" strike="noStrike" kern="1200" cap="none" spc="0" normalizeH="0" baseline="0" noProof="0">
              <a:ln>
                <a:noFill/>
              </a:ln>
              <a:solidFill>
                <a:srgbClr val="FFFFFF"/>
              </a:solidFill>
              <a:effectLst/>
              <a:uLnTx/>
              <a:uFillTx/>
              <a:latin typeface="Arial"/>
              <a:ea typeface="+mn-ea"/>
              <a:cs typeface="+mn-cs"/>
            </a:endParaRPr>
          </a:p>
        </p:txBody>
      </p:sp>
      <p:pic>
        <p:nvPicPr>
          <p:cNvPr id="41" name="Picture 40" descr="Icon&#10;&#10;Description automatically generated">
            <a:extLst>
              <a:ext uri="{FF2B5EF4-FFF2-40B4-BE49-F238E27FC236}">
                <a16:creationId xmlns:a16="http://schemas.microsoft.com/office/drawing/2014/main" id="{4908B2FF-A606-4CA7-8375-1ED461DC4F1F}"/>
              </a:ext>
            </a:extLst>
          </p:cNvPr>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2283901" y="3159567"/>
            <a:ext cx="416754" cy="416754"/>
          </a:xfrm>
          <a:prstGeom prst="rect">
            <a:avLst/>
          </a:prstGeom>
        </p:spPr>
      </p:pic>
    </p:spTree>
    <p:extLst>
      <p:ext uri="{BB962C8B-B14F-4D97-AF65-F5344CB8AC3E}">
        <p14:creationId xmlns:p14="http://schemas.microsoft.com/office/powerpoint/2010/main" val="2723877580"/>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Color palet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FF5724-C137-47F3-B441-6C1B9714F578}"/>
              </a:ext>
            </a:extLst>
          </p:cNvPr>
          <p:cNvSpPr>
            <a:spLocks noGrp="1"/>
          </p:cNvSpPr>
          <p:nvPr>
            <p:ph type="title"/>
          </p:nvPr>
        </p:nvSpPr>
        <p:spPr>
          <a:solidFill>
            <a:schemeClr val="bg1"/>
          </a:solidFill>
        </p:spPr>
        <p:txBody>
          <a:bodyPr/>
          <a:lstStyle/>
          <a:p>
            <a:r>
              <a:rPr lang="en-US"/>
              <a:t>Click to edit Master title style</a:t>
            </a:r>
            <a:endParaRPr lang="en-GB"/>
          </a:p>
        </p:txBody>
      </p:sp>
      <p:sp>
        <p:nvSpPr>
          <p:cNvPr id="4" name="Rectangle 3">
            <a:extLst>
              <a:ext uri="{FF2B5EF4-FFF2-40B4-BE49-F238E27FC236}">
                <a16:creationId xmlns:a16="http://schemas.microsoft.com/office/drawing/2014/main" id="{1ACC0FFF-EDF5-49D0-8C1F-A5D5BA3335B9}"/>
              </a:ext>
            </a:extLst>
          </p:cNvPr>
          <p:cNvSpPr/>
          <p:nvPr userDrawn="1"/>
        </p:nvSpPr>
        <p:spPr>
          <a:xfrm>
            <a:off x="998351" y="2246533"/>
            <a:ext cx="839614" cy="411225"/>
          </a:xfrm>
          <a:prstGeom prst="rect">
            <a:avLst/>
          </a:prstGeom>
          <a:solidFill>
            <a:srgbClr val="1E49E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30</a:t>
            </a:r>
          </a:p>
          <a:p>
            <a:pPr algn="ctr"/>
            <a:r>
              <a:rPr lang="en-GB" sz="800">
                <a:solidFill>
                  <a:schemeClr val="bg1"/>
                </a:solidFill>
              </a:rPr>
              <a:t>73</a:t>
            </a:r>
          </a:p>
          <a:p>
            <a:pPr algn="ctr"/>
            <a:r>
              <a:rPr lang="en-GB" sz="800">
                <a:solidFill>
                  <a:schemeClr val="bg1"/>
                </a:solidFill>
              </a:rPr>
              <a:t>226</a:t>
            </a:r>
          </a:p>
        </p:txBody>
      </p:sp>
      <p:sp>
        <p:nvSpPr>
          <p:cNvPr id="5" name="Rectangle 4">
            <a:extLst>
              <a:ext uri="{FF2B5EF4-FFF2-40B4-BE49-F238E27FC236}">
                <a16:creationId xmlns:a16="http://schemas.microsoft.com/office/drawing/2014/main" id="{081F4118-D01B-40DD-940F-068338DB15A5}"/>
              </a:ext>
            </a:extLst>
          </p:cNvPr>
          <p:cNvSpPr/>
          <p:nvPr userDrawn="1"/>
        </p:nvSpPr>
        <p:spPr>
          <a:xfrm>
            <a:off x="998351" y="1731971"/>
            <a:ext cx="839614" cy="411225"/>
          </a:xfrm>
          <a:prstGeom prst="rect">
            <a:avLst/>
          </a:prstGeom>
          <a:solidFill>
            <a:srgbClr val="00338D"/>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0</a:t>
            </a:r>
          </a:p>
          <a:p>
            <a:pPr algn="ctr"/>
            <a:r>
              <a:rPr lang="en-GB" sz="800">
                <a:solidFill>
                  <a:schemeClr val="bg1"/>
                </a:solidFill>
              </a:rPr>
              <a:t>51</a:t>
            </a:r>
          </a:p>
          <a:p>
            <a:pPr algn="ctr"/>
            <a:r>
              <a:rPr lang="en-GB" sz="800">
                <a:solidFill>
                  <a:schemeClr val="bg1"/>
                </a:solidFill>
              </a:rPr>
              <a:t>141</a:t>
            </a:r>
          </a:p>
        </p:txBody>
      </p:sp>
      <p:sp>
        <p:nvSpPr>
          <p:cNvPr id="6" name="Rectangle 5">
            <a:extLst>
              <a:ext uri="{FF2B5EF4-FFF2-40B4-BE49-F238E27FC236}">
                <a16:creationId xmlns:a16="http://schemas.microsoft.com/office/drawing/2014/main" id="{4A97C791-7BB0-4AC9-BDE9-68939F34221B}"/>
              </a:ext>
            </a:extLst>
          </p:cNvPr>
          <p:cNvSpPr/>
          <p:nvPr userDrawn="1"/>
        </p:nvSpPr>
        <p:spPr>
          <a:xfrm>
            <a:off x="998351" y="2761094"/>
            <a:ext cx="839614" cy="411225"/>
          </a:xfrm>
          <a:prstGeom prst="rect">
            <a:avLst/>
          </a:prstGeom>
          <a:solidFill>
            <a:srgbClr val="0C233C"/>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12</a:t>
            </a:r>
          </a:p>
          <a:p>
            <a:pPr algn="ctr"/>
            <a:r>
              <a:rPr lang="en-GB" sz="800">
                <a:solidFill>
                  <a:schemeClr val="bg1"/>
                </a:solidFill>
              </a:rPr>
              <a:t>35</a:t>
            </a:r>
          </a:p>
          <a:p>
            <a:pPr algn="ctr"/>
            <a:r>
              <a:rPr lang="en-GB" sz="800">
                <a:solidFill>
                  <a:schemeClr val="bg1"/>
                </a:solidFill>
              </a:rPr>
              <a:t>60</a:t>
            </a:r>
          </a:p>
        </p:txBody>
      </p:sp>
      <p:sp>
        <p:nvSpPr>
          <p:cNvPr id="7" name="Rectangle 6">
            <a:extLst>
              <a:ext uri="{FF2B5EF4-FFF2-40B4-BE49-F238E27FC236}">
                <a16:creationId xmlns:a16="http://schemas.microsoft.com/office/drawing/2014/main" id="{C8693543-F502-48B0-9E65-053408E60BF0}"/>
              </a:ext>
            </a:extLst>
          </p:cNvPr>
          <p:cNvSpPr/>
          <p:nvPr userDrawn="1"/>
        </p:nvSpPr>
        <p:spPr>
          <a:xfrm>
            <a:off x="998351" y="3275656"/>
            <a:ext cx="839614" cy="411225"/>
          </a:xfrm>
          <a:prstGeom prst="rect">
            <a:avLst/>
          </a:prstGeom>
          <a:solidFill>
            <a:srgbClr val="ACEAFF"/>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ysClr val="windowText" lastClr="000000"/>
                </a:solidFill>
              </a:rPr>
              <a:t>172</a:t>
            </a:r>
          </a:p>
          <a:p>
            <a:pPr algn="ctr"/>
            <a:r>
              <a:rPr lang="en-GB" sz="800">
                <a:solidFill>
                  <a:sysClr val="windowText" lastClr="000000"/>
                </a:solidFill>
              </a:rPr>
              <a:t>234</a:t>
            </a:r>
          </a:p>
          <a:p>
            <a:pPr algn="ctr"/>
            <a:r>
              <a:rPr lang="en-GB" sz="800">
                <a:solidFill>
                  <a:sysClr val="windowText" lastClr="000000"/>
                </a:solidFill>
              </a:rPr>
              <a:t>255</a:t>
            </a:r>
          </a:p>
        </p:txBody>
      </p:sp>
      <p:sp>
        <p:nvSpPr>
          <p:cNvPr id="8" name="Rectangle 7">
            <a:extLst>
              <a:ext uri="{FF2B5EF4-FFF2-40B4-BE49-F238E27FC236}">
                <a16:creationId xmlns:a16="http://schemas.microsoft.com/office/drawing/2014/main" id="{A2309040-9C95-48FE-AA99-4757E8328519}"/>
              </a:ext>
            </a:extLst>
          </p:cNvPr>
          <p:cNvSpPr/>
          <p:nvPr userDrawn="1"/>
        </p:nvSpPr>
        <p:spPr>
          <a:xfrm>
            <a:off x="2992848" y="1732478"/>
            <a:ext cx="839614" cy="411225"/>
          </a:xfrm>
          <a:prstGeom prst="rect">
            <a:avLst/>
          </a:prstGeom>
          <a:solidFill>
            <a:srgbClr val="76D2FF"/>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ysClr val="windowText" lastClr="000000"/>
                </a:solidFill>
              </a:rPr>
              <a:t>118</a:t>
            </a:r>
          </a:p>
          <a:p>
            <a:pPr algn="ctr"/>
            <a:r>
              <a:rPr lang="en-GB" sz="800">
                <a:solidFill>
                  <a:sysClr val="windowText" lastClr="000000"/>
                </a:solidFill>
              </a:rPr>
              <a:t>210</a:t>
            </a:r>
          </a:p>
          <a:p>
            <a:pPr algn="ctr"/>
            <a:r>
              <a:rPr lang="en-GB" sz="800">
                <a:solidFill>
                  <a:sysClr val="windowText" lastClr="000000"/>
                </a:solidFill>
              </a:rPr>
              <a:t>255</a:t>
            </a:r>
          </a:p>
        </p:txBody>
      </p:sp>
      <p:sp>
        <p:nvSpPr>
          <p:cNvPr id="11" name="TextBox 10">
            <a:extLst>
              <a:ext uri="{FF2B5EF4-FFF2-40B4-BE49-F238E27FC236}">
                <a16:creationId xmlns:a16="http://schemas.microsoft.com/office/drawing/2014/main" id="{A4897B22-3CA8-4621-8A3B-B9D2E3D07988}"/>
              </a:ext>
            </a:extLst>
          </p:cNvPr>
          <p:cNvSpPr txBox="1"/>
          <p:nvPr userDrawn="1"/>
        </p:nvSpPr>
        <p:spPr>
          <a:xfrm>
            <a:off x="983882" y="1330325"/>
            <a:ext cx="1364046" cy="153888"/>
          </a:xfrm>
          <a:prstGeom prst="rect">
            <a:avLst/>
          </a:prstGeom>
          <a:noFill/>
        </p:spPr>
        <p:txBody>
          <a:bodyPr wrap="square" lIns="0" tIns="0" rIns="0" bIns="0" rtlCol="0">
            <a:spAutoFit/>
          </a:bodyPr>
          <a:lstStyle/>
          <a:p>
            <a:pPr algn="l">
              <a:spcAft>
                <a:spcPts val="600"/>
              </a:spcAft>
            </a:pPr>
            <a:r>
              <a:rPr lang="en-US" sz="1000" b="1">
                <a:solidFill>
                  <a:sysClr val="windowText" lastClr="000000"/>
                </a:solidFill>
              </a:rPr>
              <a:t>Primary Colors</a:t>
            </a:r>
          </a:p>
        </p:txBody>
      </p:sp>
      <p:sp>
        <p:nvSpPr>
          <p:cNvPr id="20" name="Rectangle 19">
            <a:extLst>
              <a:ext uri="{FF2B5EF4-FFF2-40B4-BE49-F238E27FC236}">
                <a16:creationId xmlns:a16="http://schemas.microsoft.com/office/drawing/2014/main" id="{6453D312-00EF-44B5-9D91-290BE0E19654}"/>
              </a:ext>
            </a:extLst>
          </p:cNvPr>
          <p:cNvSpPr/>
          <p:nvPr userDrawn="1"/>
        </p:nvSpPr>
        <p:spPr>
          <a:xfrm>
            <a:off x="998351" y="3786711"/>
            <a:ext cx="839614" cy="411225"/>
          </a:xfrm>
          <a:prstGeom prst="rect">
            <a:avLst/>
          </a:prstGeom>
          <a:solidFill>
            <a:srgbClr val="00B8F5"/>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0</a:t>
            </a:r>
          </a:p>
          <a:p>
            <a:pPr algn="ctr"/>
            <a:r>
              <a:rPr lang="en-GB" sz="800">
                <a:solidFill>
                  <a:schemeClr val="bg1"/>
                </a:solidFill>
              </a:rPr>
              <a:t>184</a:t>
            </a:r>
          </a:p>
          <a:p>
            <a:pPr algn="ctr"/>
            <a:r>
              <a:rPr lang="en-GB" sz="800">
                <a:solidFill>
                  <a:schemeClr val="bg1"/>
                </a:solidFill>
              </a:rPr>
              <a:t>245</a:t>
            </a:r>
          </a:p>
        </p:txBody>
      </p:sp>
      <p:sp>
        <p:nvSpPr>
          <p:cNvPr id="21" name="Rectangle 20">
            <a:extLst>
              <a:ext uri="{FF2B5EF4-FFF2-40B4-BE49-F238E27FC236}">
                <a16:creationId xmlns:a16="http://schemas.microsoft.com/office/drawing/2014/main" id="{58D98991-520C-4FD6-8B23-8732995E56B1}"/>
              </a:ext>
            </a:extLst>
          </p:cNvPr>
          <p:cNvSpPr/>
          <p:nvPr userDrawn="1"/>
        </p:nvSpPr>
        <p:spPr>
          <a:xfrm>
            <a:off x="998351" y="4301271"/>
            <a:ext cx="839614" cy="411225"/>
          </a:xfrm>
          <a:prstGeom prst="rect">
            <a:avLst/>
          </a:prstGeom>
          <a:solidFill>
            <a:srgbClr val="7213EA"/>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114</a:t>
            </a:r>
          </a:p>
          <a:p>
            <a:pPr algn="ctr"/>
            <a:r>
              <a:rPr lang="en-GB" sz="800">
                <a:solidFill>
                  <a:schemeClr val="bg1"/>
                </a:solidFill>
              </a:rPr>
              <a:t>19</a:t>
            </a:r>
          </a:p>
          <a:p>
            <a:pPr algn="ctr"/>
            <a:r>
              <a:rPr lang="en-GB" sz="800">
                <a:solidFill>
                  <a:schemeClr val="bg1"/>
                </a:solidFill>
              </a:rPr>
              <a:t>234</a:t>
            </a:r>
          </a:p>
        </p:txBody>
      </p:sp>
      <p:sp>
        <p:nvSpPr>
          <p:cNvPr id="22" name="Rectangle 21">
            <a:extLst>
              <a:ext uri="{FF2B5EF4-FFF2-40B4-BE49-F238E27FC236}">
                <a16:creationId xmlns:a16="http://schemas.microsoft.com/office/drawing/2014/main" id="{2FA38B4C-5B80-413E-B283-1F1ADBFD09CD}"/>
              </a:ext>
            </a:extLst>
          </p:cNvPr>
          <p:cNvSpPr/>
          <p:nvPr userDrawn="1"/>
        </p:nvSpPr>
        <p:spPr>
          <a:xfrm>
            <a:off x="998351" y="4809439"/>
            <a:ext cx="839614" cy="411225"/>
          </a:xfrm>
          <a:prstGeom prst="rect">
            <a:avLst/>
          </a:prstGeom>
          <a:solidFill>
            <a:srgbClr val="FD349C"/>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253</a:t>
            </a:r>
          </a:p>
          <a:p>
            <a:pPr algn="ctr"/>
            <a:r>
              <a:rPr lang="en-GB" sz="800">
                <a:solidFill>
                  <a:schemeClr val="bg1"/>
                </a:solidFill>
              </a:rPr>
              <a:t>52</a:t>
            </a:r>
          </a:p>
          <a:p>
            <a:pPr algn="ctr"/>
            <a:r>
              <a:rPr lang="en-GB" sz="800">
                <a:solidFill>
                  <a:schemeClr val="bg1"/>
                </a:solidFill>
              </a:rPr>
              <a:t>156</a:t>
            </a:r>
          </a:p>
        </p:txBody>
      </p:sp>
      <p:sp>
        <p:nvSpPr>
          <p:cNvPr id="25" name="TextBox 24">
            <a:extLst>
              <a:ext uri="{FF2B5EF4-FFF2-40B4-BE49-F238E27FC236}">
                <a16:creationId xmlns:a16="http://schemas.microsoft.com/office/drawing/2014/main" id="{6A07E492-5EF0-4085-AA14-90D280B1DF69}"/>
              </a:ext>
            </a:extLst>
          </p:cNvPr>
          <p:cNvSpPr txBox="1"/>
          <p:nvPr userDrawn="1"/>
        </p:nvSpPr>
        <p:spPr>
          <a:xfrm>
            <a:off x="1921682" y="2852903"/>
            <a:ext cx="1253995" cy="237066"/>
          </a:xfrm>
          <a:prstGeom prst="rect">
            <a:avLst/>
          </a:prstGeom>
          <a:noFill/>
        </p:spPr>
        <p:txBody>
          <a:bodyPr wrap="square" lIns="54610" tIns="54610" rIns="54610" bIns="54610" rtlCol="0" anchor="ctr">
            <a:noAutofit/>
          </a:bodyPr>
          <a:lstStyle/>
          <a:p>
            <a:pPr algn="l">
              <a:spcAft>
                <a:spcPts val="600"/>
              </a:spcAft>
            </a:pPr>
            <a:r>
              <a:rPr lang="en-GB" sz="1000"/>
              <a:t>Dark Blue</a:t>
            </a:r>
          </a:p>
        </p:txBody>
      </p:sp>
      <p:sp>
        <p:nvSpPr>
          <p:cNvPr id="30" name="TextBox 29">
            <a:extLst>
              <a:ext uri="{FF2B5EF4-FFF2-40B4-BE49-F238E27FC236}">
                <a16:creationId xmlns:a16="http://schemas.microsoft.com/office/drawing/2014/main" id="{B28A2D81-3A9C-47D3-8174-874F601607DC}"/>
              </a:ext>
            </a:extLst>
          </p:cNvPr>
          <p:cNvSpPr txBox="1"/>
          <p:nvPr userDrawn="1"/>
        </p:nvSpPr>
        <p:spPr>
          <a:xfrm>
            <a:off x="1921682" y="1830789"/>
            <a:ext cx="1253995" cy="237066"/>
          </a:xfrm>
          <a:prstGeom prst="rect">
            <a:avLst/>
          </a:prstGeom>
          <a:noFill/>
        </p:spPr>
        <p:txBody>
          <a:bodyPr wrap="square" lIns="54610" tIns="54610" rIns="54610" bIns="54610" rtlCol="0" anchor="ctr">
            <a:noAutofit/>
          </a:bodyPr>
          <a:lstStyle/>
          <a:p>
            <a:pPr algn="l">
              <a:spcAft>
                <a:spcPts val="600"/>
              </a:spcAft>
            </a:pPr>
            <a:r>
              <a:rPr lang="en-GB" sz="1000"/>
              <a:t>KPMG blue</a:t>
            </a:r>
          </a:p>
        </p:txBody>
      </p:sp>
      <p:sp>
        <p:nvSpPr>
          <p:cNvPr id="33" name="TextBox 32">
            <a:extLst>
              <a:ext uri="{FF2B5EF4-FFF2-40B4-BE49-F238E27FC236}">
                <a16:creationId xmlns:a16="http://schemas.microsoft.com/office/drawing/2014/main" id="{2C791116-D184-4C43-9C1C-30181CDF0E84}"/>
              </a:ext>
            </a:extLst>
          </p:cNvPr>
          <p:cNvSpPr txBox="1"/>
          <p:nvPr userDrawn="1"/>
        </p:nvSpPr>
        <p:spPr>
          <a:xfrm>
            <a:off x="1921682" y="3363960"/>
            <a:ext cx="1253995" cy="237066"/>
          </a:xfrm>
          <a:prstGeom prst="rect">
            <a:avLst/>
          </a:prstGeom>
          <a:noFill/>
        </p:spPr>
        <p:txBody>
          <a:bodyPr wrap="square" lIns="54610" tIns="54610" rIns="54610" bIns="54610" rtlCol="0" anchor="ctr">
            <a:noAutofit/>
          </a:bodyPr>
          <a:lstStyle/>
          <a:p>
            <a:pPr algn="l">
              <a:spcAft>
                <a:spcPts val="600"/>
              </a:spcAft>
            </a:pPr>
            <a:r>
              <a:rPr lang="en-GB" sz="1000"/>
              <a:t>Light Blue</a:t>
            </a:r>
          </a:p>
        </p:txBody>
      </p:sp>
      <p:sp>
        <p:nvSpPr>
          <p:cNvPr id="36" name="TextBox 35">
            <a:extLst>
              <a:ext uri="{FF2B5EF4-FFF2-40B4-BE49-F238E27FC236}">
                <a16:creationId xmlns:a16="http://schemas.microsoft.com/office/drawing/2014/main" id="{0A430D78-5EDB-481E-BB6D-67D8689BCE11}"/>
              </a:ext>
            </a:extLst>
          </p:cNvPr>
          <p:cNvSpPr txBox="1"/>
          <p:nvPr userDrawn="1"/>
        </p:nvSpPr>
        <p:spPr>
          <a:xfrm>
            <a:off x="3916179" y="1817279"/>
            <a:ext cx="1253995" cy="237066"/>
          </a:xfrm>
          <a:prstGeom prst="rect">
            <a:avLst/>
          </a:prstGeom>
          <a:noFill/>
        </p:spPr>
        <p:txBody>
          <a:bodyPr wrap="square" lIns="54610" tIns="54610" rIns="54610" bIns="54610" rtlCol="0" anchor="ctr">
            <a:noAutofit/>
          </a:bodyPr>
          <a:lstStyle/>
          <a:p>
            <a:pPr algn="l">
              <a:spcAft>
                <a:spcPts val="600"/>
              </a:spcAft>
            </a:pPr>
            <a:r>
              <a:rPr lang="en-GB" sz="1000"/>
              <a:t>Blue</a:t>
            </a:r>
          </a:p>
        </p:txBody>
      </p:sp>
      <p:sp>
        <p:nvSpPr>
          <p:cNvPr id="39" name="TextBox 38">
            <a:extLst>
              <a:ext uri="{FF2B5EF4-FFF2-40B4-BE49-F238E27FC236}">
                <a16:creationId xmlns:a16="http://schemas.microsoft.com/office/drawing/2014/main" id="{E42EE987-0425-4CD8-B75D-E3E8F8C2096D}"/>
              </a:ext>
            </a:extLst>
          </p:cNvPr>
          <p:cNvSpPr txBox="1"/>
          <p:nvPr userDrawn="1"/>
        </p:nvSpPr>
        <p:spPr>
          <a:xfrm>
            <a:off x="1921682" y="2341846"/>
            <a:ext cx="1253995" cy="237066"/>
          </a:xfrm>
          <a:prstGeom prst="rect">
            <a:avLst/>
          </a:prstGeom>
          <a:noFill/>
        </p:spPr>
        <p:txBody>
          <a:bodyPr wrap="square" lIns="54610" tIns="54610" rIns="54610" bIns="54610" rtlCol="0" anchor="ctr">
            <a:noAutofit/>
          </a:bodyPr>
          <a:lstStyle/>
          <a:p>
            <a:pPr algn="l">
              <a:spcAft>
                <a:spcPts val="600"/>
              </a:spcAft>
            </a:pPr>
            <a:r>
              <a:rPr lang="en-GB" sz="1000"/>
              <a:t>Cobalt Blue</a:t>
            </a:r>
          </a:p>
        </p:txBody>
      </p:sp>
      <p:sp>
        <p:nvSpPr>
          <p:cNvPr id="45" name="TextBox 44">
            <a:extLst>
              <a:ext uri="{FF2B5EF4-FFF2-40B4-BE49-F238E27FC236}">
                <a16:creationId xmlns:a16="http://schemas.microsoft.com/office/drawing/2014/main" id="{1B01B4DF-404A-4544-B313-2720FCBDD0B4}"/>
              </a:ext>
            </a:extLst>
          </p:cNvPr>
          <p:cNvSpPr txBox="1"/>
          <p:nvPr userDrawn="1"/>
        </p:nvSpPr>
        <p:spPr>
          <a:xfrm>
            <a:off x="1921682" y="3874401"/>
            <a:ext cx="1253995" cy="237066"/>
          </a:xfrm>
          <a:prstGeom prst="rect">
            <a:avLst/>
          </a:prstGeom>
          <a:noFill/>
        </p:spPr>
        <p:txBody>
          <a:bodyPr wrap="square" lIns="54610" tIns="54610" rIns="54610" bIns="54610" rtlCol="0" anchor="ctr">
            <a:noAutofit/>
          </a:bodyPr>
          <a:lstStyle/>
          <a:p>
            <a:pPr algn="l">
              <a:spcAft>
                <a:spcPts val="600"/>
              </a:spcAft>
            </a:pPr>
            <a:r>
              <a:rPr lang="en-GB" sz="1000"/>
              <a:t>Pacific Blue</a:t>
            </a:r>
          </a:p>
        </p:txBody>
      </p:sp>
      <p:sp>
        <p:nvSpPr>
          <p:cNvPr id="48" name="TextBox 47">
            <a:extLst>
              <a:ext uri="{FF2B5EF4-FFF2-40B4-BE49-F238E27FC236}">
                <a16:creationId xmlns:a16="http://schemas.microsoft.com/office/drawing/2014/main" id="{96DFA940-4699-43CF-A21A-AE4227704697}"/>
              </a:ext>
            </a:extLst>
          </p:cNvPr>
          <p:cNvSpPr txBox="1"/>
          <p:nvPr userDrawn="1"/>
        </p:nvSpPr>
        <p:spPr>
          <a:xfrm>
            <a:off x="1921682" y="4385458"/>
            <a:ext cx="1253995" cy="237066"/>
          </a:xfrm>
          <a:prstGeom prst="rect">
            <a:avLst/>
          </a:prstGeom>
          <a:noFill/>
        </p:spPr>
        <p:txBody>
          <a:bodyPr wrap="square" lIns="54610" tIns="54610" rIns="54610" bIns="54610" rtlCol="0" anchor="ctr">
            <a:noAutofit/>
          </a:bodyPr>
          <a:lstStyle/>
          <a:p>
            <a:pPr algn="l">
              <a:spcAft>
                <a:spcPts val="600"/>
              </a:spcAft>
            </a:pPr>
            <a:r>
              <a:rPr lang="en-GB" sz="1000"/>
              <a:t>Purple</a:t>
            </a:r>
          </a:p>
        </p:txBody>
      </p:sp>
      <p:sp>
        <p:nvSpPr>
          <p:cNvPr id="51" name="TextBox 50">
            <a:extLst>
              <a:ext uri="{FF2B5EF4-FFF2-40B4-BE49-F238E27FC236}">
                <a16:creationId xmlns:a16="http://schemas.microsoft.com/office/drawing/2014/main" id="{49A40265-6498-4E16-877D-6BC9A8CE7DCA}"/>
              </a:ext>
            </a:extLst>
          </p:cNvPr>
          <p:cNvSpPr txBox="1"/>
          <p:nvPr userDrawn="1"/>
        </p:nvSpPr>
        <p:spPr>
          <a:xfrm>
            <a:off x="1921682" y="4896518"/>
            <a:ext cx="1253995" cy="237066"/>
          </a:xfrm>
          <a:prstGeom prst="rect">
            <a:avLst/>
          </a:prstGeom>
          <a:noFill/>
        </p:spPr>
        <p:txBody>
          <a:bodyPr wrap="square" lIns="54610" tIns="54610" rIns="54610" bIns="54610" rtlCol="0" anchor="ctr">
            <a:noAutofit/>
          </a:bodyPr>
          <a:lstStyle/>
          <a:p>
            <a:pPr algn="l">
              <a:spcAft>
                <a:spcPts val="600"/>
              </a:spcAft>
            </a:pPr>
            <a:r>
              <a:rPr lang="en-GB" sz="1000"/>
              <a:t>Pink</a:t>
            </a:r>
          </a:p>
        </p:txBody>
      </p:sp>
      <p:sp>
        <p:nvSpPr>
          <p:cNvPr id="9" name="Rectangle 8">
            <a:extLst>
              <a:ext uri="{FF2B5EF4-FFF2-40B4-BE49-F238E27FC236}">
                <a16:creationId xmlns:a16="http://schemas.microsoft.com/office/drawing/2014/main" id="{A4B6D9AD-8E94-4A62-B92C-C973F5486E37}"/>
              </a:ext>
            </a:extLst>
          </p:cNvPr>
          <p:cNvSpPr/>
          <p:nvPr userDrawn="1"/>
        </p:nvSpPr>
        <p:spPr>
          <a:xfrm>
            <a:off x="2999643" y="2243028"/>
            <a:ext cx="839614" cy="411225"/>
          </a:xfrm>
          <a:prstGeom prst="rect">
            <a:avLst/>
          </a:prstGeom>
          <a:solidFill>
            <a:srgbClr val="510DBC"/>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81</a:t>
            </a:r>
          </a:p>
          <a:p>
            <a:pPr algn="ctr"/>
            <a:r>
              <a:rPr lang="en-GB" sz="800">
                <a:solidFill>
                  <a:schemeClr val="bg1"/>
                </a:solidFill>
              </a:rPr>
              <a:t>13</a:t>
            </a:r>
          </a:p>
          <a:p>
            <a:pPr algn="ctr"/>
            <a:r>
              <a:rPr lang="en-GB" sz="800">
                <a:solidFill>
                  <a:schemeClr val="bg1"/>
                </a:solidFill>
              </a:rPr>
              <a:t>188</a:t>
            </a:r>
          </a:p>
        </p:txBody>
      </p:sp>
      <p:sp>
        <p:nvSpPr>
          <p:cNvPr id="10" name="Rectangle 9">
            <a:extLst>
              <a:ext uri="{FF2B5EF4-FFF2-40B4-BE49-F238E27FC236}">
                <a16:creationId xmlns:a16="http://schemas.microsoft.com/office/drawing/2014/main" id="{5D377AFC-4BDC-44AC-80A6-06A9503B868A}"/>
              </a:ext>
            </a:extLst>
          </p:cNvPr>
          <p:cNvSpPr/>
          <p:nvPr userDrawn="1"/>
        </p:nvSpPr>
        <p:spPr>
          <a:xfrm>
            <a:off x="2999643" y="2757590"/>
            <a:ext cx="839614" cy="411225"/>
          </a:xfrm>
          <a:prstGeom prst="rect">
            <a:avLst/>
          </a:prstGeom>
          <a:solidFill>
            <a:srgbClr val="B497FF"/>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180</a:t>
            </a:r>
          </a:p>
          <a:p>
            <a:pPr algn="ctr"/>
            <a:r>
              <a:rPr lang="en-GB" sz="800">
                <a:solidFill>
                  <a:schemeClr val="bg1"/>
                </a:solidFill>
              </a:rPr>
              <a:t>151</a:t>
            </a:r>
          </a:p>
          <a:p>
            <a:pPr algn="ctr"/>
            <a:r>
              <a:rPr lang="en-GB" sz="800">
                <a:solidFill>
                  <a:schemeClr val="bg1"/>
                </a:solidFill>
              </a:rPr>
              <a:t>255</a:t>
            </a:r>
          </a:p>
        </p:txBody>
      </p:sp>
      <p:sp>
        <p:nvSpPr>
          <p:cNvPr id="12" name="TextBox 11">
            <a:extLst>
              <a:ext uri="{FF2B5EF4-FFF2-40B4-BE49-F238E27FC236}">
                <a16:creationId xmlns:a16="http://schemas.microsoft.com/office/drawing/2014/main" id="{8B231EB6-12A0-47AA-88B0-D248845383EA}"/>
              </a:ext>
            </a:extLst>
          </p:cNvPr>
          <p:cNvSpPr txBox="1"/>
          <p:nvPr userDrawn="1"/>
        </p:nvSpPr>
        <p:spPr>
          <a:xfrm>
            <a:off x="2992848" y="1330325"/>
            <a:ext cx="1946348" cy="307777"/>
          </a:xfrm>
          <a:prstGeom prst="rect">
            <a:avLst/>
          </a:prstGeom>
          <a:noFill/>
        </p:spPr>
        <p:txBody>
          <a:bodyPr wrap="square" lIns="0" tIns="0" rIns="0" bIns="0" rtlCol="0">
            <a:spAutoFit/>
          </a:bodyPr>
          <a:lstStyle/>
          <a:p>
            <a:pPr algn="l">
              <a:spcAft>
                <a:spcPts val="600"/>
              </a:spcAft>
            </a:pPr>
            <a:r>
              <a:rPr lang="en-US" sz="1000" b="1">
                <a:solidFill>
                  <a:sysClr val="windowText" lastClr="000000"/>
                </a:solidFill>
              </a:rPr>
              <a:t>Accent Colors for Infographics and charts only</a:t>
            </a:r>
          </a:p>
        </p:txBody>
      </p:sp>
      <p:sp>
        <p:nvSpPr>
          <p:cNvPr id="59" name="Rectangle 58">
            <a:extLst>
              <a:ext uri="{FF2B5EF4-FFF2-40B4-BE49-F238E27FC236}">
                <a16:creationId xmlns:a16="http://schemas.microsoft.com/office/drawing/2014/main" id="{8B8F1FC7-CA8A-485A-9440-4EA69DF44F1B}"/>
              </a:ext>
            </a:extLst>
          </p:cNvPr>
          <p:cNvSpPr/>
          <p:nvPr userDrawn="1"/>
        </p:nvSpPr>
        <p:spPr>
          <a:xfrm>
            <a:off x="2999643" y="3272151"/>
            <a:ext cx="839614" cy="411225"/>
          </a:xfrm>
          <a:prstGeom prst="rect">
            <a:avLst/>
          </a:prstGeom>
          <a:solidFill>
            <a:srgbClr val="AB0D8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171</a:t>
            </a:r>
          </a:p>
          <a:p>
            <a:pPr algn="ctr"/>
            <a:r>
              <a:rPr lang="en-GB" sz="800">
                <a:solidFill>
                  <a:schemeClr val="bg1"/>
                </a:solidFill>
              </a:rPr>
              <a:t>13</a:t>
            </a:r>
          </a:p>
          <a:p>
            <a:pPr algn="ctr"/>
            <a:r>
              <a:rPr lang="en-GB" sz="800">
                <a:solidFill>
                  <a:schemeClr val="bg1"/>
                </a:solidFill>
              </a:rPr>
              <a:t>130</a:t>
            </a:r>
          </a:p>
        </p:txBody>
      </p:sp>
      <p:sp>
        <p:nvSpPr>
          <p:cNvPr id="60" name="Rectangle 59">
            <a:extLst>
              <a:ext uri="{FF2B5EF4-FFF2-40B4-BE49-F238E27FC236}">
                <a16:creationId xmlns:a16="http://schemas.microsoft.com/office/drawing/2014/main" id="{FF4DC1F0-F2DB-41DC-B843-C645575C978D}"/>
              </a:ext>
            </a:extLst>
          </p:cNvPr>
          <p:cNvSpPr/>
          <p:nvPr userDrawn="1"/>
        </p:nvSpPr>
        <p:spPr>
          <a:xfrm>
            <a:off x="2999643" y="3786713"/>
            <a:ext cx="839614" cy="411225"/>
          </a:xfrm>
          <a:prstGeom prst="rect">
            <a:avLst/>
          </a:prstGeom>
          <a:solidFill>
            <a:srgbClr val="FFA3DA"/>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ysClr val="windowText" lastClr="000000"/>
                </a:solidFill>
              </a:rPr>
              <a:t>255</a:t>
            </a:r>
          </a:p>
          <a:p>
            <a:pPr algn="ctr"/>
            <a:r>
              <a:rPr lang="en-GB" sz="800">
                <a:solidFill>
                  <a:sysClr val="windowText" lastClr="000000"/>
                </a:solidFill>
              </a:rPr>
              <a:t>163</a:t>
            </a:r>
          </a:p>
          <a:p>
            <a:pPr algn="ctr"/>
            <a:r>
              <a:rPr lang="en-GB" sz="800">
                <a:solidFill>
                  <a:sysClr val="windowText" lastClr="000000"/>
                </a:solidFill>
              </a:rPr>
              <a:t>218</a:t>
            </a:r>
          </a:p>
        </p:txBody>
      </p:sp>
      <p:sp>
        <p:nvSpPr>
          <p:cNvPr id="61" name="Rectangle 60">
            <a:extLst>
              <a:ext uri="{FF2B5EF4-FFF2-40B4-BE49-F238E27FC236}">
                <a16:creationId xmlns:a16="http://schemas.microsoft.com/office/drawing/2014/main" id="{1FDCCC15-7DDA-4C27-A66A-86FEF3CE0FDB}"/>
              </a:ext>
            </a:extLst>
          </p:cNvPr>
          <p:cNvSpPr/>
          <p:nvPr userDrawn="1"/>
        </p:nvSpPr>
        <p:spPr>
          <a:xfrm>
            <a:off x="2999643" y="4301273"/>
            <a:ext cx="839614" cy="411225"/>
          </a:xfrm>
          <a:prstGeom prst="rect">
            <a:avLst/>
          </a:prstGeom>
          <a:solidFill>
            <a:srgbClr val="098E7E"/>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9</a:t>
            </a:r>
          </a:p>
          <a:p>
            <a:pPr algn="ctr"/>
            <a:r>
              <a:rPr lang="en-GB" sz="800">
                <a:solidFill>
                  <a:schemeClr val="bg1"/>
                </a:solidFill>
              </a:rPr>
              <a:t>142</a:t>
            </a:r>
          </a:p>
          <a:p>
            <a:pPr algn="ctr"/>
            <a:r>
              <a:rPr lang="en-GB" sz="800">
                <a:solidFill>
                  <a:schemeClr val="bg1"/>
                </a:solidFill>
              </a:rPr>
              <a:t>126</a:t>
            </a:r>
          </a:p>
        </p:txBody>
      </p:sp>
      <p:sp>
        <p:nvSpPr>
          <p:cNvPr id="62" name="Rectangle 61">
            <a:extLst>
              <a:ext uri="{FF2B5EF4-FFF2-40B4-BE49-F238E27FC236}">
                <a16:creationId xmlns:a16="http://schemas.microsoft.com/office/drawing/2014/main" id="{E6A7B705-A81A-45EE-B7F8-A08C39775723}"/>
              </a:ext>
            </a:extLst>
          </p:cNvPr>
          <p:cNvSpPr/>
          <p:nvPr userDrawn="1"/>
        </p:nvSpPr>
        <p:spPr>
          <a:xfrm>
            <a:off x="2999643" y="4809441"/>
            <a:ext cx="839614" cy="411225"/>
          </a:xfrm>
          <a:prstGeom prst="rect">
            <a:avLst/>
          </a:prstGeom>
          <a:solidFill>
            <a:srgbClr val="00C0AE"/>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0</a:t>
            </a:r>
          </a:p>
          <a:p>
            <a:pPr algn="ctr"/>
            <a:r>
              <a:rPr lang="en-GB" sz="800">
                <a:solidFill>
                  <a:schemeClr val="bg1"/>
                </a:solidFill>
              </a:rPr>
              <a:t>192</a:t>
            </a:r>
          </a:p>
          <a:p>
            <a:pPr algn="ctr"/>
            <a:r>
              <a:rPr lang="en-GB" sz="800">
                <a:solidFill>
                  <a:schemeClr val="bg1"/>
                </a:solidFill>
              </a:rPr>
              <a:t>174</a:t>
            </a:r>
          </a:p>
        </p:txBody>
      </p:sp>
      <p:sp>
        <p:nvSpPr>
          <p:cNvPr id="63" name="Rectangle 62">
            <a:extLst>
              <a:ext uri="{FF2B5EF4-FFF2-40B4-BE49-F238E27FC236}">
                <a16:creationId xmlns:a16="http://schemas.microsoft.com/office/drawing/2014/main" id="{70C56EF7-AC83-449B-8CC3-F1D314081B92}"/>
              </a:ext>
            </a:extLst>
          </p:cNvPr>
          <p:cNvSpPr/>
          <p:nvPr userDrawn="1"/>
        </p:nvSpPr>
        <p:spPr>
          <a:xfrm>
            <a:off x="2999643" y="5324001"/>
            <a:ext cx="839614" cy="411225"/>
          </a:xfrm>
          <a:prstGeom prst="rect">
            <a:avLst/>
          </a:prstGeom>
          <a:solidFill>
            <a:srgbClr val="63EBDA"/>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accent3"/>
                </a:solidFill>
              </a:rPr>
              <a:t>99</a:t>
            </a:r>
          </a:p>
          <a:p>
            <a:pPr algn="ctr"/>
            <a:r>
              <a:rPr lang="en-GB" sz="800">
                <a:solidFill>
                  <a:schemeClr val="accent3"/>
                </a:solidFill>
              </a:rPr>
              <a:t>235</a:t>
            </a:r>
          </a:p>
          <a:p>
            <a:pPr algn="ctr"/>
            <a:r>
              <a:rPr lang="en-GB" sz="800">
                <a:solidFill>
                  <a:schemeClr val="accent3"/>
                </a:solidFill>
              </a:rPr>
              <a:t>218</a:t>
            </a:r>
          </a:p>
        </p:txBody>
      </p:sp>
      <p:grpSp>
        <p:nvGrpSpPr>
          <p:cNvPr id="65" name="Group 64">
            <a:extLst>
              <a:ext uri="{FF2B5EF4-FFF2-40B4-BE49-F238E27FC236}">
                <a16:creationId xmlns:a16="http://schemas.microsoft.com/office/drawing/2014/main" id="{34556660-1591-47B1-B18E-F2FCE5FDCA50}"/>
              </a:ext>
            </a:extLst>
          </p:cNvPr>
          <p:cNvGrpSpPr/>
          <p:nvPr userDrawn="1"/>
        </p:nvGrpSpPr>
        <p:grpSpPr>
          <a:xfrm>
            <a:off x="3971416" y="2341846"/>
            <a:ext cx="1253995" cy="3303408"/>
            <a:chOff x="2169429" y="1756308"/>
            <a:chExt cx="2286000" cy="3303408"/>
          </a:xfrm>
        </p:grpSpPr>
        <p:sp>
          <p:nvSpPr>
            <p:cNvPr id="66" name="TextBox 65">
              <a:extLst>
                <a:ext uri="{FF2B5EF4-FFF2-40B4-BE49-F238E27FC236}">
                  <a16:creationId xmlns:a16="http://schemas.microsoft.com/office/drawing/2014/main" id="{C1242448-F6EA-445E-86F6-56F1F6B8DCA0}"/>
                </a:ext>
              </a:extLst>
            </p:cNvPr>
            <p:cNvSpPr txBox="1"/>
            <p:nvPr userDrawn="1"/>
          </p:nvSpPr>
          <p:spPr>
            <a:xfrm>
              <a:off x="2169429" y="2778422"/>
              <a:ext cx="2286000" cy="237066"/>
            </a:xfrm>
            <a:prstGeom prst="rect">
              <a:avLst/>
            </a:prstGeom>
            <a:noFill/>
          </p:spPr>
          <p:txBody>
            <a:bodyPr wrap="square" lIns="54610" tIns="54610" rIns="54610" bIns="54610" rtlCol="0" anchor="ctr">
              <a:noAutofit/>
            </a:bodyPr>
            <a:lstStyle/>
            <a:p>
              <a:pPr algn="l">
                <a:spcAft>
                  <a:spcPts val="600"/>
                </a:spcAft>
              </a:pPr>
              <a:r>
                <a:rPr lang="en-GB" sz="1000"/>
                <a:t>Dark Pink</a:t>
              </a:r>
            </a:p>
          </p:txBody>
        </p:sp>
        <p:sp>
          <p:nvSpPr>
            <p:cNvPr id="67" name="TextBox 66">
              <a:extLst>
                <a:ext uri="{FF2B5EF4-FFF2-40B4-BE49-F238E27FC236}">
                  <a16:creationId xmlns:a16="http://schemas.microsoft.com/office/drawing/2014/main" id="{F9F2D96E-0391-44D3-9D85-C49CD2682224}"/>
                </a:ext>
              </a:extLst>
            </p:cNvPr>
            <p:cNvSpPr txBox="1"/>
            <p:nvPr userDrawn="1"/>
          </p:nvSpPr>
          <p:spPr>
            <a:xfrm>
              <a:off x="2169429" y="1756308"/>
              <a:ext cx="2286000" cy="237066"/>
            </a:xfrm>
            <a:prstGeom prst="rect">
              <a:avLst/>
            </a:prstGeom>
            <a:noFill/>
          </p:spPr>
          <p:txBody>
            <a:bodyPr wrap="square" lIns="54610" tIns="54610" rIns="54610" bIns="54610" rtlCol="0" anchor="ctr">
              <a:noAutofit/>
            </a:bodyPr>
            <a:lstStyle/>
            <a:p>
              <a:pPr algn="l">
                <a:spcAft>
                  <a:spcPts val="600"/>
                </a:spcAft>
              </a:pPr>
              <a:r>
                <a:rPr lang="en-GB" sz="1000"/>
                <a:t>Dark Purple</a:t>
              </a:r>
            </a:p>
          </p:txBody>
        </p:sp>
        <p:sp>
          <p:nvSpPr>
            <p:cNvPr id="68" name="TextBox 67">
              <a:extLst>
                <a:ext uri="{FF2B5EF4-FFF2-40B4-BE49-F238E27FC236}">
                  <a16:creationId xmlns:a16="http://schemas.microsoft.com/office/drawing/2014/main" id="{712A9094-C141-4137-91C8-07CDF0270449}"/>
                </a:ext>
              </a:extLst>
            </p:cNvPr>
            <p:cNvSpPr txBox="1"/>
            <p:nvPr userDrawn="1"/>
          </p:nvSpPr>
          <p:spPr>
            <a:xfrm>
              <a:off x="2169429" y="3289479"/>
              <a:ext cx="2286000" cy="237066"/>
            </a:xfrm>
            <a:prstGeom prst="rect">
              <a:avLst/>
            </a:prstGeom>
            <a:noFill/>
          </p:spPr>
          <p:txBody>
            <a:bodyPr wrap="square" lIns="54610" tIns="54610" rIns="54610" bIns="54610" rtlCol="0" anchor="ctr">
              <a:noAutofit/>
            </a:bodyPr>
            <a:lstStyle/>
            <a:p>
              <a:pPr algn="l">
                <a:spcAft>
                  <a:spcPts val="600"/>
                </a:spcAft>
              </a:pPr>
              <a:r>
                <a:rPr lang="en-GB" sz="1000"/>
                <a:t>Light Pink</a:t>
              </a:r>
            </a:p>
          </p:txBody>
        </p:sp>
        <p:sp>
          <p:nvSpPr>
            <p:cNvPr id="69" name="TextBox 68">
              <a:extLst>
                <a:ext uri="{FF2B5EF4-FFF2-40B4-BE49-F238E27FC236}">
                  <a16:creationId xmlns:a16="http://schemas.microsoft.com/office/drawing/2014/main" id="{A455B7B5-73DE-46AF-B400-88997B50AD80}"/>
                </a:ext>
              </a:extLst>
            </p:cNvPr>
            <p:cNvSpPr txBox="1"/>
            <p:nvPr userDrawn="1"/>
          </p:nvSpPr>
          <p:spPr>
            <a:xfrm>
              <a:off x="2169429" y="3800536"/>
              <a:ext cx="2286000" cy="237066"/>
            </a:xfrm>
            <a:prstGeom prst="rect">
              <a:avLst/>
            </a:prstGeom>
            <a:noFill/>
          </p:spPr>
          <p:txBody>
            <a:bodyPr wrap="square" lIns="54610" tIns="54610" rIns="54610" bIns="54610" rtlCol="0" anchor="ctr">
              <a:noAutofit/>
            </a:bodyPr>
            <a:lstStyle/>
            <a:p>
              <a:pPr algn="l">
                <a:spcAft>
                  <a:spcPts val="600"/>
                </a:spcAft>
              </a:pPr>
              <a:r>
                <a:rPr lang="en-GB" sz="1000"/>
                <a:t>Dark Green</a:t>
              </a:r>
            </a:p>
          </p:txBody>
        </p:sp>
        <p:sp>
          <p:nvSpPr>
            <p:cNvPr id="70" name="TextBox 69">
              <a:extLst>
                <a:ext uri="{FF2B5EF4-FFF2-40B4-BE49-F238E27FC236}">
                  <a16:creationId xmlns:a16="http://schemas.microsoft.com/office/drawing/2014/main" id="{2B4C4881-6213-41A5-AC03-CCE78498A9AE}"/>
                </a:ext>
              </a:extLst>
            </p:cNvPr>
            <p:cNvSpPr txBox="1"/>
            <p:nvPr userDrawn="1"/>
          </p:nvSpPr>
          <p:spPr>
            <a:xfrm>
              <a:off x="2169429" y="2267365"/>
              <a:ext cx="2286000" cy="237066"/>
            </a:xfrm>
            <a:prstGeom prst="rect">
              <a:avLst/>
            </a:prstGeom>
            <a:noFill/>
          </p:spPr>
          <p:txBody>
            <a:bodyPr wrap="square" lIns="54610" tIns="54610" rIns="54610" bIns="54610" rtlCol="0" anchor="ctr">
              <a:noAutofit/>
            </a:bodyPr>
            <a:lstStyle/>
            <a:p>
              <a:pPr algn="l">
                <a:spcAft>
                  <a:spcPts val="600"/>
                </a:spcAft>
              </a:pPr>
              <a:r>
                <a:rPr lang="en-GB" sz="1000"/>
                <a:t>Light Purple</a:t>
              </a:r>
            </a:p>
          </p:txBody>
        </p:sp>
        <p:sp>
          <p:nvSpPr>
            <p:cNvPr id="71" name="TextBox 70">
              <a:extLst>
                <a:ext uri="{FF2B5EF4-FFF2-40B4-BE49-F238E27FC236}">
                  <a16:creationId xmlns:a16="http://schemas.microsoft.com/office/drawing/2014/main" id="{940387EA-5FDE-4F6F-BAF2-604549CCD0F0}"/>
                </a:ext>
              </a:extLst>
            </p:cNvPr>
            <p:cNvSpPr txBox="1"/>
            <p:nvPr userDrawn="1"/>
          </p:nvSpPr>
          <p:spPr>
            <a:xfrm>
              <a:off x="2169429" y="4311593"/>
              <a:ext cx="2286000" cy="237066"/>
            </a:xfrm>
            <a:prstGeom prst="rect">
              <a:avLst/>
            </a:prstGeom>
            <a:noFill/>
          </p:spPr>
          <p:txBody>
            <a:bodyPr wrap="square" lIns="54610" tIns="54610" rIns="54610" bIns="54610" rtlCol="0" anchor="ctr">
              <a:noAutofit/>
            </a:bodyPr>
            <a:lstStyle/>
            <a:p>
              <a:pPr algn="l">
                <a:spcAft>
                  <a:spcPts val="600"/>
                </a:spcAft>
              </a:pPr>
              <a:r>
                <a:rPr lang="en-GB" sz="1000"/>
                <a:t>Green</a:t>
              </a:r>
            </a:p>
          </p:txBody>
        </p:sp>
        <p:sp>
          <p:nvSpPr>
            <p:cNvPr id="72" name="TextBox 71">
              <a:extLst>
                <a:ext uri="{FF2B5EF4-FFF2-40B4-BE49-F238E27FC236}">
                  <a16:creationId xmlns:a16="http://schemas.microsoft.com/office/drawing/2014/main" id="{A92671DE-F6BD-48CB-B11C-208DD1F1CCB3}"/>
                </a:ext>
              </a:extLst>
            </p:cNvPr>
            <p:cNvSpPr txBox="1"/>
            <p:nvPr userDrawn="1"/>
          </p:nvSpPr>
          <p:spPr>
            <a:xfrm>
              <a:off x="2169429" y="4822650"/>
              <a:ext cx="2286000" cy="237066"/>
            </a:xfrm>
            <a:prstGeom prst="rect">
              <a:avLst/>
            </a:prstGeom>
            <a:noFill/>
          </p:spPr>
          <p:txBody>
            <a:bodyPr wrap="square" lIns="54610" tIns="54610" rIns="54610" bIns="54610" rtlCol="0" anchor="ctr">
              <a:noAutofit/>
            </a:bodyPr>
            <a:lstStyle/>
            <a:p>
              <a:pPr algn="l">
                <a:spcAft>
                  <a:spcPts val="600"/>
                </a:spcAft>
              </a:pPr>
              <a:r>
                <a:rPr lang="en-GB" sz="1000"/>
                <a:t>Light Green</a:t>
              </a:r>
            </a:p>
          </p:txBody>
        </p:sp>
      </p:grpSp>
      <p:sp>
        <p:nvSpPr>
          <p:cNvPr id="74" name="Rectangle 73">
            <a:extLst>
              <a:ext uri="{FF2B5EF4-FFF2-40B4-BE49-F238E27FC236}">
                <a16:creationId xmlns:a16="http://schemas.microsoft.com/office/drawing/2014/main" id="{35C7B945-9627-4D94-B008-C987FEA96972}"/>
              </a:ext>
            </a:extLst>
          </p:cNvPr>
          <p:cNvSpPr/>
          <p:nvPr userDrawn="1"/>
        </p:nvSpPr>
        <p:spPr>
          <a:xfrm>
            <a:off x="5232206" y="1731971"/>
            <a:ext cx="839614" cy="411225"/>
          </a:xfrm>
          <a:prstGeom prst="rect">
            <a:avLst/>
          </a:prstGeom>
          <a:solidFill>
            <a:srgbClr val="333333"/>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51</a:t>
            </a:r>
          </a:p>
          <a:p>
            <a:pPr algn="ctr"/>
            <a:r>
              <a:rPr lang="en-GB" sz="800">
                <a:solidFill>
                  <a:schemeClr val="bg1"/>
                </a:solidFill>
              </a:rPr>
              <a:t>51</a:t>
            </a:r>
          </a:p>
          <a:p>
            <a:pPr algn="ctr"/>
            <a:r>
              <a:rPr lang="en-GB" sz="800">
                <a:solidFill>
                  <a:schemeClr val="bg1"/>
                </a:solidFill>
              </a:rPr>
              <a:t>51</a:t>
            </a:r>
          </a:p>
        </p:txBody>
      </p:sp>
      <p:sp>
        <p:nvSpPr>
          <p:cNvPr id="75" name="Rectangle 74">
            <a:extLst>
              <a:ext uri="{FF2B5EF4-FFF2-40B4-BE49-F238E27FC236}">
                <a16:creationId xmlns:a16="http://schemas.microsoft.com/office/drawing/2014/main" id="{AEB1F170-4966-4AAF-ABAA-3D2A0369F7FA}"/>
              </a:ext>
            </a:extLst>
          </p:cNvPr>
          <p:cNvSpPr/>
          <p:nvPr userDrawn="1"/>
        </p:nvSpPr>
        <p:spPr>
          <a:xfrm>
            <a:off x="5232206" y="2246533"/>
            <a:ext cx="839614" cy="411225"/>
          </a:xfrm>
          <a:prstGeom prst="rect">
            <a:avLst/>
          </a:prstGeom>
          <a:solidFill>
            <a:srgbClr val="666666"/>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102</a:t>
            </a:r>
          </a:p>
          <a:p>
            <a:pPr algn="ctr"/>
            <a:r>
              <a:rPr lang="en-GB" sz="800">
                <a:solidFill>
                  <a:schemeClr val="bg1"/>
                </a:solidFill>
              </a:rPr>
              <a:t>102</a:t>
            </a:r>
          </a:p>
          <a:p>
            <a:pPr algn="ctr"/>
            <a:r>
              <a:rPr lang="en-GB" sz="800">
                <a:solidFill>
                  <a:schemeClr val="bg1"/>
                </a:solidFill>
              </a:rPr>
              <a:t>102</a:t>
            </a:r>
          </a:p>
          <a:p>
            <a:pPr algn="ctr"/>
            <a:r>
              <a:rPr lang="en-GB" sz="800">
                <a:solidFill>
                  <a:schemeClr val="bg1"/>
                </a:solidFill>
              </a:rPr>
              <a:t>102</a:t>
            </a:r>
          </a:p>
          <a:p>
            <a:pPr algn="ctr"/>
            <a:endParaRPr lang="en-GB" sz="800">
              <a:solidFill>
                <a:schemeClr val="bg1"/>
              </a:solidFill>
            </a:endParaRPr>
          </a:p>
        </p:txBody>
      </p:sp>
      <p:sp>
        <p:nvSpPr>
          <p:cNvPr id="76" name="TextBox 75">
            <a:extLst>
              <a:ext uri="{FF2B5EF4-FFF2-40B4-BE49-F238E27FC236}">
                <a16:creationId xmlns:a16="http://schemas.microsoft.com/office/drawing/2014/main" id="{7033C2B2-E4D1-4420-8509-EC1E2C80321F}"/>
              </a:ext>
            </a:extLst>
          </p:cNvPr>
          <p:cNvSpPr txBox="1"/>
          <p:nvPr userDrawn="1"/>
        </p:nvSpPr>
        <p:spPr>
          <a:xfrm>
            <a:off x="5225411" y="1330325"/>
            <a:ext cx="1545229" cy="307777"/>
          </a:xfrm>
          <a:prstGeom prst="rect">
            <a:avLst/>
          </a:prstGeom>
          <a:noFill/>
        </p:spPr>
        <p:txBody>
          <a:bodyPr wrap="square" lIns="0" tIns="0" rIns="0" bIns="0" rtlCol="0">
            <a:spAutoFit/>
          </a:bodyPr>
          <a:lstStyle/>
          <a:p>
            <a:pPr algn="l">
              <a:spcAft>
                <a:spcPts val="600"/>
              </a:spcAft>
            </a:pPr>
            <a:r>
              <a:rPr lang="en-US" sz="1000" b="1">
                <a:solidFill>
                  <a:sysClr val="windowText" lastClr="000000"/>
                </a:solidFill>
              </a:rPr>
              <a:t>Neutrals for Infographics and charts only </a:t>
            </a:r>
          </a:p>
        </p:txBody>
      </p:sp>
      <p:sp>
        <p:nvSpPr>
          <p:cNvPr id="77" name="Rectangle 76">
            <a:extLst>
              <a:ext uri="{FF2B5EF4-FFF2-40B4-BE49-F238E27FC236}">
                <a16:creationId xmlns:a16="http://schemas.microsoft.com/office/drawing/2014/main" id="{9BFC6FF0-9D30-4829-A667-26B9E6467077}"/>
              </a:ext>
            </a:extLst>
          </p:cNvPr>
          <p:cNvSpPr/>
          <p:nvPr userDrawn="1"/>
        </p:nvSpPr>
        <p:spPr>
          <a:xfrm>
            <a:off x="5232206" y="2761094"/>
            <a:ext cx="839614" cy="411225"/>
          </a:xfrm>
          <a:prstGeom prst="rect">
            <a:avLst/>
          </a:prstGeom>
          <a:solidFill>
            <a:srgbClr val="989898"/>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152</a:t>
            </a:r>
          </a:p>
          <a:p>
            <a:pPr algn="ctr"/>
            <a:r>
              <a:rPr lang="en-GB" sz="800">
                <a:solidFill>
                  <a:schemeClr val="bg1"/>
                </a:solidFill>
              </a:rPr>
              <a:t>152</a:t>
            </a:r>
          </a:p>
          <a:p>
            <a:pPr algn="ctr"/>
            <a:r>
              <a:rPr lang="en-GB" sz="800">
                <a:solidFill>
                  <a:schemeClr val="bg1"/>
                </a:solidFill>
              </a:rPr>
              <a:t>152</a:t>
            </a:r>
          </a:p>
        </p:txBody>
      </p:sp>
      <p:sp>
        <p:nvSpPr>
          <p:cNvPr id="78" name="Rectangle 77">
            <a:extLst>
              <a:ext uri="{FF2B5EF4-FFF2-40B4-BE49-F238E27FC236}">
                <a16:creationId xmlns:a16="http://schemas.microsoft.com/office/drawing/2014/main" id="{AF40F7A4-A491-46D0-AC78-F38FB368D987}"/>
              </a:ext>
            </a:extLst>
          </p:cNvPr>
          <p:cNvSpPr/>
          <p:nvPr userDrawn="1"/>
        </p:nvSpPr>
        <p:spPr>
          <a:xfrm>
            <a:off x="5232206" y="3275656"/>
            <a:ext cx="839614" cy="411225"/>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ysClr val="windowText" lastClr="000000"/>
                </a:solidFill>
              </a:rPr>
              <a:t>178</a:t>
            </a:r>
          </a:p>
          <a:p>
            <a:pPr algn="ctr"/>
            <a:r>
              <a:rPr lang="en-GB" sz="800">
                <a:solidFill>
                  <a:sysClr val="windowText" lastClr="000000"/>
                </a:solidFill>
              </a:rPr>
              <a:t>178</a:t>
            </a:r>
          </a:p>
          <a:p>
            <a:pPr algn="ctr"/>
            <a:r>
              <a:rPr lang="en-GB" sz="800">
                <a:solidFill>
                  <a:sysClr val="windowText" lastClr="000000"/>
                </a:solidFill>
              </a:rPr>
              <a:t>178</a:t>
            </a:r>
          </a:p>
        </p:txBody>
      </p:sp>
      <p:sp>
        <p:nvSpPr>
          <p:cNvPr id="79" name="Rectangle 78">
            <a:extLst>
              <a:ext uri="{FF2B5EF4-FFF2-40B4-BE49-F238E27FC236}">
                <a16:creationId xmlns:a16="http://schemas.microsoft.com/office/drawing/2014/main" id="{E22CE48C-CD62-438B-AF1B-E80398CE41CF}"/>
              </a:ext>
            </a:extLst>
          </p:cNvPr>
          <p:cNvSpPr/>
          <p:nvPr userDrawn="1"/>
        </p:nvSpPr>
        <p:spPr>
          <a:xfrm>
            <a:off x="5232206" y="3790216"/>
            <a:ext cx="839614" cy="411225"/>
          </a:xfrm>
          <a:prstGeom prst="rect">
            <a:avLst/>
          </a:prstGeom>
          <a:solidFill>
            <a:srgbClr val="E5E5E5"/>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tx1"/>
                </a:solidFill>
              </a:rPr>
              <a:t>229</a:t>
            </a:r>
          </a:p>
          <a:p>
            <a:pPr algn="ctr"/>
            <a:r>
              <a:rPr lang="en-GB" sz="800">
                <a:solidFill>
                  <a:schemeClr val="tx1"/>
                </a:solidFill>
              </a:rPr>
              <a:t>229</a:t>
            </a:r>
          </a:p>
          <a:p>
            <a:pPr algn="ctr"/>
            <a:r>
              <a:rPr lang="en-GB" sz="800">
                <a:solidFill>
                  <a:schemeClr val="tx1"/>
                </a:solidFill>
              </a:rPr>
              <a:t>229</a:t>
            </a:r>
          </a:p>
        </p:txBody>
      </p:sp>
      <p:sp>
        <p:nvSpPr>
          <p:cNvPr id="83" name="TextBox 82">
            <a:extLst>
              <a:ext uri="{FF2B5EF4-FFF2-40B4-BE49-F238E27FC236}">
                <a16:creationId xmlns:a16="http://schemas.microsoft.com/office/drawing/2014/main" id="{BFA814C9-BD96-4348-B664-2AD4A5DAAB12}"/>
              </a:ext>
            </a:extLst>
          </p:cNvPr>
          <p:cNvSpPr txBox="1"/>
          <p:nvPr userDrawn="1"/>
        </p:nvSpPr>
        <p:spPr>
          <a:xfrm>
            <a:off x="6203979" y="2852903"/>
            <a:ext cx="1253995" cy="237066"/>
          </a:xfrm>
          <a:prstGeom prst="rect">
            <a:avLst/>
          </a:prstGeom>
          <a:noFill/>
        </p:spPr>
        <p:txBody>
          <a:bodyPr wrap="square" lIns="54610" tIns="54610" rIns="54610" bIns="54610" rtlCol="0" anchor="ctr">
            <a:noAutofit/>
          </a:bodyPr>
          <a:lstStyle/>
          <a:p>
            <a:pPr algn="l">
              <a:spcAft>
                <a:spcPts val="600"/>
              </a:spcAft>
            </a:pPr>
            <a:r>
              <a:rPr lang="en-GB" sz="1000"/>
              <a:t>Grey 3</a:t>
            </a:r>
          </a:p>
        </p:txBody>
      </p:sp>
      <p:sp>
        <p:nvSpPr>
          <p:cNvPr id="84" name="TextBox 83">
            <a:extLst>
              <a:ext uri="{FF2B5EF4-FFF2-40B4-BE49-F238E27FC236}">
                <a16:creationId xmlns:a16="http://schemas.microsoft.com/office/drawing/2014/main" id="{B38E8C09-0782-4E70-887B-080A8FC240A9}"/>
              </a:ext>
            </a:extLst>
          </p:cNvPr>
          <p:cNvSpPr txBox="1"/>
          <p:nvPr userDrawn="1"/>
        </p:nvSpPr>
        <p:spPr>
          <a:xfrm>
            <a:off x="6203979" y="1830789"/>
            <a:ext cx="1253995" cy="237066"/>
          </a:xfrm>
          <a:prstGeom prst="rect">
            <a:avLst/>
          </a:prstGeom>
          <a:noFill/>
        </p:spPr>
        <p:txBody>
          <a:bodyPr wrap="square" lIns="54610" tIns="54610" rIns="54610" bIns="54610" rtlCol="0" anchor="ctr">
            <a:noAutofit/>
          </a:bodyPr>
          <a:lstStyle/>
          <a:p>
            <a:pPr algn="l">
              <a:spcAft>
                <a:spcPts val="600"/>
              </a:spcAft>
            </a:pPr>
            <a:r>
              <a:rPr lang="en-GB" sz="1000"/>
              <a:t>Grey 1</a:t>
            </a:r>
          </a:p>
        </p:txBody>
      </p:sp>
      <p:sp>
        <p:nvSpPr>
          <p:cNvPr id="85" name="TextBox 84">
            <a:extLst>
              <a:ext uri="{FF2B5EF4-FFF2-40B4-BE49-F238E27FC236}">
                <a16:creationId xmlns:a16="http://schemas.microsoft.com/office/drawing/2014/main" id="{7C3E17E9-EAB5-401D-99B5-E01BBCBAAE59}"/>
              </a:ext>
            </a:extLst>
          </p:cNvPr>
          <p:cNvSpPr txBox="1"/>
          <p:nvPr userDrawn="1"/>
        </p:nvSpPr>
        <p:spPr>
          <a:xfrm>
            <a:off x="6203979" y="3363960"/>
            <a:ext cx="1253995" cy="237066"/>
          </a:xfrm>
          <a:prstGeom prst="rect">
            <a:avLst/>
          </a:prstGeom>
          <a:noFill/>
        </p:spPr>
        <p:txBody>
          <a:bodyPr wrap="square" lIns="54610" tIns="54610" rIns="54610" bIns="54610" rtlCol="0" anchor="ctr">
            <a:noAutofit/>
          </a:bodyPr>
          <a:lstStyle/>
          <a:p>
            <a:pPr algn="l">
              <a:spcAft>
                <a:spcPts val="600"/>
              </a:spcAft>
            </a:pPr>
            <a:r>
              <a:rPr lang="en-GB" sz="1000"/>
              <a:t>Grey 4</a:t>
            </a:r>
          </a:p>
        </p:txBody>
      </p:sp>
      <p:sp>
        <p:nvSpPr>
          <p:cNvPr id="86" name="TextBox 85">
            <a:extLst>
              <a:ext uri="{FF2B5EF4-FFF2-40B4-BE49-F238E27FC236}">
                <a16:creationId xmlns:a16="http://schemas.microsoft.com/office/drawing/2014/main" id="{DA95C41B-9591-4042-8AC0-03DBDA91FD18}"/>
              </a:ext>
            </a:extLst>
          </p:cNvPr>
          <p:cNvSpPr txBox="1"/>
          <p:nvPr userDrawn="1"/>
        </p:nvSpPr>
        <p:spPr>
          <a:xfrm>
            <a:off x="6203979" y="3875017"/>
            <a:ext cx="1253995" cy="237066"/>
          </a:xfrm>
          <a:prstGeom prst="rect">
            <a:avLst/>
          </a:prstGeom>
          <a:noFill/>
        </p:spPr>
        <p:txBody>
          <a:bodyPr wrap="square" lIns="54610" tIns="54610" rIns="54610" bIns="54610" rtlCol="0" anchor="ctr">
            <a:noAutofit/>
          </a:bodyPr>
          <a:lstStyle/>
          <a:p>
            <a:pPr algn="l">
              <a:spcAft>
                <a:spcPts val="600"/>
              </a:spcAft>
            </a:pPr>
            <a:r>
              <a:rPr lang="en-GB" sz="1000"/>
              <a:t>Grey 5</a:t>
            </a:r>
          </a:p>
        </p:txBody>
      </p:sp>
      <p:sp>
        <p:nvSpPr>
          <p:cNvPr id="87" name="TextBox 86">
            <a:extLst>
              <a:ext uri="{FF2B5EF4-FFF2-40B4-BE49-F238E27FC236}">
                <a16:creationId xmlns:a16="http://schemas.microsoft.com/office/drawing/2014/main" id="{C924189F-5F86-46B9-810F-1AF60243011B}"/>
              </a:ext>
            </a:extLst>
          </p:cNvPr>
          <p:cNvSpPr txBox="1"/>
          <p:nvPr userDrawn="1"/>
        </p:nvSpPr>
        <p:spPr>
          <a:xfrm>
            <a:off x="6203979" y="2341846"/>
            <a:ext cx="1253995" cy="237066"/>
          </a:xfrm>
          <a:prstGeom prst="rect">
            <a:avLst/>
          </a:prstGeom>
          <a:noFill/>
        </p:spPr>
        <p:txBody>
          <a:bodyPr wrap="square" lIns="54610" tIns="54610" rIns="54610" bIns="54610" rtlCol="0" anchor="ctr">
            <a:noAutofit/>
          </a:bodyPr>
          <a:lstStyle/>
          <a:p>
            <a:pPr algn="l">
              <a:spcAft>
                <a:spcPts val="600"/>
              </a:spcAft>
            </a:pPr>
            <a:r>
              <a:rPr lang="en-GB" sz="1000"/>
              <a:t>Grey 2</a:t>
            </a:r>
          </a:p>
        </p:txBody>
      </p:sp>
      <p:sp>
        <p:nvSpPr>
          <p:cNvPr id="52" name="Rectangle 51">
            <a:extLst>
              <a:ext uri="{FF2B5EF4-FFF2-40B4-BE49-F238E27FC236}">
                <a16:creationId xmlns:a16="http://schemas.microsoft.com/office/drawing/2014/main" id="{4ACB48A6-B340-401D-8994-A0E53291AC9B}"/>
              </a:ext>
            </a:extLst>
          </p:cNvPr>
          <p:cNvSpPr/>
          <p:nvPr userDrawn="1"/>
        </p:nvSpPr>
        <p:spPr>
          <a:xfrm>
            <a:off x="7170486" y="2656172"/>
            <a:ext cx="839614" cy="411225"/>
          </a:xfrm>
          <a:prstGeom prst="rect">
            <a:avLst/>
          </a:prstGeom>
          <a:gradFill>
            <a:gsLst>
              <a:gs pos="100000">
                <a:schemeClr val="accent1"/>
              </a:gs>
              <a:gs pos="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endParaRPr lang="en-GB" sz="800">
              <a:solidFill>
                <a:schemeClr val="bg1"/>
              </a:solidFill>
            </a:endParaRPr>
          </a:p>
        </p:txBody>
      </p:sp>
      <p:sp>
        <p:nvSpPr>
          <p:cNvPr id="53" name="Rectangle 52">
            <a:extLst>
              <a:ext uri="{FF2B5EF4-FFF2-40B4-BE49-F238E27FC236}">
                <a16:creationId xmlns:a16="http://schemas.microsoft.com/office/drawing/2014/main" id="{26F71474-A782-4BB1-8B9F-8DCCEAF88E0C}"/>
              </a:ext>
            </a:extLst>
          </p:cNvPr>
          <p:cNvSpPr/>
          <p:nvPr userDrawn="1"/>
        </p:nvSpPr>
        <p:spPr>
          <a:xfrm>
            <a:off x="9170077" y="2656172"/>
            <a:ext cx="839614" cy="411225"/>
          </a:xfrm>
          <a:prstGeom prst="rect">
            <a:avLst/>
          </a:prstGeom>
          <a:gradFill>
            <a:gsLst>
              <a:gs pos="100000">
                <a:srgbClr val="ACEAFF"/>
              </a:gs>
              <a:gs pos="0">
                <a:schemeClr val="accent4"/>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endParaRPr lang="en-GB" sz="800">
              <a:solidFill>
                <a:schemeClr val="bg1"/>
              </a:solidFill>
            </a:endParaRPr>
          </a:p>
        </p:txBody>
      </p:sp>
      <p:sp>
        <p:nvSpPr>
          <p:cNvPr id="54" name="TextBox 53">
            <a:extLst>
              <a:ext uri="{FF2B5EF4-FFF2-40B4-BE49-F238E27FC236}">
                <a16:creationId xmlns:a16="http://schemas.microsoft.com/office/drawing/2014/main" id="{2102BFCC-8EF9-4273-ADB0-A655CD827F66}"/>
              </a:ext>
            </a:extLst>
          </p:cNvPr>
          <p:cNvSpPr txBox="1"/>
          <p:nvPr userDrawn="1"/>
        </p:nvSpPr>
        <p:spPr>
          <a:xfrm>
            <a:off x="8028290" y="2743862"/>
            <a:ext cx="1568421" cy="237066"/>
          </a:xfrm>
          <a:prstGeom prst="rect">
            <a:avLst/>
          </a:prstGeom>
          <a:noFill/>
        </p:spPr>
        <p:txBody>
          <a:bodyPr wrap="square" lIns="54610" tIns="54610" rIns="54610" bIns="54610" rtlCol="0" anchor="ctr">
            <a:noAutofit/>
          </a:bodyPr>
          <a:lstStyle/>
          <a:p>
            <a:pPr algn="l">
              <a:spcAft>
                <a:spcPts val="600"/>
              </a:spcAft>
            </a:pPr>
            <a:r>
              <a:rPr lang="en-GB" sz="1000"/>
              <a:t>Purple/</a:t>
            </a:r>
            <a:br>
              <a:rPr lang="en-GB" sz="1000"/>
            </a:br>
            <a:r>
              <a:rPr lang="en-GB" sz="1000"/>
              <a:t>Cobalt gradient</a:t>
            </a:r>
          </a:p>
        </p:txBody>
      </p:sp>
      <p:sp>
        <p:nvSpPr>
          <p:cNvPr id="55" name="TextBox 54">
            <a:extLst>
              <a:ext uri="{FF2B5EF4-FFF2-40B4-BE49-F238E27FC236}">
                <a16:creationId xmlns:a16="http://schemas.microsoft.com/office/drawing/2014/main" id="{02D8D802-07C6-434C-B36C-582D2F2FAF7C}"/>
              </a:ext>
            </a:extLst>
          </p:cNvPr>
          <p:cNvSpPr txBox="1"/>
          <p:nvPr userDrawn="1"/>
        </p:nvSpPr>
        <p:spPr>
          <a:xfrm>
            <a:off x="10053992" y="2743862"/>
            <a:ext cx="1709098" cy="237066"/>
          </a:xfrm>
          <a:prstGeom prst="rect">
            <a:avLst/>
          </a:prstGeom>
          <a:noFill/>
        </p:spPr>
        <p:txBody>
          <a:bodyPr wrap="square" lIns="54610" tIns="54610" rIns="54610" bIns="54610" rtlCol="0" anchor="ctr">
            <a:noAutofit/>
          </a:bodyPr>
          <a:lstStyle/>
          <a:p>
            <a:pPr algn="l">
              <a:spcAft>
                <a:spcPts val="600"/>
              </a:spcAft>
            </a:pPr>
            <a:r>
              <a:rPr lang="en-GB" sz="1000"/>
              <a:t>Pacific/</a:t>
            </a:r>
            <a:br>
              <a:rPr lang="en-GB" sz="1000"/>
            </a:br>
            <a:r>
              <a:rPr lang="en-GB" sz="1000"/>
              <a:t>Light Blue gradient</a:t>
            </a:r>
          </a:p>
        </p:txBody>
      </p:sp>
      <p:sp>
        <p:nvSpPr>
          <p:cNvPr id="56" name="TextBox 55">
            <a:extLst>
              <a:ext uri="{FF2B5EF4-FFF2-40B4-BE49-F238E27FC236}">
                <a16:creationId xmlns:a16="http://schemas.microsoft.com/office/drawing/2014/main" id="{F56630A0-1CC3-4558-99F3-72A9846C3FA4}"/>
              </a:ext>
            </a:extLst>
          </p:cNvPr>
          <p:cNvSpPr txBox="1"/>
          <p:nvPr userDrawn="1"/>
        </p:nvSpPr>
        <p:spPr>
          <a:xfrm>
            <a:off x="7146554" y="1298952"/>
            <a:ext cx="4047046" cy="1269578"/>
          </a:xfrm>
          <a:prstGeom prst="rect">
            <a:avLst/>
          </a:prstGeom>
          <a:noFill/>
        </p:spPr>
        <p:txBody>
          <a:bodyPr wrap="square" lIns="0" tIns="0" rIns="0" bIns="0" rtlCol="0">
            <a:spAutoFit/>
          </a:bodyPr>
          <a:lstStyle/>
          <a:p>
            <a:pPr algn="l">
              <a:spcAft>
                <a:spcPts val="300"/>
              </a:spcAft>
            </a:pPr>
            <a:r>
              <a:rPr lang="en-US" sz="1000" b="1">
                <a:solidFill>
                  <a:sysClr val="windowText" lastClr="000000"/>
                </a:solidFill>
              </a:rPr>
              <a:t>Gradients</a:t>
            </a:r>
          </a:p>
          <a:p>
            <a:pPr marL="171450" indent="-171450" algn="l">
              <a:spcAft>
                <a:spcPts val="300"/>
              </a:spcAft>
              <a:buFont typeface="Arial" panose="020B0604020202020204" pitchFamily="34" charset="0"/>
              <a:buChar char="•"/>
            </a:pPr>
            <a:r>
              <a:rPr lang="en-GB" sz="1000" b="0">
                <a:solidFill>
                  <a:sysClr val="windowText" lastClr="000000"/>
                </a:solidFill>
              </a:rPr>
              <a:t>The </a:t>
            </a:r>
            <a:r>
              <a:rPr lang="en-GB" sz="1000" b="0" err="1">
                <a:solidFill>
                  <a:sysClr val="windowText" lastClr="000000"/>
                </a:solidFill>
              </a:rPr>
              <a:t>colors</a:t>
            </a:r>
            <a:r>
              <a:rPr lang="en-GB" sz="1000" b="0">
                <a:solidFill>
                  <a:sysClr val="windowText" lastClr="000000"/>
                </a:solidFill>
              </a:rPr>
              <a:t> are applied at both ends of the gradient, at 0% and 100% locations</a:t>
            </a:r>
          </a:p>
          <a:p>
            <a:pPr marL="171450" indent="-171450" algn="l">
              <a:spcAft>
                <a:spcPts val="300"/>
              </a:spcAft>
              <a:buFont typeface="Arial" panose="020B0604020202020204" pitchFamily="34" charset="0"/>
              <a:buChar char="•"/>
            </a:pPr>
            <a:r>
              <a:rPr lang="en-GB" sz="1000" b="0">
                <a:solidFill>
                  <a:sysClr val="windowText" lastClr="000000"/>
                </a:solidFill>
              </a:rPr>
              <a:t>The mid-point is at 50%</a:t>
            </a:r>
          </a:p>
          <a:p>
            <a:pPr marL="171450" indent="-171450" algn="l">
              <a:spcAft>
                <a:spcPts val="300"/>
              </a:spcAft>
              <a:buFont typeface="Arial" panose="020B0604020202020204" pitchFamily="34" charset="0"/>
              <a:buChar char="•"/>
            </a:pPr>
            <a:r>
              <a:rPr lang="en-GB" sz="1000" b="0">
                <a:solidFill>
                  <a:sysClr val="windowText" lastClr="000000"/>
                </a:solidFill>
              </a:rPr>
              <a:t>The gradients are used at a 0º angle</a:t>
            </a:r>
          </a:p>
          <a:p>
            <a:pPr marL="171450" indent="-171450" algn="l">
              <a:spcAft>
                <a:spcPts val="300"/>
              </a:spcAft>
              <a:buFont typeface="Arial" panose="020B0604020202020204" pitchFamily="34" charset="0"/>
              <a:buChar char="•"/>
            </a:pPr>
            <a:r>
              <a:rPr lang="en-GB" sz="1000" b="0">
                <a:solidFill>
                  <a:sysClr val="windowText" lastClr="000000"/>
                </a:solidFill>
              </a:rPr>
              <a:t>Use the linear gradient, never radial</a:t>
            </a:r>
          </a:p>
          <a:p>
            <a:pPr marL="171450" indent="-171450" algn="l">
              <a:spcAft>
                <a:spcPts val="300"/>
              </a:spcAft>
              <a:buFont typeface="Arial" panose="020B0604020202020204" pitchFamily="34" charset="0"/>
              <a:buChar char="•"/>
            </a:pPr>
            <a:r>
              <a:rPr lang="en-GB" sz="1000" b="0">
                <a:solidFill>
                  <a:sysClr val="windowText" lastClr="000000"/>
                </a:solidFill>
              </a:rPr>
              <a:t>Do not create new gradients; use only the gradients shown here</a:t>
            </a:r>
            <a:endParaRPr lang="en-US" sz="1000" b="0">
              <a:solidFill>
                <a:sysClr val="windowText" lastClr="000000"/>
              </a:solidFill>
            </a:endParaRPr>
          </a:p>
        </p:txBody>
      </p:sp>
      <p:sp>
        <p:nvSpPr>
          <p:cNvPr id="57" name="Rectangle 56">
            <a:extLst>
              <a:ext uri="{FF2B5EF4-FFF2-40B4-BE49-F238E27FC236}">
                <a16:creationId xmlns:a16="http://schemas.microsoft.com/office/drawing/2014/main" id="{9D5AAA1F-BD76-48F7-8C50-6E5979B9537B}"/>
              </a:ext>
            </a:extLst>
          </p:cNvPr>
          <p:cNvSpPr/>
          <p:nvPr userDrawn="1"/>
        </p:nvSpPr>
        <p:spPr>
          <a:xfrm>
            <a:off x="5225411" y="4304594"/>
            <a:ext cx="839614" cy="411225"/>
          </a:xfrm>
          <a:prstGeom prst="rect">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tx1"/>
                </a:solidFill>
              </a:rPr>
              <a:t>255</a:t>
            </a:r>
          </a:p>
          <a:p>
            <a:pPr algn="ctr"/>
            <a:r>
              <a:rPr lang="en-GB" sz="800">
                <a:solidFill>
                  <a:schemeClr val="tx1"/>
                </a:solidFill>
              </a:rPr>
              <a:t>255</a:t>
            </a:r>
          </a:p>
          <a:p>
            <a:pPr algn="ctr"/>
            <a:r>
              <a:rPr lang="en-GB" sz="800">
                <a:solidFill>
                  <a:schemeClr val="tx1"/>
                </a:solidFill>
              </a:rPr>
              <a:t>255</a:t>
            </a:r>
          </a:p>
        </p:txBody>
      </p:sp>
      <p:sp>
        <p:nvSpPr>
          <p:cNvPr id="58" name="TextBox 57">
            <a:extLst>
              <a:ext uri="{FF2B5EF4-FFF2-40B4-BE49-F238E27FC236}">
                <a16:creationId xmlns:a16="http://schemas.microsoft.com/office/drawing/2014/main" id="{3485E89C-C25F-4DDF-BA6F-8600323267FE}"/>
              </a:ext>
            </a:extLst>
          </p:cNvPr>
          <p:cNvSpPr txBox="1"/>
          <p:nvPr userDrawn="1"/>
        </p:nvSpPr>
        <p:spPr>
          <a:xfrm>
            <a:off x="6197184" y="4389395"/>
            <a:ext cx="1253995" cy="237066"/>
          </a:xfrm>
          <a:prstGeom prst="rect">
            <a:avLst/>
          </a:prstGeom>
          <a:noFill/>
        </p:spPr>
        <p:txBody>
          <a:bodyPr wrap="square" lIns="54610" tIns="54610" rIns="54610" bIns="54610" rtlCol="0" anchor="ctr">
            <a:noAutofit/>
          </a:bodyPr>
          <a:lstStyle/>
          <a:p>
            <a:pPr algn="l">
              <a:spcAft>
                <a:spcPts val="600"/>
              </a:spcAft>
            </a:pPr>
            <a:r>
              <a:rPr lang="en-GB" sz="1000"/>
              <a:t>White</a:t>
            </a:r>
          </a:p>
        </p:txBody>
      </p:sp>
      <p:sp>
        <p:nvSpPr>
          <p:cNvPr id="73" name="TextBox 72">
            <a:extLst>
              <a:ext uri="{FF2B5EF4-FFF2-40B4-BE49-F238E27FC236}">
                <a16:creationId xmlns:a16="http://schemas.microsoft.com/office/drawing/2014/main" id="{66117D9B-6EF8-4B36-A112-FD6D19D0AE23}"/>
              </a:ext>
            </a:extLst>
          </p:cNvPr>
          <p:cNvSpPr txBox="1"/>
          <p:nvPr userDrawn="1"/>
        </p:nvSpPr>
        <p:spPr>
          <a:xfrm>
            <a:off x="7146554" y="3336981"/>
            <a:ext cx="1194238" cy="153888"/>
          </a:xfrm>
          <a:prstGeom prst="rect">
            <a:avLst/>
          </a:prstGeom>
          <a:noFill/>
        </p:spPr>
        <p:txBody>
          <a:bodyPr wrap="none" lIns="0" tIns="0" rIns="0" bIns="0" rtlCol="0">
            <a:noAutofit/>
          </a:bodyPr>
          <a:lstStyle/>
          <a:p>
            <a:pPr algn="l">
              <a:spcAft>
                <a:spcPts val="600"/>
              </a:spcAft>
            </a:pPr>
            <a:r>
              <a:rPr lang="en-US" sz="1000" b="1">
                <a:solidFill>
                  <a:sysClr val="windowText" lastClr="000000"/>
                </a:solidFill>
              </a:rPr>
              <a:t>Traffic Light Palette</a:t>
            </a:r>
            <a:endParaRPr lang="en-US" sz="1000" b="0">
              <a:solidFill>
                <a:sysClr val="windowText" lastClr="000000"/>
              </a:solidFill>
            </a:endParaRPr>
          </a:p>
        </p:txBody>
      </p:sp>
      <p:sp>
        <p:nvSpPr>
          <p:cNvPr id="101" name="Rectangle 100">
            <a:extLst>
              <a:ext uri="{FF2B5EF4-FFF2-40B4-BE49-F238E27FC236}">
                <a16:creationId xmlns:a16="http://schemas.microsoft.com/office/drawing/2014/main" id="{8629CA1F-9C19-4EBE-AACF-DD30D2A7CB9D}"/>
              </a:ext>
            </a:extLst>
          </p:cNvPr>
          <p:cNvSpPr>
            <a:spLocks/>
          </p:cNvSpPr>
          <p:nvPr userDrawn="1"/>
        </p:nvSpPr>
        <p:spPr>
          <a:xfrm>
            <a:off x="9353776" y="3589581"/>
            <a:ext cx="839614" cy="411225"/>
          </a:xfrm>
          <a:prstGeom prst="rect">
            <a:avLst/>
          </a:prstGeom>
          <a:solidFill>
            <a:srgbClr val="269924"/>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38</a:t>
            </a:r>
          </a:p>
          <a:p>
            <a:pPr algn="ctr"/>
            <a:r>
              <a:rPr lang="en-GB" sz="800">
                <a:solidFill>
                  <a:schemeClr val="bg1"/>
                </a:solidFill>
              </a:rPr>
              <a:t>153</a:t>
            </a:r>
          </a:p>
          <a:p>
            <a:pPr algn="ctr"/>
            <a:r>
              <a:rPr lang="en-GB" sz="800">
                <a:solidFill>
                  <a:schemeClr val="bg1"/>
                </a:solidFill>
              </a:rPr>
              <a:t>36</a:t>
            </a:r>
          </a:p>
        </p:txBody>
      </p:sp>
      <p:sp>
        <p:nvSpPr>
          <p:cNvPr id="102" name="Rectangle 101">
            <a:extLst>
              <a:ext uri="{FF2B5EF4-FFF2-40B4-BE49-F238E27FC236}">
                <a16:creationId xmlns:a16="http://schemas.microsoft.com/office/drawing/2014/main" id="{38F50825-9522-489D-AFE6-03DCC983AE45}"/>
              </a:ext>
            </a:extLst>
          </p:cNvPr>
          <p:cNvSpPr>
            <a:spLocks/>
          </p:cNvSpPr>
          <p:nvPr userDrawn="1"/>
        </p:nvSpPr>
        <p:spPr>
          <a:xfrm>
            <a:off x="8262131" y="3589581"/>
            <a:ext cx="839614" cy="411225"/>
          </a:xfrm>
          <a:prstGeom prst="rect">
            <a:avLst/>
          </a:prstGeom>
          <a:solidFill>
            <a:srgbClr val="F1C44D"/>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241</a:t>
            </a:r>
          </a:p>
          <a:p>
            <a:pPr algn="ctr"/>
            <a:r>
              <a:rPr lang="en-GB" sz="800">
                <a:solidFill>
                  <a:schemeClr val="bg1"/>
                </a:solidFill>
              </a:rPr>
              <a:t>196</a:t>
            </a:r>
          </a:p>
          <a:p>
            <a:pPr algn="ctr"/>
            <a:r>
              <a:rPr lang="en-GB" sz="800">
                <a:solidFill>
                  <a:schemeClr val="bg1"/>
                </a:solidFill>
              </a:rPr>
              <a:t>77</a:t>
            </a:r>
          </a:p>
        </p:txBody>
      </p:sp>
      <p:sp>
        <p:nvSpPr>
          <p:cNvPr id="103" name="Rectangle 102">
            <a:extLst>
              <a:ext uri="{FF2B5EF4-FFF2-40B4-BE49-F238E27FC236}">
                <a16:creationId xmlns:a16="http://schemas.microsoft.com/office/drawing/2014/main" id="{920DF8B8-BB57-4FAB-8303-1EA0BDA6B7F5}"/>
              </a:ext>
            </a:extLst>
          </p:cNvPr>
          <p:cNvSpPr>
            <a:spLocks/>
          </p:cNvSpPr>
          <p:nvPr userDrawn="1"/>
        </p:nvSpPr>
        <p:spPr>
          <a:xfrm>
            <a:off x="7170486" y="3589581"/>
            <a:ext cx="839614" cy="411225"/>
          </a:xfrm>
          <a:prstGeom prst="rect">
            <a:avLst/>
          </a:prstGeom>
          <a:solidFill>
            <a:srgbClr val="ED2124"/>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237</a:t>
            </a:r>
          </a:p>
          <a:p>
            <a:pPr algn="ctr"/>
            <a:r>
              <a:rPr lang="en-GB" sz="800">
                <a:solidFill>
                  <a:schemeClr val="bg1"/>
                </a:solidFill>
              </a:rPr>
              <a:t>33</a:t>
            </a:r>
          </a:p>
          <a:p>
            <a:pPr algn="ctr"/>
            <a:r>
              <a:rPr lang="en-GB" sz="800">
                <a:solidFill>
                  <a:schemeClr val="bg1"/>
                </a:solidFill>
              </a:rPr>
              <a:t>36</a:t>
            </a:r>
          </a:p>
        </p:txBody>
      </p:sp>
      <p:sp>
        <p:nvSpPr>
          <p:cNvPr id="104" name="TextBox 103">
            <a:extLst>
              <a:ext uri="{FF2B5EF4-FFF2-40B4-BE49-F238E27FC236}">
                <a16:creationId xmlns:a16="http://schemas.microsoft.com/office/drawing/2014/main" id="{0E284CC6-D89E-4E2E-9C1A-D2D015D4CCE1}"/>
              </a:ext>
            </a:extLst>
          </p:cNvPr>
          <p:cNvSpPr txBox="1"/>
          <p:nvPr userDrawn="1"/>
        </p:nvSpPr>
        <p:spPr>
          <a:xfrm>
            <a:off x="7146553" y="4285684"/>
            <a:ext cx="4159622" cy="626317"/>
          </a:xfrm>
          <a:prstGeom prst="rect">
            <a:avLst/>
          </a:prstGeom>
          <a:noFill/>
        </p:spPr>
        <p:txBody>
          <a:bodyPr wrap="square" lIns="0" tIns="0" rIns="0" bIns="0" rtlCol="0">
            <a:noAutofit/>
          </a:bodyPr>
          <a:lstStyle/>
          <a:p>
            <a:pPr algn="l">
              <a:spcAft>
                <a:spcPts val="600"/>
              </a:spcAft>
            </a:pPr>
            <a:r>
              <a:rPr lang="en-US" sz="1000" b="1">
                <a:solidFill>
                  <a:sysClr val="windowText" lastClr="000000"/>
                </a:solidFill>
              </a:rPr>
              <a:t>Potential chart color order</a:t>
            </a:r>
          </a:p>
          <a:p>
            <a:pPr marL="171450" indent="-171450" algn="l">
              <a:spcAft>
                <a:spcPts val="300"/>
              </a:spcAft>
              <a:buFont typeface="Arial" panose="020B0604020202020204" pitchFamily="34" charset="0"/>
              <a:buChar char="•"/>
            </a:pPr>
            <a:r>
              <a:rPr lang="en-US" sz="1000" b="0">
                <a:solidFill>
                  <a:sysClr val="windowText" lastClr="000000"/>
                </a:solidFill>
              </a:rPr>
              <a:t>Prioritize our blues, but they don’t have to be used all at once</a:t>
            </a:r>
          </a:p>
          <a:p>
            <a:pPr marL="171450" indent="-171450" algn="l">
              <a:spcAft>
                <a:spcPts val="300"/>
              </a:spcAft>
              <a:buFont typeface="Arial" panose="020B0604020202020204" pitchFamily="34" charset="0"/>
              <a:buChar char="•"/>
            </a:pPr>
            <a:r>
              <a:rPr lang="en-US" sz="1000" b="0">
                <a:solidFill>
                  <a:sysClr val="windowText" lastClr="000000"/>
                </a:solidFill>
              </a:rPr>
              <a:t>Mix light, mid and dark tones within data sets</a:t>
            </a:r>
          </a:p>
        </p:txBody>
      </p:sp>
      <p:cxnSp>
        <p:nvCxnSpPr>
          <p:cNvPr id="105" name="Straight Connector 104">
            <a:extLst>
              <a:ext uri="{FF2B5EF4-FFF2-40B4-BE49-F238E27FC236}">
                <a16:creationId xmlns:a16="http://schemas.microsoft.com/office/drawing/2014/main" id="{32E93FD9-5621-45B8-BDA7-4C88B41DB4D9}"/>
              </a:ext>
            </a:extLst>
          </p:cNvPr>
          <p:cNvCxnSpPr/>
          <p:nvPr userDrawn="1"/>
        </p:nvCxnSpPr>
        <p:spPr>
          <a:xfrm>
            <a:off x="7170486" y="3242602"/>
            <a:ext cx="4023114" cy="0"/>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6" name="Straight Connector 105">
            <a:extLst>
              <a:ext uri="{FF2B5EF4-FFF2-40B4-BE49-F238E27FC236}">
                <a16:creationId xmlns:a16="http://schemas.microsoft.com/office/drawing/2014/main" id="{98F7303C-5EE8-4FA6-A437-87F2BF61E6C8}"/>
              </a:ext>
            </a:extLst>
          </p:cNvPr>
          <p:cNvCxnSpPr/>
          <p:nvPr userDrawn="1"/>
        </p:nvCxnSpPr>
        <p:spPr>
          <a:xfrm>
            <a:off x="7170486" y="4176642"/>
            <a:ext cx="4023114" cy="0"/>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nvGrpSpPr>
          <p:cNvPr id="107" name="Group 106">
            <a:extLst>
              <a:ext uri="{FF2B5EF4-FFF2-40B4-BE49-F238E27FC236}">
                <a16:creationId xmlns:a16="http://schemas.microsoft.com/office/drawing/2014/main" id="{39C72177-73C5-408A-8C21-86379F35DFDA}"/>
              </a:ext>
            </a:extLst>
          </p:cNvPr>
          <p:cNvGrpSpPr/>
          <p:nvPr userDrawn="1"/>
        </p:nvGrpSpPr>
        <p:grpSpPr>
          <a:xfrm>
            <a:off x="7170486" y="5015319"/>
            <a:ext cx="4023114" cy="868052"/>
            <a:chOff x="6942744" y="5227726"/>
            <a:chExt cx="6397168" cy="1380293"/>
          </a:xfrm>
        </p:grpSpPr>
        <p:sp>
          <p:nvSpPr>
            <p:cNvPr id="108" name="Rectangle 107">
              <a:extLst>
                <a:ext uri="{FF2B5EF4-FFF2-40B4-BE49-F238E27FC236}">
                  <a16:creationId xmlns:a16="http://schemas.microsoft.com/office/drawing/2014/main" id="{09C4E567-3FDF-4915-8D1F-4D3869F8570F}"/>
                </a:ext>
              </a:extLst>
            </p:cNvPr>
            <p:cNvSpPr/>
            <p:nvPr userDrawn="1"/>
          </p:nvSpPr>
          <p:spPr>
            <a:xfrm>
              <a:off x="8821942" y="5227726"/>
              <a:ext cx="759576" cy="592341"/>
            </a:xfrm>
            <a:prstGeom prst="rect">
              <a:avLst/>
            </a:prstGeom>
            <a:solidFill>
              <a:srgbClr val="1E49E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30</a:t>
              </a:r>
            </a:p>
            <a:p>
              <a:pPr algn="ctr"/>
              <a:r>
                <a:rPr lang="en-GB" sz="800">
                  <a:solidFill>
                    <a:schemeClr val="bg1"/>
                  </a:solidFill>
                </a:rPr>
                <a:t>73</a:t>
              </a:r>
            </a:p>
            <a:p>
              <a:pPr algn="ctr"/>
              <a:r>
                <a:rPr lang="en-GB" sz="800">
                  <a:solidFill>
                    <a:schemeClr val="bg1"/>
                  </a:solidFill>
                </a:rPr>
                <a:t>226</a:t>
              </a:r>
            </a:p>
          </p:txBody>
        </p:sp>
        <p:sp>
          <p:nvSpPr>
            <p:cNvPr id="109" name="Rectangle 108">
              <a:extLst>
                <a:ext uri="{FF2B5EF4-FFF2-40B4-BE49-F238E27FC236}">
                  <a16:creationId xmlns:a16="http://schemas.microsoft.com/office/drawing/2014/main" id="{2DA33985-45D0-4046-B44C-8DCBCFFD86AC}"/>
                </a:ext>
              </a:extLst>
            </p:cNvPr>
            <p:cNvSpPr/>
            <p:nvPr userDrawn="1"/>
          </p:nvSpPr>
          <p:spPr>
            <a:xfrm>
              <a:off x="6942744" y="5227726"/>
              <a:ext cx="759576" cy="592341"/>
            </a:xfrm>
            <a:prstGeom prst="rect">
              <a:avLst/>
            </a:prstGeom>
            <a:solidFill>
              <a:srgbClr val="00338D"/>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0</a:t>
              </a:r>
            </a:p>
            <a:p>
              <a:pPr algn="ctr"/>
              <a:r>
                <a:rPr lang="en-GB" sz="800">
                  <a:solidFill>
                    <a:schemeClr val="bg1"/>
                  </a:solidFill>
                </a:rPr>
                <a:t>51</a:t>
              </a:r>
            </a:p>
            <a:p>
              <a:pPr algn="ctr"/>
              <a:r>
                <a:rPr lang="en-GB" sz="800">
                  <a:solidFill>
                    <a:schemeClr val="bg1"/>
                  </a:solidFill>
                </a:rPr>
                <a:t>141</a:t>
              </a:r>
            </a:p>
          </p:txBody>
        </p:sp>
        <p:sp>
          <p:nvSpPr>
            <p:cNvPr id="110" name="Rectangle 109">
              <a:extLst>
                <a:ext uri="{FF2B5EF4-FFF2-40B4-BE49-F238E27FC236}">
                  <a16:creationId xmlns:a16="http://schemas.microsoft.com/office/drawing/2014/main" id="{60024D76-5422-4C07-A547-F2C593130265}"/>
                </a:ext>
              </a:extLst>
            </p:cNvPr>
            <p:cNvSpPr/>
            <p:nvPr userDrawn="1"/>
          </p:nvSpPr>
          <p:spPr>
            <a:xfrm>
              <a:off x="9761541" y="5227726"/>
              <a:ext cx="759576" cy="592341"/>
            </a:xfrm>
            <a:prstGeom prst="rect">
              <a:avLst/>
            </a:prstGeom>
            <a:solidFill>
              <a:srgbClr val="76D2FF"/>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ysClr val="windowText" lastClr="000000"/>
                  </a:solidFill>
                </a:rPr>
                <a:t>118</a:t>
              </a:r>
            </a:p>
            <a:p>
              <a:pPr algn="ctr"/>
              <a:r>
                <a:rPr lang="en-GB" sz="800">
                  <a:solidFill>
                    <a:sysClr val="windowText" lastClr="000000"/>
                  </a:solidFill>
                </a:rPr>
                <a:t>210</a:t>
              </a:r>
            </a:p>
            <a:p>
              <a:pPr algn="ctr"/>
              <a:r>
                <a:rPr lang="en-GB" sz="800">
                  <a:solidFill>
                    <a:sysClr val="windowText" lastClr="000000"/>
                  </a:solidFill>
                </a:rPr>
                <a:t>255</a:t>
              </a:r>
            </a:p>
          </p:txBody>
        </p:sp>
        <p:sp>
          <p:nvSpPr>
            <p:cNvPr id="111" name="Rectangle 110">
              <a:extLst>
                <a:ext uri="{FF2B5EF4-FFF2-40B4-BE49-F238E27FC236}">
                  <a16:creationId xmlns:a16="http://schemas.microsoft.com/office/drawing/2014/main" id="{06E42AD4-4E53-43DB-966B-14EA0ED3E458}"/>
                </a:ext>
              </a:extLst>
            </p:cNvPr>
            <p:cNvSpPr/>
            <p:nvPr userDrawn="1"/>
          </p:nvSpPr>
          <p:spPr>
            <a:xfrm>
              <a:off x="11640737" y="5227726"/>
              <a:ext cx="759576" cy="592341"/>
            </a:xfrm>
            <a:prstGeom prst="rect">
              <a:avLst/>
            </a:prstGeom>
            <a:solidFill>
              <a:srgbClr val="B497FF"/>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180</a:t>
              </a:r>
            </a:p>
            <a:p>
              <a:pPr algn="ctr"/>
              <a:r>
                <a:rPr lang="en-GB" sz="800">
                  <a:solidFill>
                    <a:schemeClr val="bg1"/>
                  </a:solidFill>
                </a:rPr>
                <a:t>151</a:t>
              </a:r>
            </a:p>
            <a:p>
              <a:pPr algn="ctr"/>
              <a:r>
                <a:rPr lang="en-GB" sz="800">
                  <a:solidFill>
                    <a:schemeClr val="bg1"/>
                  </a:solidFill>
                </a:rPr>
                <a:t>255</a:t>
              </a:r>
            </a:p>
          </p:txBody>
        </p:sp>
        <p:sp>
          <p:nvSpPr>
            <p:cNvPr id="112" name="Rectangle 111">
              <a:extLst>
                <a:ext uri="{FF2B5EF4-FFF2-40B4-BE49-F238E27FC236}">
                  <a16:creationId xmlns:a16="http://schemas.microsoft.com/office/drawing/2014/main" id="{3123BFF0-C9BC-4A9F-8C1A-6677CDC1F631}"/>
                </a:ext>
              </a:extLst>
            </p:cNvPr>
            <p:cNvSpPr/>
            <p:nvPr userDrawn="1"/>
          </p:nvSpPr>
          <p:spPr>
            <a:xfrm>
              <a:off x="8821942" y="6015678"/>
              <a:ext cx="759576" cy="592341"/>
            </a:xfrm>
            <a:prstGeom prst="rect">
              <a:avLst/>
            </a:prstGeom>
            <a:solidFill>
              <a:srgbClr val="FD349C"/>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253</a:t>
              </a:r>
            </a:p>
            <a:p>
              <a:pPr algn="ctr"/>
              <a:r>
                <a:rPr lang="en-GB" sz="800">
                  <a:solidFill>
                    <a:schemeClr val="bg1"/>
                  </a:solidFill>
                </a:rPr>
                <a:t>52</a:t>
              </a:r>
            </a:p>
            <a:p>
              <a:pPr algn="ctr"/>
              <a:r>
                <a:rPr lang="en-GB" sz="800">
                  <a:solidFill>
                    <a:schemeClr val="bg1"/>
                  </a:solidFill>
                </a:rPr>
                <a:t>156</a:t>
              </a:r>
            </a:p>
          </p:txBody>
        </p:sp>
        <p:sp>
          <p:nvSpPr>
            <p:cNvPr id="113" name="Rectangle 112">
              <a:extLst>
                <a:ext uri="{FF2B5EF4-FFF2-40B4-BE49-F238E27FC236}">
                  <a16:creationId xmlns:a16="http://schemas.microsoft.com/office/drawing/2014/main" id="{2B91896C-FA19-4C29-A6A4-8285D7F3418C}"/>
                </a:ext>
              </a:extLst>
            </p:cNvPr>
            <p:cNvSpPr/>
            <p:nvPr userDrawn="1"/>
          </p:nvSpPr>
          <p:spPr>
            <a:xfrm>
              <a:off x="10701139" y="5227726"/>
              <a:ext cx="759576" cy="592341"/>
            </a:xfrm>
            <a:prstGeom prst="rect">
              <a:avLst/>
            </a:prstGeom>
            <a:solidFill>
              <a:srgbClr val="7213EA"/>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114</a:t>
              </a:r>
            </a:p>
            <a:p>
              <a:pPr algn="ctr"/>
              <a:r>
                <a:rPr lang="en-GB" sz="800">
                  <a:solidFill>
                    <a:schemeClr val="bg1"/>
                  </a:solidFill>
                </a:rPr>
                <a:t>19</a:t>
              </a:r>
            </a:p>
            <a:p>
              <a:pPr algn="ctr"/>
              <a:r>
                <a:rPr lang="en-GB" sz="800">
                  <a:solidFill>
                    <a:schemeClr val="bg1"/>
                  </a:solidFill>
                </a:rPr>
                <a:t>234</a:t>
              </a:r>
            </a:p>
          </p:txBody>
        </p:sp>
        <p:sp>
          <p:nvSpPr>
            <p:cNvPr id="114" name="Rectangle 113">
              <a:extLst>
                <a:ext uri="{FF2B5EF4-FFF2-40B4-BE49-F238E27FC236}">
                  <a16:creationId xmlns:a16="http://schemas.microsoft.com/office/drawing/2014/main" id="{48E4376B-58CB-4B0E-AB7F-3AF61E7659F9}"/>
                </a:ext>
              </a:extLst>
            </p:cNvPr>
            <p:cNvSpPr/>
            <p:nvPr userDrawn="1"/>
          </p:nvSpPr>
          <p:spPr>
            <a:xfrm>
              <a:off x="9761541" y="6015678"/>
              <a:ext cx="759576" cy="592341"/>
            </a:xfrm>
            <a:prstGeom prst="rect">
              <a:avLst/>
            </a:prstGeom>
            <a:solidFill>
              <a:srgbClr val="FFA3DA"/>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255</a:t>
              </a:r>
            </a:p>
            <a:p>
              <a:pPr algn="ctr"/>
              <a:r>
                <a:rPr lang="en-GB" sz="800">
                  <a:solidFill>
                    <a:schemeClr val="bg1"/>
                  </a:solidFill>
                </a:rPr>
                <a:t>163</a:t>
              </a:r>
            </a:p>
            <a:p>
              <a:pPr algn="ctr"/>
              <a:r>
                <a:rPr lang="en-GB" sz="800">
                  <a:solidFill>
                    <a:schemeClr val="bg1"/>
                  </a:solidFill>
                </a:rPr>
                <a:t>218</a:t>
              </a:r>
            </a:p>
          </p:txBody>
        </p:sp>
        <p:sp>
          <p:nvSpPr>
            <p:cNvPr id="115" name="Rectangle 114">
              <a:extLst>
                <a:ext uri="{FF2B5EF4-FFF2-40B4-BE49-F238E27FC236}">
                  <a16:creationId xmlns:a16="http://schemas.microsoft.com/office/drawing/2014/main" id="{6CCBC42E-797C-4CB6-8C59-2D6FCDDB1F33}"/>
                </a:ext>
              </a:extLst>
            </p:cNvPr>
            <p:cNvSpPr/>
            <p:nvPr userDrawn="1"/>
          </p:nvSpPr>
          <p:spPr>
            <a:xfrm>
              <a:off x="6942744" y="6015678"/>
              <a:ext cx="759576" cy="592341"/>
            </a:xfrm>
            <a:prstGeom prst="rect">
              <a:avLst/>
            </a:prstGeom>
            <a:solidFill>
              <a:srgbClr val="00C0AE"/>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0</a:t>
              </a:r>
            </a:p>
            <a:p>
              <a:pPr algn="ctr"/>
              <a:r>
                <a:rPr lang="en-GB" sz="800">
                  <a:solidFill>
                    <a:schemeClr val="bg1"/>
                  </a:solidFill>
                </a:rPr>
                <a:t>192</a:t>
              </a:r>
            </a:p>
            <a:p>
              <a:pPr algn="ctr"/>
              <a:r>
                <a:rPr lang="en-GB" sz="800">
                  <a:solidFill>
                    <a:schemeClr val="bg1"/>
                  </a:solidFill>
                </a:rPr>
                <a:t>174</a:t>
              </a:r>
            </a:p>
          </p:txBody>
        </p:sp>
        <p:sp>
          <p:nvSpPr>
            <p:cNvPr id="116" name="Rectangle 115">
              <a:extLst>
                <a:ext uri="{FF2B5EF4-FFF2-40B4-BE49-F238E27FC236}">
                  <a16:creationId xmlns:a16="http://schemas.microsoft.com/office/drawing/2014/main" id="{691DA2AF-1629-48DB-9571-C0A4059F3B38}"/>
                </a:ext>
              </a:extLst>
            </p:cNvPr>
            <p:cNvSpPr/>
            <p:nvPr userDrawn="1"/>
          </p:nvSpPr>
          <p:spPr>
            <a:xfrm>
              <a:off x="12580336" y="6015678"/>
              <a:ext cx="759576" cy="592341"/>
            </a:xfrm>
            <a:prstGeom prst="rect">
              <a:avLst/>
            </a:prstGeom>
            <a:solidFill>
              <a:srgbClr val="63EBDA"/>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ysClr val="windowText" lastClr="000000"/>
                  </a:solidFill>
                </a:rPr>
                <a:t>99</a:t>
              </a:r>
            </a:p>
            <a:p>
              <a:pPr algn="ctr"/>
              <a:r>
                <a:rPr lang="en-GB" sz="800">
                  <a:solidFill>
                    <a:sysClr val="windowText" lastClr="000000"/>
                  </a:solidFill>
                </a:rPr>
                <a:t>235</a:t>
              </a:r>
            </a:p>
            <a:p>
              <a:pPr algn="ctr"/>
              <a:r>
                <a:rPr lang="en-GB" sz="800">
                  <a:solidFill>
                    <a:sysClr val="windowText" lastClr="000000"/>
                  </a:solidFill>
                </a:rPr>
                <a:t>218</a:t>
              </a:r>
            </a:p>
          </p:txBody>
        </p:sp>
        <p:sp>
          <p:nvSpPr>
            <p:cNvPr id="117" name="Rectangle 116">
              <a:extLst>
                <a:ext uri="{FF2B5EF4-FFF2-40B4-BE49-F238E27FC236}">
                  <a16:creationId xmlns:a16="http://schemas.microsoft.com/office/drawing/2014/main" id="{7004D9F3-522B-4798-8584-5DAEBCA82D69}"/>
                </a:ext>
              </a:extLst>
            </p:cNvPr>
            <p:cNvSpPr/>
            <p:nvPr userDrawn="1"/>
          </p:nvSpPr>
          <p:spPr>
            <a:xfrm>
              <a:off x="7882343" y="5227726"/>
              <a:ext cx="759576" cy="592341"/>
            </a:xfrm>
            <a:prstGeom prst="rect">
              <a:avLst/>
            </a:prstGeom>
            <a:solidFill>
              <a:srgbClr val="00B8F5"/>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0</a:t>
              </a:r>
            </a:p>
            <a:p>
              <a:pPr algn="ctr"/>
              <a:r>
                <a:rPr lang="en-GB" sz="800">
                  <a:solidFill>
                    <a:schemeClr val="bg1"/>
                  </a:solidFill>
                </a:rPr>
                <a:t>184</a:t>
              </a:r>
            </a:p>
            <a:p>
              <a:pPr algn="ctr"/>
              <a:r>
                <a:rPr lang="en-GB" sz="800">
                  <a:solidFill>
                    <a:schemeClr val="bg1"/>
                  </a:solidFill>
                </a:rPr>
                <a:t>245</a:t>
              </a:r>
            </a:p>
          </p:txBody>
        </p:sp>
        <p:sp>
          <p:nvSpPr>
            <p:cNvPr id="118" name="Rectangle 117">
              <a:extLst>
                <a:ext uri="{FF2B5EF4-FFF2-40B4-BE49-F238E27FC236}">
                  <a16:creationId xmlns:a16="http://schemas.microsoft.com/office/drawing/2014/main" id="{DDFAE922-1756-4DBB-9867-8AF985CB3C58}"/>
                </a:ext>
              </a:extLst>
            </p:cNvPr>
            <p:cNvSpPr/>
            <p:nvPr userDrawn="1"/>
          </p:nvSpPr>
          <p:spPr>
            <a:xfrm>
              <a:off x="11640737" y="6015678"/>
              <a:ext cx="759576" cy="592341"/>
            </a:xfrm>
            <a:prstGeom prst="rect">
              <a:avLst/>
            </a:prstGeom>
            <a:solidFill>
              <a:srgbClr val="510DBC"/>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81</a:t>
              </a:r>
            </a:p>
            <a:p>
              <a:pPr algn="ctr"/>
              <a:r>
                <a:rPr lang="en-GB" sz="800">
                  <a:solidFill>
                    <a:schemeClr val="bg1"/>
                  </a:solidFill>
                </a:rPr>
                <a:t>13</a:t>
              </a:r>
            </a:p>
            <a:p>
              <a:pPr algn="ctr"/>
              <a:r>
                <a:rPr lang="en-GB" sz="800">
                  <a:solidFill>
                    <a:schemeClr val="bg1"/>
                  </a:solidFill>
                </a:rPr>
                <a:t>188</a:t>
              </a:r>
            </a:p>
          </p:txBody>
        </p:sp>
        <p:sp>
          <p:nvSpPr>
            <p:cNvPr id="119" name="Rectangle 118">
              <a:extLst>
                <a:ext uri="{FF2B5EF4-FFF2-40B4-BE49-F238E27FC236}">
                  <a16:creationId xmlns:a16="http://schemas.microsoft.com/office/drawing/2014/main" id="{88FF5845-C594-4FAB-AA8F-EA33A333B321}"/>
                </a:ext>
              </a:extLst>
            </p:cNvPr>
            <p:cNvSpPr/>
            <p:nvPr userDrawn="1"/>
          </p:nvSpPr>
          <p:spPr>
            <a:xfrm>
              <a:off x="12580336" y="5227726"/>
              <a:ext cx="759576" cy="592341"/>
            </a:xfrm>
            <a:prstGeom prst="rect">
              <a:avLst/>
            </a:prstGeom>
            <a:solidFill>
              <a:srgbClr val="098E7E"/>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9</a:t>
              </a:r>
            </a:p>
            <a:p>
              <a:pPr algn="ctr"/>
              <a:r>
                <a:rPr lang="en-GB" sz="800">
                  <a:solidFill>
                    <a:schemeClr val="bg1"/>
                  </a:solidFill>
                </a:rPr>
                <a:t>142</a:t>
              </a:r>
            </a:p>
            <a:p>
              <a:pPr algn="ctr"/>
              <a:r>
                <a:rPr lang="en-GB" sz="800">
                  <a:solidFill>
                    <a:schemeClr val="bg1"/>
                  </a:solidFill>
                </a:rPr>
                <a:t>126</a:t>
              </a:r>
            </a:p>
          </p:txBody>
        </p:sp>
        <p:sp>
          <p:nvSpPr>
            <p:cNvPr id="120" name="Rectangle 119">
              <a:extLst>
                <a:ext uri="{FF2B5EF4-FFF2-40B4-BE49-F238E27FC236}">
                  <a16:creationId xmlns:a16="http://schemas.microsoft.com/office/drawing/2014/main" id="{BDF8DBD9-3426-4B1A-A0E8-1F5F3DA02FE2}"/>
                </a:ext>
              </a:extLst>
            </p:cNvPr>
            <p:cNvSpPr/>
            <p:nvPr userDrawn="1"/>
          </p:nvSpPr>
          <p:spPr>
            <a:xfrm>
              <a:off x="10701139" y="6015678"/>
              <a:ext cx="759576" cy="592341"/>
            </a:xfrm>
            <a:prstGeom prst="rect">
              <a:avLst/>
            </a:prstGeom>
            <a:solidFill>
              <a:srgbClr val="666666"/>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102</a:t>
              </a:r>
            </a:p>
            <a:p>
              <a:pPr algn="ctr"/>
              <a:r>
                <a:rPr lang="en-GB" sz="800">
                  <a:solidFill>
                    <a:schemeClr val="bg1"/>
                  </a:solidFill>
                </a:rPr>
                <a:t>102</a:t>
              </a:r>
            </a:p>
            <a:p>
              <a:pPr algn="ctr"/>
              <a:r>
                <a:rPr lang="en-GB" sz="800">
                  <a:solidFill>
                    <a:schemeClr val="bg1"/>
                  </a:solidFill>
                </a:rPr>
                <a:t>102</a:t>
              </a:r>
            </a:p>
          </p:txBody>
        </p:sp>
        <p:sp>
          <p:nvSpPr>
            <p:cNvPr id="121" name="Rectangle 120">
              <a:extLst>
                <a:ext uri="{FF2B5EF4-FFF2-40B4-BE49-F238E27FC236}">
                  <a16:creationId xmlns:a16="http://schemas.microsoft.com/office/drawing/2014/main" id="{7F2702EE-4E6E-4980-B5D2-9FC76A136BA8}"/>
                </a:ext>
              </a:extLst>
            </p:cNvPr>
            <p:cNvSpPr/>
            <p:nvPr userDrawn="1"/>
          </p:nvSpPr>
          <p:spPr>
            <a:xfrm>
              <a:off x="7882343" y="6015678"/>
              <a:ext cx="759576" cy="592341"/>
            </a:xfrm>
            <a:prstGeom prst="rect">
              <a:avLst/>
            </a:prstGeom>
            <a:solidFill>
              <a:srgbClr val="AB0D8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171</a:t>
              </a:r>
            </a:p>
            <a:p>
              <a:pPr algn="ctr"/>
              <a:r>
                <a:rPr lang="en-GB" sz="800">
                  <a:solidFill>
                    <a:schemeClr val="bg1"/>
                  </a:solidFill>
                </a:rPr>
                <a:t>13</a:t>
              </a:r>
            </a:p>
            <a:p>
              <a:pPr algn="ctr"/>
              <a:r>
                <a:rPr lang="en-GB" sz="800">
                  <a:solidFill>
                    <a:schemeClr val="bg1"/>
                  </a:solidFill>
                </a:rPr>
                <a:t>130</a:t>
              </a:r>
            </a:p>
          </p:txBody>
        </p:sp>
      </p:grpSp>
    </p:spTree>
    <p:extLst>
      <p:ext uri="{BB962C8B-B14F-4D97-AF65-F5344CB8AC3E}">
        <p14:creationId xmlns:p14="http://schemas.microsoft.com/office/powerpoint/2010/main" val="264986995"/>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userDrawn="1">
  <p:cSld name="1_Back Cover light gradient">
    <p:bg>
      <p:bgPr>
        <a:gradFill>
          <a:gsLst>
            <a:gs pos="100000">
              <a:srgbClr val="ACEAFF"/>
            </a:gs>
            <a:gs pos="0">
              <a:schemeClr val="accent4"/>
            </a:gs>
          </a:gsLst>
          <a:lin ang="0" scaled="0"/>
        </a:gra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96235791"/>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2_Back Cover - Gradient">
    <p:bg>
      <p:bgRef idx="1001">
        <a:schemeClr val="bg1"/>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EB470B37-A790-1830-A903-BDB8EA3271B3}"/>
              </a:ext>
            </a:extLst>
          </p:cNvPr>
          <p:cNvSpPr/>
          <p:nvPr userDrawn="1"/>
        </p:nvSpPr>
        <p:spPr>
          <a:xfrm>
            <a:off x="0" y="0"/>
            <a:ext cx="12191999" cy="6852553"/>
          </a:xfrm>
          <a:prstGeom prst="rect">
            <a:avLst/>
          </a:prstGeom>
          <a:solidFill>
            <a:srgbClr val="003699"/>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IN" sz="1500" err="1">
              <a:solidFill>
                <a:schemeClr val="bg1"/>
              </a:solidFill>
            </a:endParaRPr>
          </a:p>
        </p:txBody>
      </p:sp>
    </p:spTree>
    <p:extLst>
      <p:ext uri="{BB962C8B-B14F-4D97-AF65-F5344CB8AC3E}">
        <p14:creationId xmlns:p14="http://schemas.microsoft.com/office/powerpoint/2010/main" val="3426102614"/>
      </p:ext>
    </p:extLst>
  </p:cSld>
  <p:clrMapOvr>
    <a:overrideClrMapping bg1="lt1" tx1="dk1" bg2="lt2" tx2="dk2" accent1="accent1" accent2="accent2" accent3="accent3" accent4="accent4" accent5="accent5" accent6="accent6" hlink="hlink" folHlink="folHlink"/>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userDrawn="1">
  <p:cSld name="4_3 COLUMN CHART TEXT">
    <p:bg>
      <p:bgPr>
        <a:solidFill>
          <a:srgbClr val="00338D"/>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003200" y="432000"/>
            <a:ext cx="10185600" cy="518400"/>
          </a:xfrm>
        </p:spPr>
        <p:txBody>
          <a:bodyPr/>
          <a:lstStyle>
            <a:lvl1pPr>
              <a:defRPr>
                <a:solidFill>
                  <a:schemeClr val="bg1"/>
                </a:solidFill>
              </a:defRPr>
            </a:lvl1pPr>
          </a:lstStyle>
          <a:p>
            <a:r>
              <a:rPr lang="en-US"/>
              <a:t>Click to edit Master title style</a:t>
            </a:r>
          </a:p>
        </p:txBody>
      </p:sp>
      <p:sp>
        <p:nvSpPr>
          <p:cNvPr id="5" name="Shape 8">
            <a:extLst>
              <a:ext uri="{FF2B5EF4-FFF2-40B4-BE49-F238E27FC236}">
                <a16:creationId xmlns:a16="http://schemas.microsoft.com/office/drawing/2014/main" id="{0C6C1EC6-E117-4B69-89BE-088A74E79D72}"/>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a:solidFill>
                  <a:schemeClr val="bg1"/>
                </a:solidFill>
                <a:latin typeface="+mn-lt"/>
                <a:ea typeface="Arial"/>
                <a:cs typeface="Arial" panose="020B0604020202020204" pitchFamily="34" charset="0"/>
              </a:rPr>
              <a:pPr algn="r"/>
              <a:t>‹#›</a:t>
            </a:fld>
            <a:endParaRPr lang="en-GB" sz="1000">
              <a:solidFill>
                <a:schemeClr val="bg1"/>
              </a:solidFill>
              <a:latin typeface="+mn-lt"/>
              <a:ea typeface="Arial"/>
              <a:cs typeface="Arial" panose="020B0604020202020204" pitchFamily="34" charset="0"/>
            </a:endParaRPr>
          </a:p>
        </p:txBody>
      </p:sp>
      <p:sp>
        <p:nvSpPr>
          <p:cNvPr id="14" name="TextBox 13">
            <a:extLst>
              <a:ext uri="{FF2B5EF4-FFF2-40B4-BE49-F238E27FC236}">
                <a16:creationId xmlns:a16="http://schemas.microsoft.com/office/drawing/2014/main" id="{7C17B002-334A-40EC-B121-E986C0119D4B}"/>
              </a:ext>
              <a:ext uri="{C183D7F6-B498-43B3-948B-1728B52AA6E4}">
                <adec:decorative xmlns:adec="http://schemas.microsoft.com/office/drawing/2017/decorative" val="1"/>
              </a:ext>
            </a:extLst>
          </p:cNvPr>
          <p:cNvSpPr txBox="1"/>
          <p:nvPr userDrawn="1">
            <p:custDataLst>
              <p:tags r:id="rId1"/>
            </p:custDataLst>
          </p:nvPr>
        </p:nvSpPr>
        <p:spPr>
          <a:xfrm>
            <a:off x="8967794" y="6295536"/>
            <a:ext cx="1866200"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lumMod val="65000"/>
                  </a:schemeClr>
                </a:solidFill>
                <a:latin typeface="+mn-lt"/>
                <a:ea typeface="+mn-ea"/>
                <a:cs typeface="+mn-cs"/>
              </a:rPr>
              <a:t>Document Classification: KPMG Public</a:t>
            </a:r>
          </a:p>
        </p:txBody>
      </p:sp>
      <p:sp>
        <p:nvSpPr>
          <p:cNvPr id="7" name="Graphic 8">
            <a:extLst>
              <a:ext uri="{FF2B5EF4-FFF2-40B4-BE49-F238E27FC236}">
                <a16:creationId xmlns:a16="http://schemas.microsoft.com/office/drawing/2014/main" id="{C7DA5C05-0E58-4053-BE8B-AFC82BE8C7B2}"/>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bg1"/>
          </a:solidFill>
          <a:ln w="1683" cap="flat">
            <a:noFill/>
            <a:prstDash val="solid"/>
            <a:miter/>
          </a:ln>
        </p:spPr>
        <p:txBody>
          <a:bodyPr rtlCol="0" anchor="ctr"/>
          <a:lstStyle/>
          <a:p>
            <a:endParaRPr lang="en-GB"/>
          </a:p>
        </p:txBody>
      </p:sp>
    </p:spTree>
    <p:extLst>
      <p:ext uri="{BB962C8B-B14F-4D97-AF65-F5344CB8AC3E}">
        <p14:creationId xmlns:p14="http://schemas.microsoft.com/office/powerpoint/2010/main" val="1018907935"/>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userDrawn="1">
  <p:cSld name="2_One Column Text - Dark BG colour">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3FD8B3-A559-4E34-BA53-32A7F9278785}"/>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GB"/>
          </a:p>
        </p:txBody>
      </p:sp>
      <p:sp>
        <p:nvSpPr>
          <p:cNvPr id="7" name="TextBox 6">
            <a:extLst>
              <a:ext uri="{FF2B5EF4-FFF2-40B4-BE49-F238E27FC236}">
                <a16:creationId xmlns:a16="http://schemas.microsoft.com/office/drawing/2014/main" id="{37293F2F-088D-B2CF-35B9-EC60CADD8BF8}"/>
              </a:ext>
              <a:ext uri="{C183D7F6-B498-43B3-948B-1728B52AA6E4}">
                <adec:decorative xmlns:adec="http://schemas.microsoft.com/office/drawing/2017/decorative" val="1"/>
              </a:ext>
            </a:extLst>
          </p:cNvPr>
          <p:cNvSpPr txBox="1"/>
          <p:nvPr userDrawn="1">
            <p:custDataLst>
              <p:tags r:id="rId1"/>
            </p:custDataLst>
          </p:nvPr>
        </p:nvSpPr>
        <p:spPr>
          <a:xfrm>
            <a:off x="9329845" y="6508290"/>
            <a:ext cx="1866200"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lumMod val="65000"/>
                  </a:schemeClr>
                </a:solidFill>
                <a:latin typeface="+mn-lt"/>
                <a:ea typeface="+mn-ea"/>
                <a:cs typeface="+mn-cs"/>
              </a:rPr>
              <a:t>Document Classification: KPMG Confidential</a:t>
            </a:r>
          </a:p>
        </p:txBody>
      </p:sp>
      <p:sp>
        <p:nvSpPr>
          <p:cNvPr id="8" name="TextBox 7">
            <a:extLst>
              <a:ext uri="{FF2B5EF4-FFF2-40B4-BE49-F238E27FC236}">
                <a16:creationId xmlns:a16="http://schemas.microsoft.com/office/drawing/2014/main" id="{F8097B8C-C1F7-73D3-B04D-78CF7D26377D}"/>
              </a:ext>
              <a:ext uri="{C183D7F6-B498-43B3-948B-1728B52AA6E4}">
                <adec:decorative xmlns:adec="http://schemas.microsoft.com/office/drawing/2017/decorative" val="1"/>
              </a:ext>
            </a:extLst>
          </p:cNvPr>
          <p:cNvSpPr txBox="1"/>
          <p:nvPr userDrawn="1"/>
        </p:nvSpPr>
        <p:spPr>
          <a:xfrm>
            <a:off x="1284136" y="6433999"/>
            <a:ext cx="7636714" cy="184666"/>
          </a:xfrm>
          <a:prstGeom prst="rect">
            <a:avLst/>
          </a:prstGeom>
          <a:noFill/>
        </p:spPr>
        <p:txBody>
          <a:bodyPr wrap="square" lIns="0" tIns="0" rIns="0" bIns="0" rtlCol="0">
            <a:spAutoFit/>
          </a:bodyPr>
          <a:lstStyle/>
          <a:p>
            <a:r>
              <a:rPr lang="en-US" sz="600" b="0" i="0">
                <a:solidFill>
                  <a:schemeClr val="bg2">
                    <a:lumMod val="75000"/>
                  </a:schemeClr>
                </a:solidFill>
                <a:effectLst/>
              </a:rPr>
              <a:t>© 2023 KPMG Assurance &amp; Consulting Services LLP, an Indian limited liability company and a member firm of the KPMG global organization of independent member firms affiliated with KPMG International Limited, a private English company limited by guarantee. All rights reserved.</a:t>
            </a:r>
            <a:endParaRPr lang="en-US" sz="600">
              <a:solidFill>
                <a:schemeClr val="bg2">
                  <a:lumMod val="75000"/>
                </a:schemeClr>
              </a:solidFill>
            </a:endParaRPr>
          </a:p>
        </p:txBody>
      </p:sp>
      <p:sp>
        <p:nvSpPr>
          <p:cNvPr id="9" name="Graphic 8">
            <a:extLst>
              <a:ext uri="{FF2B5EF4-FFF2-40B4-BE49-F238E27FC236}">
                <a16:creationId xmlns:a16="http://schemas.microsoft.com/office/drawing/2014/main" id="{34FF19F3-9E07-8ABD-B99C-1D8DF224D9F8}"/>
              </a:ext>
            </a:extLst>
          </p:cNvPr>
          <p:cNvSpPr/>
          <p:nvPr userDrawn="1"/>
        </p:nvSpPr>
        <p:spPr>
          <a:xfrm>
            <a:off x="602199" y="6426200"/>
            <a:ext cx="477440" cy="237531"/>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rgbClr val="00338D"/>
          </a:solidFill>
          <a:ln w="1683" cap="flat">
            <a:noFill/>
            <a:prstDash val="solid"/>
            <a:miter/>
          </a:ln>
        </p:spPr>
        <p:txBody>
          <a:bodyPr rtlCol="0" anchor="ctr"/>
          <a:lstStyle/>
          <a:p>
            <a:endParaRPr lang="en-GB">
              <a:solidFill>
                <a:schemeClr val="bg1"/>
              </a:solidFill>
            </a:endParaRPr>
          </a:p>
        </p:txBody>
      </p:sp>
    </p:spTree>
    <p:extLst>
      <p:ext uri="{BB962C8B-B14F-4D97-AF65-F5344CB8AC3E}">
        <p14:creationId xmlns:p14="http://schemas.microsoft.com/office/powerpoint/2010/main" val="37202234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ags" Target="../tags/tag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31.xml"/><Relationship Id="rId18" Type="http://schemas.openxmlformats.org/officeDocument/2006/relationships/slideLayout" Target="../slideLayouts/slideLayout36.xml"/><Relationship Id="rId26" Type="http://schemas.openxmlformats.org/officeDocument/2006/relationships/slideLayout" Target="../slideLayouts/slideLayout44.xml"/><Relationship Id="rId39" Type="http://schemas.openxmlformats.org/officeDocument/2006/relationships/slideLayout" Target="../slideLayouts/slideLayout57.xml"/><Relationship Id="rId21" Type="http://schemas.openxmlformats.org/officeDocument/2006/relationships/slideLayout" Target="../slideLayouts/slideLayout39.xml"/><Relationship Id="rId34" Type="http://schemas.openxmlformats.org/officeDocument/2006/relationships/slideLayout" Target="../slideLayouts/slideLayout52.xml"/><Relationship Id="rId7" Type="http://schemas.openxmlformats.org/officeDocument/2006/relationships/slideLayout" Target="../slideLayouts/slideLayout25.xml"/><Relationship Id="rId2" Type="http://schemas.openxmlformats.org/officeDocument/2006/relationships/slideLayout" Target="../slideLayouts/slideLayout20.xml"/><Relationship Id="rId16" Type="http://schemas.openxmlformats.org/officeDocument/2006/relationships/slideLayout" Target="../slideLayouts/slideLayout34.xml"/><Relationship Id="rId20" Type="http://schemas.openxmlformats.org/officeDocument/2006/relationships/slideLayout" Target="../slideLayouts/slideLayout38.xml"/><Relationship Id="rId29" Type="http://schemas.openxmlformats.org/officeDocument/2006/relationships/slideLayout" Target="../slideLayouts/slideLayout47.xml"/><Relationship Id="rId41" Type="http://schemas.openxmlformats.org/officeDocument/2006/relationships/tags" Target="../tags/tag10.xml"/><Relationship Id="rId1" Type="http://schemas.openxmlformats.org/officeDocument/2006/relationships/slideLayout" Target="../slideLayouts/slideLayout19.xml"/><Relationship Id="rId6" Type="http://schemas.openxmlformats.org/officeDocument/2006/relationships/slideLayout" Target="../slideLayouts/slideLayout24.xml"/><Relationship Id="rId11" Type="http://schemas.openxmlformats.org/officeDocument/2006/relationships/slideLayout" Target="../slideLayouts/slideLayout29.xml"/><Relationship Id="rId24" Type="http://schemas.openxmlformats.org/officeDocument/2006/relationships/slideLayout" Target="../slideLayouts/slideLayout42.xml"/><Relationship Id="rId32" Type="http://schemas.openxmlformats.org/officeDocument/2006/relationships/slideLayout" Target="../slideLayouts/slideLayout50.xml"/><Relationship Id="rId37" Type="http://schemas.openxmlformats.org/officeDocument/2006/relationships/slideLayout" Target="../slideLayouts/slideLayout55.xml"/><Relationship Id="rId40" Type="http://schemas.openxmlformats.org/officeDocument/2006/relationships/theme" Target="../theme/theme2.xml"/><Relationship Id="rId5" Type="http://schemas.openxmlformats.org/officeDocument/2006/relationships/slideLayout" Target="../slideLayouts/slideLayout23.xml"/><Relationship Id="rId15" Type="http://schemas.openxmlformats.org/officeDocument/2006/relationships/slideLayout" Target="../slideLayouts/slideLayout33.xml"/><Relationship Id="rId23" Type="http://schemas.openxmlformats.org/officeDocument/2006/relationships/slideLayout" Target="../slideLayouts/slideLayout41.xml"/><Relationship Id="rId28" Type="http://schemas.openxmlformats.org/officeDocument/2006/relationships/slideLayout" Target="../slideLayouts/slideLayout46.xml"/><Relationship Id="rId36" Type="http://schemas.openxmlformats.org/officeDocument/2006/relationships/slideLayout" Target="../slideLayouts/slideLayout54.xml"/><Relationship Id="rId10" Type="http://schemas.openxmlformats.org/officeDocument/2006/relationships/slideLayout" Target="../slideLayouts/slideLayout28.xml"/><Relationship Id="rId19" Type="http://schemas.openxmlformats.org/officeDocument/2006/relationships/slideLayout" Target="../slideLayouts/slideLayout37.xml"/><Relationship Id="rId31" Type="http://schemas.openxmlformats.org/officeDocument/2006/relationships/slideLayout" Target="../slideLayouts/slideLayout49.xml"/><Relationship Id="rId4" Type="http://schemas.openxmlformats.org/officeDocument/2006/relationships/slideLayout" Target="../slideLayouts/slideLayout22.xml"/><Relationship Id="rId9" Type="http://schemas.openxmlformats.org/officeDocument/2006/relationships/slideLayout" Target="../slideLayouts/slideLayout27.xml"/><Relationship Id="rId14" Type="http://schemas.openxmlformats.org/officeDocument/2006/relationships/slideLayout" Target="../slideLayouts/slideLayout32.xml"/><Relationship Id="rId22" Type="http://schemas.openxmlformats.org/officeDocument/2006/relationships/slideLayout" Target="../slideLayouts/slideLayout40.xml"/><Relationship Id="rId27" Type="http://schemas.openxmlformats.org/officeDocument/2006/relationships/slideLayout" Target="../slideLayouts/slideLayout45.xml"/><Relationship Id="rId30" Type="http://schemas.openxmlformats.org/officeDocument/2006/relationships/slideLayout" Target="../slideLayouts/slideLayout48.xml"/><Relationship Id="rId35" Type="http://schemas.openxmlformats.org/officeDocument/2006/relationships/slideLayout" Target="../slideLayouts/slideLayout53.xml"/><Relationship Id="rId8" Type="http://schemas.openxmlformats.org/officeDocument/2006/relationships/slideLayout" Target="../slideLayouts/slideLayout26.xml"/><Relationship Id="rId3" Type="http://schemas.openxmlformats.org/officeDocument/2006/relationships/slideLayout" Target="../slideLayouts/slideLayout21.xml"/><Relationship Id="rId12" Type="http://schemas.openxmlformats.org/officeDocument/2006/relationships/slideLayout" Target="../slideLayouts/slideLayout30.xml"/><Relationship Id="rId17" Type="http://schemas.openxmlformats.org/officeDocument/2006/relationships/slideLayout" Target="../slideLayouts/slideLayout35.xml"/><Relationship Id="rId25" Type="http://schemas.openxmlformats.org/officeDocument/2006/relationships/slideLayout" Target="../slideLayouts/slideLayout43.xml"/><Relationship Id="rId33" Type="http://schemas.openxmlformats.org/officeDocument/2006/relationships/slideLayout" Target="../slideLayouts/slideLayout51.xml"/><Relationship Id="rId38" Type="http://schemas.openxmlformats.org/officeDocument/2006/relationships/slideLayout" Target="../slideLayouts/slideLayout5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95364" y="431800"/>
            <a:ext cx="10204450" cy="533400"/>
          </a:xfrm>
          <a:prstGeom prst="rect">
            <a:avLst/>
          </a:prstGeom>
        </p:spPr>
        <p:txBody>
          <a:bodyPr vert="horz" lIns="0" tIns="0" rIns="0" bIns="0" rtlCol="0" anchor="t" anchorCtr="0">
            <a:noAutofit/>
          </a:bodyPr>
          <a:lstStyle/>
          <a:p>
            <a:r>
              <a:rPr lang="en-US"/>
              <a:t>Click to edit Master title style</a:t>
            </a:r>
            <a:endParaRPr lang="en-GB"/>
          </a:p>
        </p:txBody>
      </p:sp>
      <p:sp>
        <p:nvSpPr>
          <p:cNvPr id="3" name="Text Placeholder 2"/>
          <p:cNvSpPr>
            <a:spLocks noGrp="1"/>
          </p:cNvSpPr>
          <p:nvPr>
            <p:ph type="body" idx="1"/>
          </p:nvPr>
        </p:nvSpPr>
        <p:spPr>
          <a:xfrm>
            <a:off x="995362" y="1330325"/>
            <a:ext cx="10200683" cy="4546600"/>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9" name="Shape 8"/>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accent2"/>
                </a:solidFill>
                <a:latin typeface="+mn-lt"/>
                <a:ea typeface="Arial"/>
                <a:cs typeface="Arial" panose="020B0604020202020204" pitchFamily="34" charset="0"/>
              </a:rPr>
              <a:pPr algn="r"/>
              <a:t>‹#›</a:t>
            </a:fld>
            <a:endParaRPr lang="en-GB" sz="1000">
              <a:solidFill>
                <a:schemeClr val="accent2"/>
              </a:solidFill>
              <a:latin typeface="+mn-lt"/>
              <a:ea typeface="Arial"/>
              <a:cs typeface="Arial" panose="020B0604020202020204" pitchFamily="34" charset="0"/>
            </a:endParaRPr>
          </a:p>
        </p:txBody>
      </p:sp>
      <p:sp>
        <p:nvSpPr>
          <p:cNvPr id="25" name="TextBox 24">
            <a:extLst>
              <a:ext uri="{C183D7F6-B498-43B3-948B-1728B52AA6E4}">
                <adec:decorative xmlns:adec="http://schemas.microsoft.com/office/drawing/2017/decorative" val="1"/>
              </a:ext>
            </a:extLst>
          </p:cNvPr>
          <p:cNvSpPr txBox="1"/>
          <p:nvPr userDrawn="1">
            <p:custDataLst>
              <p:tags r:id="rId20"/>
            </p:custDataLst>
          </p:nvPr>
        </p:nvSpPr>
        <p:spPr>
          <a:xfrm>
            <a:off x="8967794" y="6295536"/>
            <a:ext cx="1866200"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lumMod val="65000"/>
                  </a:schemeClr>
                </a:solidFill>
                <a:latin typeface="+mn-lt"/>
                <a:ea typeface="+mn-ea"/>
                <a:cs typeface="+mn-cs"/>
              </a:rPr>
              <a:t>Document Classification: KPMG Private</a:t>
            </a:r>
          </a:p>
        </p:txBody>
      </p:sp>
      <p:cxnSp>
        <p:nvCxnSpPr>
          <p:cNvPr id="17" name="Straight Connector 16">
            <a:extLst>
              <a:ext uri="{FF2B5EF4-FFF2-40B4-BE49-F238E27FC236}">
                <a16:creationId xmlns:a16="http://schemas.microsoft.com/office/drawing/2014/main" id="{F024B3B3-3138-44BB-8DDD-6BDCEF24DEDC}"/>
              </a:ext>
            </a:extLst>
          </p:cNvPr>
          <p:cNvCxnSpPr/>
          <p:nvPr userDrawn="1"/>
        </p:nvCxnSpPr>
        <p:spPr>
          <a:xfrm>
            <a:off x="10928548" y="6266997"/>
            <a:ext cx="0" cy="149412"/>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sp>
        <p:nvSpPr>
          <p:cNvPr id="4" name="Graphic 8">
            <a:extLst>
              <a:ext uri="{FF2B5EF4-FFF2-40B4-BE49-F238E27FC236}">
                <a16:creationId xmlns:a16="http://schemas.microsoft.com/office/drawing/2014/main" id="{9AC77B96-D96C-4FA2-858B-DEE0A3A7B7B6}"/>
              </a:ext>
            </a:extLst>
          </p:cNvPr>
          <p:cNvSpPr/>
          <p:nvPr/>
        </p:nvSpPr>
        <p:spPr>
          <a:xfrm>
            <a:off x="1003200" y="6295872"/>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tx2"/>
          </a:solidFill>
          <a:ln w="1683" cap="flat">
            <a:noFill/>
            <a:prstDash val="solid"/>
            <a:miter/>
          </a:ln>
        </p:spPr>
        <p:txBody>
          <a:bodyPr rtlCol="0" anchor="ctr"/>
          <a:lstStyle/>
          <a:p>
            <a:endParaRPr lang="en-GB"/>
          </a:p>
        </p:txBody>
      </p:sp>
      <p:sp>
        <p:nvSpPr>
          <p:cNvPr id="9" name="TextBox 8">
            <a:extLst>
              <a:ext uri="{FF2B5EF4-FFF2-40B4-BE49-F238E27FC236}">
                <a16:creationId xmlns:a16="http://schemas.microsoft.com/office/drawing/2014/main" id="{22CE40F1-A6FD-4D96-8E39-98C35BD8A377}"/>
              </a:ext>
              <a:ext uri="{C183D7F6-B498-43B3-948B-1728B52AA6E4}">
                <adec:decorative xmlns:adec="http://schemas.microsoft.com/office/drawing/2017/decorative" val="1"/>
              </a:ext>
            </a:extLst>
          </p:cNvPr>
          <p:cNvSpPr txBox="1"/>
          <p:nvPr userDrawn="1"/>
        </p:nvSpPr>
        <p:spPr>
          <a:xfrm>
            <a:off x="1582586" y="6304950"/>
            <a:ext cx="5044699"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kern="1200" noProof="0">
                <a:solidFill>
                  <a:schemeClr val="tx1"/>
                </a:solidFill>
                <a:latin typeface="+mn-lt"/>
                <a:ea typeface="+mn-ea"/>
                <a:cs typeface="+mn-cs"/>
              </a:rPr>
              <a:t>© 2025 KPMG India Services LLP a member firm of the KPMG global organization of independent member firms affiliated with KPMG International Limited, a private English company limited by guarantee. All rights reserved.</a:t>
            </a:r>
          </a:p>
        </p:txBody>
      </p:sp>
    </p:spTree>
    <p:extLst>
      <p:ext uri="{BB962C8B-B14F-4D97-AF65-F5344CB8AC3E}">
        <p14:creationId xmlns:p14="http://schemas.microsoft.com/office/powerpoint/2010/main" val="3519349970"/>
      </p:ext>
    </p:extLst>
  </p:cSld>
  <p:clrMap bg1="lt1" tx1="dk1" bg2="lt2" tx2="dk2" accent1="accent1" accent2="accent2" accent3="accent3" accent4="accent4" accent5="accent5" accent6="accent6" hlink="hlink" folHlink="folHlink"/>
  <p:sldLayoutIdLst>
    <p:sldLayoutId id="2147483925" r:id="rId1"/>
    <p:sldLayoutId id="2147483926" r:id="rId2"/>
    <p:sldLayoutId id="2147483927" r:id="rId3"/>
    <p:sldLayoutId id="2147483928" r:id="rId4"/>
    <p:sldLayoutId id="2147483929" r:id="rId5"/>
    <p:sldLayoutId id="2147483930" r:id="rId6"/>
    <p:sldLayoutId id="2147483931" r:id="rId7"/>
    <p:sldLayoutId id="2147483932" r:id="rId8"/>
    <p:sldLayoutId id="2147483933" r:id="rId9"/>
    <p:sldLayoutId id="2147483934" r:id="rId10"/>
    <p:sldLayoutId id="2147483935" r:id="rId11"/>
    <p:sldLayoutId id="2147483936" r:id="rId12"/>
    <p:sldLayoutId id="2147483937" r:id="rId13"/>
    <p:sldLayoutId id="2147483938" r:id="rId14"/>
    <p:sldLayoutId id="2147483941" r:id="rId15"/>
    <p:sldLayoutId id="2147483940" r:id="rId16"/>
    <p:sldLayoutId id="2147483983" r:id="rId17"/>
    <p:sldLayoutId id="2147483984" r:id="rId18"/>
  </p:sldLayoutIdLst>
  <p:txStyles>
    <p:titleStyle>
      <a:lvl1pPr algn="l" defTabSz="914400" rtl="0" eaLnBrk="1" latinLnBrk="0" hangingPunct="1">
        <a:lnSpc>
          <a:spcPct val="70000"/>
        </a:lnSpc>
        <a:spcBef>
          <a:spcPct val="0"/>
        </a:spcBef>
        <a:buNone/>
        <a:defRPr sz="4400" kern="1200">
          <a:solidFill>
            <a:schemeClr val="accent2"/>
          </a:solidFill>
          <a:latin typeface="+mj-lt"/>
          <a:ea typeface="+mj-ea"/>
          <a:cs typeface="+mj-cs"/>
        </a:defRPr>
      </a:lvl1pPr>
    </p:titleStyle>
    <p:bodyStyle>
      <a:lvl1pPr marL="0" indent="0" algn="l" defTabSz="914400" rtl="0" eaLnBrk="1" latinLnBrk="0" hangingPunct="1">
        <a:lnSpc>
          <a:spcPct val="100000"/>
        </a:lnSpc>
        <a:spcBef>
          <a:spcPts val="0"/>
        </a:spcBef>
        <a:spcAft>
          <a:spcPts val="600"/>
        </a:spcAft>
        <a:buFontTx/>
        <a:buNone/>
        <a:defRPr sz="16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6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702">
          <p15:clr>
            <a:srgbClr val="F26B43"/>
          </p15:clr>
        </p15:guide>
        <p15:guide id="2" pos="627">
          <p15:clr>
            <a:srgbClr val="F26B43"/>
          </p15:clr>
        </p15:guide>
        <p15:guide id="3" pos="7055">
          <p15:clr>
            <a:srgbClr val="F26B43"/>
          </p15:clr>
        </p15:guide>
        <p15:guide id="4" orient="horz" pos="838">
          <p15:clr>
            <a:srgbClr val="F26B43"/>
          </p15:clr>
        </p15:guide>
        <p15:guide id="5" orient="horz" pos="612">
          <p15:clr>
            <a:srgbClr val="F26B43"/>
          </p15:clr>
        </p15:guide>
        <p15:guide id="6" orient="horz" pos="272">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95364" y="431800"/>
            <a:ext cx="10204450" cy="533400"/>
          </a:xfrm>
          <a:prstGeom prst="rect">
            <a:avLst/>
          </a:prstGeom>
        </p:spPr>
        <p:txBody>
          <a:bodyPr vert="horz" lIns="0" tIns="0" rIns="0" bIns="0" rtlCol="0" anchor="t" anchorCtr="0">
            <a:noAutofit/>
          </a:bodyPr>
          <a:lstStyle/>
          <a:p>
            <a:r>
              <a:rPr lang="en-US"/>
              <a:t>Click to edit Master title style</a:t>
            </a:r>
            <a:endParaRPr lang="en-GB"/>
          </a:p>
        </p:txBody>
      </p:sp>
      <p:sp>
        <p:nvSpPr>
          <p:cNvPr id="3" name="Text Placeholder 2"/>
          <p:cNvSpPr>
            <a:spLocks noGrp="1"/>
          </p:cNvSpPr>
          <p:nvPr>
            <p:ph type="body" idx="1"/>
          </p:nvPr>
        </p:nvSpPr>
        <p:spPr>
          <a:xfrm>
            <a:off x="995362" y="1330325"/>
            <a:ext cx="10200683" cy="4546600"/>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9" name="Shape 8"/>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accent2"/>
                </a:solidFill>
                <a:latin typeface="+mn-lt"/>
                <a:ea typeface="Arial"/>
                <a:cs typeface="Arial" panose="020B0604020202020204" pitchFamily="34" charset="0"/>
              </a:rPr>
              <a:pPr algn="r"/>
              <a:t>‹#›</a:t>
            </a:fld>
            <a:endParaRPr lang="en-GB" sz="1000">
              <a:solidFill>
                <a:schemeClr val="accent2"/>
              </a:solidFill>
              <a:latin typeface="+mn-lt"/>
              <a:ea typeface="Arial"/>
              <a:cs typeface="Arial" panose="020B0604020202020204" pitchFamily="34" charset="0"/>
            </a:endParaRPr>
          </a:p>
        </p:txBody>
      </p:sp>
      <p:sp>
        <p:nvSpPr>
          <p:cNvPr id="25" name="TextBox 24">
            <a:extLst>
              <a:ext uri="{C183D7F6-B498-43B3-948B-1728B52AA6E4}">
                <adec:decorative xmlns:adec="http://schemas.microsoft.com/office/drawing/2017/decorative" val="1"/>
              </a:ext>
            </a:extLst>
          </p:cNvPr>
          <p:cNvSpPr txBox="1"/>
          <p:nvPr userDrawn="1">
            <p:custDataLst>
              <p:tags r:id="rId41"/>
            </p:custDataLst>
          </p:nvPr>
        </p:nvSpPr>
        <p:spPr>
          <a:xfrm>
            <a:off x="8967794" y="6295536"/>
            <a:ext cx="1866200"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lumMod val="65000"/>
                  </a:schemeClr>
                </a:solidFill>
                <a:latin typeface="+mn-lt"/>
                <a:ea typeface="+mn-ea"/>
                <a:cs typeface="+mn-cs"/>
              </a:rPr>
              <a:t>Document Classification: KPMG Confidential</a:t>
            </a:r>
          </a:p>
        </p:txBody>
      </p:sp>
      <p:sp>
        <p:nvSpPr>
          <p:cNvPr id="8" name="TextBox 7">
            <a:extLst>
              <a:ext uri="{C183D7F6-B498-43B3-948B-1728B52AA6E4}">
                <adec:decorative xmlns:adec="http://schemas.microsoft.com/office/drawing/2017/decorative" val="1"/>
              </a:ext>
            </a:extLst>
          </p:cNvPr>
          <p:cNvSpPr txBox="1"/>
          <p:nvPr userDrawn="1"/>
        </p:nvSpPr>
        <p:spPr>
          <a:xfrm>
            <a:off x="1885685" y="6266997"/>
            <a:ext cx="6165848"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kern="1200" noProof="0">
                <a:solidFill>
                  <a:schemeClr val="bg1">
                    <a:lumMod val="65000"/>
                  </a:schemeClr>
                </a:solidFill>
                <a:latin typeface="+mn-lt"/>
                <a:ea typeface="+mn-ea"/>
                <a:cs typeface="+mn-cs"/>
              </a:rPr>
              <a:t>© 2025 KPMG Assurance and Consulting Services LLP, an Indian Limited Liability Partnership and a member firm of the KPMG global organization of independent member firms affiliated with KPMG International Limited, a private English company limited by guarantee. All rights reserved. </a:t>
            </a:r>
          </a:p>
        </p:txBody>
      </p:sp>
      <p:cxnSp>
        <p:nvCxnSpPr>
          <p:cNvPr id="17" name="Straight Connector 16">
            <a:extLst>
              <a:ext uri="{FF2B5EF4-FFF2-40B4-BE49-F238E27FC236}">
                <a16:creationId xmlns:a16="http://schemas.microsoft.com/office/drawing/2014/main" id="{F024B3B3-3138-44BB-8DDD-6BDCEF24DEDC}"/>
              </a:ext>
            </a:extLst>
          </p:cNvPr>
          <p:cNvCxnSpPr/>
          <p:nvPr userDrawn="1"/>
        </p:nvCxnSpPr>
        <p:spPr>
          <a:xfrm>
            <a:off x="10928548" y="6266997"/>
            <a:ext cx="0" cy="149412"/>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sp>
        <p:nvSpPr>
          <p:cNvPr id="4" name="Graphic 8">
            <a:extLst>
              <a:ext uri="{FF2B5EF4-FFF2-40B4-BE49-F238E27FC236}">
                <a16:creationId xmlns:a16="http://schemas.microsoft.com/office/drawing/2014/main" id="{9AC77B96-D96C-4FA2-858B-DEE0A3A7B7B6}"/>
              </a:ext>
            </a:extLst>
          </p:cNvPr>
          <p:cNvSpPr/>
          <p:nvPr/>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tx2"/>
          </a:solidFill>
          <a:ln w="1683" cap="flat">
            <a:noFill/>
            <a:prstDash val="solid"/>
            <a:miter/>
          </a:ln>
        </p:spPr>
        <p:txBody>
          <a:bodyPr rtlCol="0" anchor="ctr"/>
          <a:lstStyle/>
          <a:p>
            <a:endParaRPr lang="en-GB"/>
          </a:p>
        </p:txBody>
      </p:sp>
    </p:spTree>
    <p:extLst>
      <p:ext uri="{BB962C8B-B14F-4D97-AF65-F5344CB8AC3E}">
        <p14:creationId xmlns:p14="http://schemas.microsoft.com/office/powerpoint/2010/main" val="347543982"/>
      </p:ext>
    </p:extLst>
  </p:cSld>
  <p:clrMap bg1="lt1" tx1="dk1" bg2="lt2" tx2="dk2" accent1="accent1" accent2="accent2" accent3="accent3" accent4="accent4" accent5="accent5" accent6="accent6" hlink="hlink" folHlink="folHlink"/>
  <p:sldLayoutIdLst>
    <p:sldLayoutId id="2147483943" r:id="rId1"/>
    <p:sldLayoutId id="2147483944" r:id="rId2"/>
    <p:sldLayoutId id="2147483945" r:id="rId3"/>
    <p:sldLayoutId id="2147483946" r:id="rId4"/>
    <p:sldLayoutId id="2147483947" r:id="rId5"/>
    <p:sldLayoutId id="2147483948" r:id="rId6"/>
    <p:sldLayoutId id="2147483949" r:id="rId7"/>
    <p:sldLayoutId id="2147483950" r:id="rId8"/>
    <p:sldLayoutId id="2147483951" r:id="rId9"/>
    <p:sldLayoutId id="2147483952" r:id="rId10"/>
    <p:sldLayoutId id="2147483953" r:id="rId11"/>
    <p:sldLayoutId id="2147483954" r:id="rId12"/>
    <p:sldLayoutId id="2147483955" r:id="rId13"/>
    <p:sldLayoutId id="2147483956" r:id="rId14"/>
    <p:sldLayoutId id="2147483957" r:id="rId15"/>
    <p:sldLayoutId id="2147483958" r:id="rId16"/>
    <p:sldLayoutId id="2147483959" r:id="rId17"/>
    <p:sldLayoutId id="2147483960" r:id="rId18"/>
    <p:sldLayoutId id="2147483961" r:id="rId19"/>
    <p:sldLayoutId id="2147483962" r:id="rId20"/>
    <p:sldLayoutId id="2147483963" r:id="rId21"/>
    <p:sldLayoutId id="2147483964" r:id="rId22"/>
    <p:sldLayoutId id="2147483965" r:id="rId23"/>
    <p:sldLayoutId id="2147483966" r:id="rId24"/>
    <p:sldLayoutId id="2147483967" r:id="rId25"/>
    <p:sldLayoutId id="2147483968" r:id="rId26"/>
    <p:sldLayoutId id="2147483969" r:id="rId27"/>
    <p:sldLayoutId id="2147483970" r:id="rId28"/>
    <p:sldLayoutId id="2147483971" r:id="rId29"/>
    <p:sldLayoutId id="2147483972" r:id="rId30"/>
    <p:sldLayoutId id="2147483973" r:id="rId31"/>
    <p:sldLayoutId id="2147483974" r:id="rId32"/>
    <p:sldLayoutId id="2147483975" r:id="rId33"/>
    <p:sldLayoutId id="2147483976" r:id="rId34"/>
    <p:sldLayoutId id="2147483977" r:id="rId35"/>
    <p:sldLayoutId id="2147483978" r:id="rId36"/>
    <p:sldLayoutId id="2147483979" r:id="rId37"/>
    <p:sldLayoutId id="2147483980" r:id="rId38"/>
    <p:sldLayoutId id="2147483981" r:id="rId39"/>
  </p:sldLayoutIdLst>
  <p:txStyles>
    <p:titleStyle>
      <a:lvl1pPr algn="l" defTabSz="914400" rtl="0" eaLnBrk="1" latinLnBrk="0" hangingPunct="1">
        <a:lnSpc>
          <a:spcPct val="70000"/>
        </a:lnSpc>
        <a:spcBef>
          <a:spcPct val="0"/>
        </a:spcBef>
        <a:buNone/>
        <a:defRPr sz="4400" kern="1200">
          <a:solidFill>
            <a:schemeClr val="accent2"/>
          </a:solidFill>
          <a:latin typeface="+mj-lt"/>
          <a:ea typeface="+mj-ea"/>
          <a:cs typeface="+mj-cs"/>
        </a:defRPr>
      </a:lvl1pPr>
    </p:titleStyle>
    <p:bodyStyle>
      <a:lvl1pPr marL="0" indent="0" algn="l" defTabSz="914400" rtl="0" eaLnBrk="1" latinLnBrk="0" hangingPunct="1">
        <a:lnSpc>
          <a:spcPct val="100000"/>
        </a:lnSpc>
        <a:spcBef>
          <a:spcPts val="0"/>
        </a:spcBef>
        <a:spcAft>
          <a:spcPts val="600"/>
        </a:spcAft>
        <a:buFontTx/>
        <a:buNone/>
        <a:defRPr sz="16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6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702">
          <p15:clr>
            <a:srgbClr val="F26B43"/>
          </p15:clr>
        </p15:guide>
        <p15:guide id="2" pos="627">
          <p15:clr>
            <a:srgbClr val="F26B43"/>
          </p15:clr>
        </p15:guide>
        <p15:guide id="3" pos="7055">
          <p15:clr>
            <a:srgbClr val="F26B43"/>
          </p15:clr>
        </p15:guide>
        <p15:guide id="4" orient="horz" pos="838">
          <p15:clr>
            <a:srgbClr val="F26B43"/>
          </p15:clr>
        </p15:guide>
        <p15:guide id="5" orient="horz" pos="612">
          <p15:clr>
            <a:srgbClr val="F26B43"/>
          </p15:clr>
        </p15:guide>
        <p15:guide id="6" orient="horz" pos="272">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tags" Target="../tags/tag19.xml"/><Relationship Id="rId1" Type="http://schemas.openxmlformats.org/officeDocument/2006/relationships/tags" Target="../tags/tag18.xml"/><Relationship Id="rId6" Type="http://schemas.openxmlformats.org/officeDocument/2006/relationships/image" Target="../media/image4.emf"/><Relationship Id="rId5" Type="http://schemas.openxmlformats.org/officeDocument/2006/relationships/oleObject" Target="../embeddings/oleObject2.bin"/><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A8E78177-D314-48BD-A215-6F2A6E963677}"/>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21" imgH="423" progId="TCLayout.ActiveDocument.1">
                  <p:embed/>
                </p:oleObj>
              </mc:Choice>
              <mc:Fallback>
                <p:oleObj name="think-cell Slide" r:id="rId5" imgW="421" imgH="423" progId="TCLayout.ActiveDocument.1">
                  <p:embed/>
                  <p:pic>
                    <p:nvPicPr>
                      <p:cNvPr id="7" name="Object 6" hidden="1">
                        <a:extLst>
                          <a:ext uri="{FF2B5EF4-FFF2-40B4-BE49-F238E27FC236}">
                            <a16:creationId xmlns:a16="http://schemas.microsoft.com/office/drawing/2014/main" id="{A8E78177-D314-48BD-A215-6F2A6E963677}"/>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6" name="Rectangle 5" hidden="1">
            <a:extLst>
              <a:ext uri="{FF2B5EF4-FFF2-40B4-BE49-F238E27FC236}">
                <a16:creationId xmlns:a16="http://schemas.microsoft.com/office/drawing/2014/main" id="{19BDED99-9EE1-430B-B75D-2EBABD53B5BD}"/>
              </a:ext>
            </a:extLst>
          </p:cNvPr>
          <p:cNvSpPr/>
          <p:nvPr>
            <p:custDataLst>
              <p:tags r:id="rId2"/>
            </p:custDataLst>
          </p:nvPr>
        </p:nvSpPr>
        <p:spPr bwMode="gray">
          <a:xfrm>
            <a:off x="0" y="0"/>
            <a:ext cx="158750" cy="158750"/>
          </a:xfrm>
          <a:prstGeom prst="rect">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t" anchorCtr="0" forceAA="0" compatLnSpc="1">
            <a:prstTxWarp prst="textNoShape">
              <a:avLst/>
            </a:prstTxWarp>
            <a:noAutofit/>
          </a:bodyPr>
          <a:lstStyle/>
          <a:p>
            <a:pPr marL="0" indent="0" algn="ctr">
              <a:buNone/>
            </a:pPr>
            <a:endParaRPr lang="en-US" sz="4000" b="1">
              <a:solidFill>
                <a:schemeClr val="tx1"/>
              </a:solidFill>
              <a:latin typeface="Arial" panose="020B0604020202020204" pitchFamily="34" charset="0"/>
              <a:cs typeface="Arial" panose="020B0604020202020204" pitchFamily="34" charset="0"/>
              <a:sym typeface="Arial" panose="020B0604020202020204" pitchFamily="34" charset="0"/>
            </a:endParaRPr>
          </a:p>
        </p:txBody>
      </p:sp>
      <p:sp>
        <p:nvSpPr>
          <p:cNvPr id="2" name="Subtitle 1"/>
          <p:cNvSpPr>
            <a:spLocks noGrp="1"/>
          </p:cNvSpPr>
          <p:nvPr>
            <p:ph type="subTitle" idx="4294967295"/>
          </p:nvPr>
        </p:nvSpPr>
        <p:spPr>
          <a:xfrm>
            <a:off x="817695" y="2525487"/>
            <a:ext cx="4818423" cy="1307400"/>
          </a:xfrm>
          <a:noFill/>
        </p:spPr>
        <p:txBody>
          <a:bodyPr anchor="ctr"/>
          <a:lstStyle/>
          <a:p>
            <a:r>
              <a:rPr lang="en-US" sz="4800">
                <a:solidFill>
                  <a:schemeClr val="bg1"/>
                </a:solidFill>
                <a:latin typeface="+mj-lt"/>
                <a:cs typeface="Arial" panose="020B0604020202020204" pitchFamily="34" charset="0"/>
                <a:sym typeface="Arial" panose="020B0604020202020204" pitchFamily="34" charset="0"/>
              </a:rPr>
              <a:t>Weekly Governance Meeting</a:t>
            </a:r>
            <a:endParaRPr lang="en-US" sz="4800" b="1">
              <a:solidFill>
                <a:schemeClr val="bg1"/>
              </a:solidFill>
              <a:latin typeface="+mj-lt"/>
              <a:cs typeface="Arial" panose="020B0604020202020204" pitchFamily="34" charset="0"/>
              <a:sym typeface="Arial" panose="020B0604020202020204" pitchFamily="34" charset="0"/>
            </a:endParaRPr>
          </a:p>
        </p:txBody>
      </p:sp>
      <p:sp>
        <p:nvSpPr>
          <p:cNvPr id="3" name="Title 2"/>
          <p:cNvSpPr>
            <a:spLocks noGrp="1"/>
          </p:cNvSpPr>
          <p:nvPr>
            <p:ph type="ctrTitle" idx="4294967295"/>
          </p:nvPr>
        </p:nvSpPr>
        <p:spPr>
          <a:xfrm>
            <a:off x="839461" y="1437407"/>
            <a:ext cx="7253505" cy="900112"/>
          </a:xfrm>
        </p:spPr>
        <p:txBody>
          <a:bodyPr/>
          <a:lstStyle/>
          <a:p>
            <a:r>
              <a:rPr lang="en-US" sz="6600">
                <a:solidFill>
                  <a:schemeClr val="bg1"/>
                </a:solidFill>
                <a:cs typeface="Arial" panose="020B0604020202020204" pitchFamily="34" charset="0"/>
                <a:sym typeface="Arial" panose="020B0604020202020204" pitchFamily="34" charset="0"/>
              </a:rPr>
              <a:t>Project BOLT 2.0</a:t>
            </a:r>
            <a:endParaRPr lang="en-US" sz="6600">
              <a:solidFill>
                <a:schemeClr val="bg1"/>
              </a:solidFill>
            </a:endParaRPr>
          </a:p>
        </p:txBody>
      </p:sp>
      <p:sp>
        <p:nvSpPr>
          <p:cNvPr id="4" name="btfpLayoutConfig" hidden="1"/>
          <p:cNvSpPr txBox="1"/>
          <p:nvPr/>
        </p:nvSpPr>
        <p:spPr bwMode="gray">
          <a:xfrm>
            <a:off x="12700" y="12700"/>
            <a:ext cx="431776" cy="88092"/>
          </a:xfrm>
          <a:prstGeom prst="rect">
            <a:avLst/>
          </a:prstGeom>
          <a:noFill/>
        </p:spPr>
        <p:txBody>
          <a:bodyPr vert="horz" wrap="none" lIns="36000" tIns="36000" rIns="36000" bIns="36000" rtlCol="0">
            <a:spAutoFit/>
          </a:bodyPr>
          <a:lstStyle/>
          <a:p>
            <a:pPr marL="0" indent="0">
              <a:buNone/>
            </a:pPr>
            <a:r>
              <a:rPr lang="en-US" sz="100">
                <a:solidFill>
                  <a:srgbClr val="FFFFFF">
                    <a:alpha val="0"/>
                  </a:srgbClr>
                </a:solidFill>
                <a:latin typeface="Arial" panose="020B0604020202020204" pitchFamily="34" charset="0"/>
                <a:cs typeface="Arial" panose="020B0604020202020204" pitchFamily="34" charset="0"/>
                <a:sym typeface="Arial" panose="020B0604020202020204" pitchFamily="34" charset="0"/>
              </a:rPr>
              <a:t>overall_1_132270295598237589 columns_1_132270295598237589 </a:t>
            </a:r>
          </a:p>
        </p:txBody>
      </p:sp>
      <p:sp>
        <p:nvSpPr>
          <p:cNvPr id="5" name="TextBox 4">
            <a:extLst>
              <a:ext uri="{FF2B5EF4-FFF2-40B4-BE49-F238E27FC236}">
                <a16:creationId xmlns:a16="http://schemas.microsoft.com/office/drawing/2014/main" id="{F16E8F32-F9CA-23B5-C525-7655068548A4}"/>
              </a:ext>
            </a:extLst>
          </p:cNvPr>
          <p:cNvSpPr txBox="1"/>
          <p:nvPr/>
        </p:nvSpPr>
        <p:spPr>
          <a:xfrm>
            <a:off x="983299" y="5167901"/>
            <a:ext cx="3927748" cy="427003"/>
          </a:xfrm>
          <a:prstGeom prst="rect">
            <a:avLst/>
          </a:prstGeom>
        </p:spPr>
        <p:txBody>
          <a:bodyPr vert="horz" wrap="square" lIns="0" tIns="0" rIns="0" bIns="0" rtlCol="0" anchor="t" anchorCtr="0">
            <a:noAutofit/>
          </a:bodyPr>
          <a:lstStyle/>
          <a:p>
            <a:pPr>
              <a:spcAft>
                <a:spcPts val="600"/>
              </a:spcAft>
            </a:pPr>
            <a:r>
              <a:rPr lang="en-US" sz="2400" b="1" dirty="0">
                <a:solidFill>
                  <a:schemeClr val="bg1"/>
                </a:solidFill>
                <a:latin typeface="+mj-lt"/>
                <a:cs typeface="Arial" panose="020B0604020202020204" pitchFamily="34" charset="0"/>
              </a:rPr>
              <a:t>30</a:t>
            </a:r>
            <a:r>
              <a:rPr lang="en-US" sz="2400" b="1" baseline="30000" dirty="0">
                <a:solidFill>
                  <a:schemeClr val="bg1"/>
                </a:solidFill>
                <a:latin typeface="+mj-lt"/>
                <a:cs typeface="Arial" panose="020B0604020202020204" pitchFamily="34" charset="0"/>
              </a:rPr>
              <a:t>th</a:t>
            </a:r>
            <a:r>
              <a:rPr lang="en-US" sz="2400" b="1" dirty="0">
                <a:solidFill>
                  <a:schemeClr val="bg1"/>
                </a:solidFill>
                <a:latin typeface="+mj-lt"/>
                <a:cs typeface="Arial" panose="020B0604020202020204" pitchFamily="34" charset="0"/>
              </a:rPr>
              <a:t> Apr’ 26</a:t>
            </a:r>
          </a:p>
        </p:txBody>
      </p:sp>
    </p:spTree>
    <p:extLst>
      <p:ext uri="{BB962C8B-B14F-4D97-AF65-F5344CB8AC3E}">
        <p14:creationId xmlns:p14="http://schemas.microsoft.com/office/powerpoint/2010/main" val="3482495687"/>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7A2A07CF-20F9-30A9-32D4-CFBC5E97D7A6}"/>
              </a:ext>
            </a:extLst>
          </p:cNvPr>
          <p:cNvSpPr>
            <a:spLocks noGrp="1"/>
          </p:cNvSpPr>
          <p:nvPr>
            <p:ph type="title"/>
          </p:nvPr>
        </p:nvSpPr>
        <p:spPr>
          <a:xfrm>
            <a:off x="388307" y="419274"/>
            <a:ext cx="10204450" cy="533400"/>
          </a:xfrm>
        </p:spPr>
        <p:txBody>
          <a:bodyPr/>
          <a:lstStyle/>
          <a:p>
            <a:r>
              <a:rPr lang="en-US" dirty="0"/>
              <a:t>Go Live Status</a:t>
            </a:r>
          </a:p>
        </p:txBody>
      </p:sp>
      <p:graphicFrame>
        <p:nvGraphicFramePr>
          <p:cNvPr id="7" name="Table 6">
            <a:extLst>
              <a:ext uri="{FF2B5EF4-FFF2-40B4-BE49-F238E27FC236}">
                <a16:creationId xmlns:a16="http://schemas.microsoft.com/office/drawing/2014/main" id="{7213E6AB-6A8C-E065-ED42-73E574A6D59B}"/>
              </a:ext>
            </a:extLst>
          </p:cNvPr>
          <p:cNvGraphicFramePr>
            <a:graphicFrameLocks noGrp="1"/>
          </p:cNvGraphicFramePr>
          <p:nvPr>
            <p:extLst>
              <p:ext uri="{D42A27DB-BD31-4B8C-83A1-F6EECF244321}">
                <p14:modId xmlns:p14="http://schemas.microsoft.com/office/powerpoint/2010/main" val="1266355770"/>
              </p:ext>
            </p:extLst>
          </p:nvPr>
        </p:nvGraphicFramePr>
        <p:xfrm>
          <a:off x="388307" y="1327759"/>
          <a:ext cx="11498892" cy="4265609"/>
        </p:xfrm>
        <a:graphic>
          <a:graphicData uri="http://schemas.openxmlformats.org/drawingml/2006/table">
            <a:tbl>
              <a:tblPr firstRow="1" firstCol="1" bandRow="1">
                <a:tableStyleId>{21E4AEA4-8DFA-4A89-87EB-49C32662AFE0}</a:tableStyleId>
              </a:tblPr>
              <a:tblGrid>
                <a:gridCol w="964504">
                  <a:extLst>
                    <a:ext uri="{9D8B030D-6E8A-4147-A177-3AD203B41FA5}">
                      <a16:colId xmlns:a16="http://schemas.microsoft.com/office/drawing/2014/main" val="1336669992"/>
                    </a:ext>
                  </a:extLst>
                </a:gridCol>
                <a:gridCol w="964504">
                  <a:extLst>
                    <a:ext uri="{9D8B030D-6E8A-4147-A177-3AD203B41FA5}">
                      <a16:colId xmlns:a16="http://schemas.microsoft.com/office/drawing/2014/main" val="2440292304"/>
                    </a:ext>
                  </a:extLst>
                </a:gridCol>
                <a:gridCol w="1027134">
                  <a:extLst>
                    <a:ext uri="{9D8B030D-6E8A-4147-A177-3AD203B41FA5}">
                      <a16:colId xmlns:a16="http://schemas.microsoft.com/office/drawing/2014/main" val="599116362"/>
                    </a:ext>
                  </a:extLst>
                </a:gridCol>
                <a:gridCol w="651354">
                  <a:extLst>
                    <a:ext uri="{9D8B030D-6E8A-4147-A177-3AD203B41FA5}">
                      <a16:colId xmlns:a16="http://schemas.microsoft.com/office/drawing/2014/main" val="2077157414"/>
                    </a:ext>
                  </a:extLst>
                </a:gridCol>
                <a:gridCol w="839244">
                  <a:extLst>
                    <a:ext uri="{9D8B030D-6E8A-4147-A177-3AD203B41FA5}">
                      <a16:colId xmlns:a16="http://schemas.microsoft.com/office/drawing/2014/main" val="3301146080"/>
                    </a:ext>
                  </a:extLst>
                </a:gridCol>
                <a:gridCol w="660494">
                  <a:extLst>
                    <a:ext uri="{9D8B030D-6E8A-4147-A177-3AD203B41FA5}">
                      <a16:colId xmlns:a16="http://schemas.microsoft.com/office/drawing/2014/main" val="2091813115"/>
                    </a:ext>
                  </a:extLst>
                </a:gridCol>
                <a:gridCol w="642212">
                  <a:extLst>
                    <a:ext uri="{9D8B030D-6E8A-4147-A177-3AD203B41FA5}">
                      <a16:colId xmlns:a16="http://schemas.microsoft.com/office/drawing/2014/main" val="2147784720"/>
                    </a:ext>
                  </a:extLst>
                </a:gridCol>
                <a:gridCol w="698466">
                  <a:extLst>
                    <a:ext uri="{9D8B030D-6E8A-4147-A177-3AD203B41FA5}">
                      <a16:colId xmlns:a16="http://schemas.microsoft.com/office/drawing/2014/main" val="2346579432"/>
                    </a:ext>
                  </a:extLst>
                </a:gridCol>
                <a:gridCol w="691923">
                  <a:extLst>
                    <a:ext uri="{9D8B030D-6E8A-4147-A177-3AD203B41FA5}">
                      <a16:colId xmlns:a16="http://schemas.microsoft.com/office/drawing/2014/main" val="499569357"/>
                    </a:ext>
                  </a:extLst>
                </a:gridCol>
                <a:gridCol w="701458">
                  <a:extLst>
                    <a:ext uri="{9D8B030D-6E8A-4147-A177-3AD203B41FA5}">
                      <a16:colId xmlns:a16="http://schemas.microsoft.com/office/drawing/2014/main" val="1033631454"/>
                    </a:ext>
                  </a:extLst>
                </a:gridCol>
                <a:gridCol w="764088">
                  <a:extLst>
                    <a:ext uri="{9D8B030D-6E8A-4147-A177-3AD203B41FA5}">
                      <a16:colId xmlns:a16="http://schemas.microsoft.com/office/drawing/2014/main" val="918605931"/>
                    </a:ext>
                  </a:extLst>
                </a:gridCol>
                <a:gridCol w="701457">
                  <a:extLst>
                    <a:ext uri="{9D8B030D-6E8A-4147-A177-3AD203B41FA5}">
                      <a16:colId xmlns:a16="http://schemas.microsoft.com/office/drawing/2014/main" val="4078195249"/>
                    </a:ext>
                  </a:extLst>
                </a:gridCol>
                <a:gridCol w="785749">
                  <a:extLst>
                    <a:ext uri="{9D8B030D-6E8A-4147-A177-3AD203B41FA5}">
                      <a16:colId xmlns:a16="http://schemas.microsoft.com/office/drawing/2014/main" val="400566033"/>
                    </a:ext>
                  </a:extLst>
                </a:gridCol>
                <a:gridCol w="890660">
                  <a:extLst>
                    <a:ext uri="{9D8B030D-6E8A-4147-A177-3AD203B41FA5}">
                      <a16:colId xmlns:a16="http://schemas.microsoft.com/office/drawing/2014/main" val="762972295"/>
                    </a:ext>
                  </a:extLst>
                </a:gridCol>
                <a:gridCol w="515645">
                  <a:extLst>
                    <a:ext uri="{9D8B030D-6E8A-4147-A177-3AD203B41FA5}">
                      <a16:colId xmlns:a16="http://schemas.microsoft.com/office/drawing/2014/main" val="1424324354"/>
                    </a:ext>
                  </a:extLst>
                </a:gridCol>
              </a:tblGrid>
              <a:tr h="914400">
                <a:tc>
                  <a:txBody>
                    <a:bodyPr/>
                    <a:lstStyle/>
                    <a:p>
                      <a:pPr marL="0" marR="0" algn="ctr">
                        <a:buNone/>
                      </a:pPr>
                      <a:r>
                        <a:rPr lang="en-US" sz="1000" dirty="0">
                          <a:effectLst/>
                        </a:rPr>
                        <a:t>State</a:t>
                      </a:r>
                      <a:endParaRPr lang="en-US" sz="1000" dirty="0">
                        <a:effectLst/>
                        <a:latin typeface="Aptos" panose="020B0004020202020204" pitchFamily="34" charset="0"/>
                        <a:ea typeface="Aptos" panose="020B0004020202020204" pitchFamily="34" charset="0"/>
                        <a:cs typeface="Aptos" panose="020B0004020202020204" pitchFamily="34" charset="0"/>
                      </a:endParaRPr>
                    </a:p>
                  </a:txBody>
                  <a:tcPr marL="56142" marR="56142" marT="0" marB="0" anchor="ctr"/>
                </a:tc>
                <a:tc>
                  <a:txBody>
                    <a:bodyPr/>
                    <a:lstStyle/>
                    <a:p>
                      <a:pPr marL="0" marR="0" algn="ctr">
                        <a:buNone/>
                      </a:pPr>
                      <a:r>
                        <a:rPr lang="en-US" sz="1000" dirty="0">
                          <a:effectLst/>
                        </a:rPr>
                        <a:t>City</a:t>
                      </a:r>
                      <a:endParaRPr lang="en-US" sz="1000" dirty="0">
                        <a:effectLst/>
                        <a:latin typeface="Aptos" panose="020B0004020202020204" pitchFamily="34" charset="0"/>
                        <a:ea typeface="Aptos" panose="020B0004020202020204" pitchFamily="34" charset="0"/>
                        <a:cs typeface="Aptos" panose="020B0004020202020204" pitchFamily="34" charset="0"/>
                      </a:endParaRPr>
                    </a:p>
                  </a:txBody>
                  <a:tcPr marL="56142" marR="56142" marT="0" marB="0" anchor="ctr"/>
                </a:tc>
                <a:tc>
                  <a:txBody>
                    <a:bodyPr/>
                    <a:lstStyle/>
                    <a:p>
                      <a:pPr marL="0" marR="0" algn="ctr">
                        <a:buNone/>
                      </a:pPr>
                      <a:r>
                        <a:rPr lang="en-US" sz="1000" dirty="0">
                          <a:effectLst/>
                        </a:rPr>
                        <a:t>CP Name</a:t>
                      </a:r>
                      <a:endParaRPr lang="en-US" sz="1000" dirty="0">
                        <a:effectLst/>
                        <a:latin typeface="Aptos" panose="020B0004020202020204" pitchFamily="34" charset="0"/>
                        <a:ea typeface="Aptos" panose="020B0004020202020204" pitchFamily="34" charset="0"/>
                        <a:cs typeface="Aptos" panose="020B0004020202020204" pitchFamily="34" charset="0"/>
                      </a:endParaRPr>
                    </a:p>
                  </a:txBody>
                  <a:tcPr marL="56142" marR="56142" marT="0" marB="0" anchor="ctr"/>
                </a:tc>
                <a:tc>
                  <a:txBody>
                    <a:bodyPr/>
                    <a:lstStyle/>
                    <a:p>
                      <a:pPr marL="0" marR="0" algn="ctr">
                        <a:buNone/>
                      </a:pPr>
                      <a:r>
                        <a:rPr lang="en-US" sz="1000">
                          <a:effectLst/>
                        </a:rPr>
                        <a:t>Current Status</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56142" marR="56142" marT="0" marB="0" anchor="ctr"/>
                </a:tc>
                <a:tc>
                  <a:txBody>
                    <a:bodyPr/>
                    <a:lstStyle/>
                    <a:p>
                      <a:pPr marL="0" marR="0" algn="ctr">
                        <a:buNone/>
                      </a:pPr>
                      <a:r>
                        <a:rPr lang="en-US" sz="1000">
                          <a:effectLst/>
                        </a:rPr>
                        <a:t>Planned Rollout Date</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56142" marR="56142" marT="0" marB="0" anchor="ctr"/>
                </a:tc>
                <a:tc>
                  <a:txBody>
                    <a:bodyPr/>
                    <a:lstStyle/>
                    <a:p>
                      <a:pPr marL="0" marR="0" algn="ctr">
                        <a:buNone/>
                      </a:pPr>
                      <a:r>
                        <a:rPr lang="en-US" sz="1000">
                          <a:effectLst/>
                        </a:rPr>
                        <a:t>Total Stock as per Shoper</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56142" marR="56142" marT="0" marB="0" anchor="ctr"/>
                </a:tc>
                <a:tc>
                  <a:txBody>
                    <a:bodyPr/>
                    <a:lstStyle/>
                    <a:p>
                      <a:pPr marL="0" marR="0" algn="ctr">
                        <a:buNone/>
                      </a:pPr>
                      <a:r>
                        <a:rPr lang="en-US" sz="1000">
                          <a:effectLst/>
                        </a:rPr>
                        <a:t>Total Stock Scanned</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56142" marR="56142" marT="0" marB="0" anchor="ctr"/>
                </a:tc>
                <a:tc>
                  <a:txBody>
                    <a:bodyPr/>
                    <a:lstStyle/>
                    <a:p>
                      <a:pPr marL="0" marR="0" algn="ctr">
                        <a:buNone/>
                      </a:pPr>
                      <a:r>
                        <a:rPr lang="en-US" sz="1000">
                          <a:effectLst/>
                        </a:rPr>
                        <a:t>Stock Approval Date</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56142" marR="56142" marT="0" marB="0" anchor="ctr"/>
                </a:tc>
                <a:tc>
                  <a:txBody>
                    <a:bodyPr/>
                    <a:lstStyle/>
                    <a:p>
                      <a:pPr marL="0" marR="0" algn="ctr">
                        <a:buNone/>
                      </a:pPr>
                      <a:r>
                        <a:rPr lang="en-US" sz="1000" dirty="0">
                          <a:effectLst/>
                        </a:rPr>
                        <a:t>SFA Activated on</a:t>
                      </a:r>
                      <a:endParaRPr lang="en-US" sz="1000" dirty="0">
                        <a:effectLst/>
                        <a:latin typeface="Aptos" panose="020B0004020202020204" pitchFamily="34" charset="0"/>
                        <a:ea typeface="Aptos" panose="020B0004020202020204" pitchFamily="34" charset="0"/>
                        <a:cs typeface="Aptos" panose="020B0004020202020204" pitchFamily="34" charset="0"/>
                      </a:endParaRPr>
                    </a:p>
                  </a:txBody>
                  <a:tcPr marL="56142" marR="56142" marT="0" marB="0" anchor="ctr"/>
                </a:tc>
                <a:tc>
                  <a:txBody>
                    <a:bodyPr/>
                    <a:lstStyle/>
                    <a:p>
                      <a:pPr marL="0" marR="0" algn="ctr">
                        <a:buNone/>
                      </a:pPr>
                      <a:r>
                        <a:rPr lang="en-US" sz="1000">
                          <a:effectLst/>
                        </a:rPr>
                        <a:t>1st ARS Order Generated</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56142" marR="56142" marT="0" marB="0" anchor="ctr"/>
                </a:tc>
                <a:tc>
                  <a:txBody>
                    <a:bodyPr/>
                    <a:lstStyle/>
                    <a:p>
                      <a:pPr marL="0" marR="0" algn="ctr">
                        <a:buNone/>
                      </a:pPr>
                      <a:r>
                        <a:rPr lang="en-US" sz="1000">
                          <a:effectLst/>
                        </a:rPr>
                        <a:t>BOLT Sec Order Till Date in PCs</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56142" marR="56142" marT="0" marB="0" anchor="ctr"/>
                </a:tc>
                <a:tc>
                  <a:txBody>
                    <a:bodyPr/>
                    <a:lstStyle/>
                    <a:p>
                      <a:pPr marL="0" marR="0" algn="ctr">
                        <a:buNone/>
                      </a:pPr>
                      <a:r>
                        <a:rPr lang="en-US" sz="1000" dirty="0">
                          <a:effectLst/>
                        </a:rPr>
                        <a:t>PCs Invoiced till date</a:t>
                      </a:r>
                      <a:endParaRPr lang="en-US" sz="1000" dirty="0">
                        <a:effectLst/>
                        <a:latin typeface="Aptos" panose="020B0004020202020204" pitchFamily="34" charset="0"/>
                        <a:ea typeface="Aptos" panose="020B0004020202020204" pitchFamily="34" charset="0"/>
                        <a:cs typeface="Aptos" panose="020B0004020202020204" pitchFamily="34" charset="0"/>
                      </a:endParaRPr>
                    </a:p>
                  </a:txBody>
                  <a:tcPr marL="56142" marR="56142" marT="0" marB="0" anchor="ctr"/>
                </a:tc>
                <a:tc>
                  <a:txBody>
                    <a:bodyPr/>
                    <a:lstStyle/>
                    <a:p>
                      <a:pPr marL="0" marR="0" algn="ctr">
                        <a:buNone/>
                      </a:pPr>
                      <a:r>
                        <a:rPr lang="en-US" sz="1000" dirty="0">
                          <a:effectLst/>
                        </a:rPr>
                        <a:t>BOLT Sec Order 16-04-26 (Total In PCs)</a:t>
                      </a:r>
                      <a:endParaRPr lang="en-US" sz="1000" dirty="0">
                        <a:effectLst/>
                        <a:latin typeface="Aptos" panose="020B0004020202020204" pitchFamily="34" charset="0"/>
                        <a:ea typeface="Aptos" panose="020B0004020202020204" pitchFamily="34" charset="0"/>
                        <a:cs typeface="Aptos" panose="020B0004020202020204" pitchFamily="34" charset="0"/>
                      </a:endParaRPr>
                    </a:p>
                  </a:txBody>
                  <a:tcPr marL="56142" marR="56142" marT="0" marB="0" anchor="ctr"/>
                </a:tc>
                <a:tc>
                  <a:txBody>
                    <a:bodyPr/>
                    <a:lstStyle/>
                    <a:p>
                      <a:pPr marL="0" marR="0" algn="ctr">
                        <a:buNone/>
                      </a:pPr>
                      <a:r>
                        <a:rPr lang="en-US" sz="1000" dirty="0">
                          <a:effectLst/>
                        </a:rPr>
                        <a:t>PCs invoiced on 16-04-26</a:t>
                      </a:r>
                      <a:endParaRPr lang="en-US" sz="1000" dirty="0">
                        <a:effectLst/>
                        <a:latin typeface="Aptos" panose="020B0004020202020204" pitchFamily="34" charset="0"/>
                        <a:ea typeface="Aptos" panose="020B0004020202020204" pitchFamily="34" charset="0"/>
                        <a:cs typeface="Aptos" panose="020B0004020202020204" pitchFamily="34" charset="0"/>
                      </a:endParaRPr>
                    </a:p>
                  </a:txBody>
                  <a:tcPr marL="56142" marR="56142" marT="0" marB="0" anchor="ctr"/>
                </a:tc>
                <a:tc>
                  <a:txBody>
                    <a:bodyPr/>
                    <a:lstStyle/>
                    <a:p>
                      <a:pPr marL="0" marR="0" algn="ctr">
                        <a:buNone/>
                      </a:pPr>
                      <a:r>
                        <a:rPr lang="en-US" sz="1000" dirty="0">
                          <a:effectLst/>
                        </a:rPr>
                        <a:t>Fill Rate</a:t>
                      </a:r>
                      <a:endParaRPr lang="en-US" sz="1000" dirty="0">
                        <a:effectLst/>
                        <a:latin typeface="Aptos" panose="020B0004020202020204" pitchFamily="34" charset="0"/>
                        <a:ea typeface="Aptos" panose="020B0004020202020204" pitchFamily="34" charset="0"/>
                        <a:cs typeface="Aptos" panose="020B0004020202020204" pitchFamily="34" charset="0"/>
                      </a:endParaRPr>
                    </a:p>
                  </a:txBody>
                  <a:tcPr marL="56142" marR="56142" marT="0" marB="0" anchor="ctr"/>
                </a:tc>
                <a:extLst>
                  <a:ext uri="{0D108BD9-81ED-4DB2-BD59-A6C34878D82A}">
                    <a16:rowId xmlns:a16="http://schemas.microsoft.com/office/drawing/2014/main" val="1868424994"/>
                  </a:ext>
                </a:extLst>
              </a:tr>
              <a:tr h="670317">
                <a:tc>
                  <a:txBody>
                    <a:bodyPr/>
                    <a:lstStyle/>
                    <a:p>
                      <a:pPr marL="0" marR="0">
                        <a:buNone/>
                      </a:pPr>
                      <a:r>
                        <a:rPr lang="en-US" sz="1000" dirty="0">
                          <a:effectLst/>
                        </a:rPr>
                        <a:t>UTTAR PRADESH</a:t>
                      </a:r>
                      <a:endParaRPr lang="en-US" sz="1000" dirty="0">
                        <a:effectLst/>
                        <a:latin typeface="Aptos" panose="020B0004020202020204" pitchFamily="34" charset="0"/>
                        <a:ea typeface="Aptos" panose="020B0004020202020204" pitchFamily="34" charset="0"/>
                        <a:cs typeface="Aptos" panose="020B0004020202020204" pitchFamily="34" charset="0"/>
                      </a:endParaRPr>
                    </a:p>
                  </a:txBody>
                  <a:tcPr marL="56142" marR="56142" marT="0" marB="0" anchor="b"/>
                </a:tc>
                <a:tc>
                  <a:txBody>
                    <a:bodyPr/>
                    <a:lstStyle/>
                    <a:p>
                      <a:pPr marL="0" marR="0">
                        <a:buNone/>
                      </a:pPr>
                      <a:r>
                        <a:rPr lang="en-US" sz="1000">
                          <a:effectLst/>
                        </a:rPr>
                        <a:t>LUCKNOW</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56142" marR="56142" marT="0" marB="0" anchor="b"/>
                </a:tc>
                <a:tc>
                  <a:txBody>
                    <a:bodyPr/>
                    <a:lstStyle/>
                    <a:p>
                      <a:pPr marL="0" marR="0">
                        <a:buNone/>
                      </a:pPr>
                      <a:r>
                        <a:rPr lang="en-US" sz="1000">
                          <a:effectLst/>
                        </a:rPr>
                        <a:t>KANT DISTRIBUTORS - SPW</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56142" marR="56142" marT="0" marB="0" anchor="b"/>
                </a:tc>
                <a:tc>
                  <a:txBody>
                    <a:bodyPr/>
                    <a:lstStyle/>
                    <a:p>
                      <a:pPr marL="0" marR="0">
                        <a:buNone/>
                      </a:pPr>
                      <a:r>
                        <a:rPr lang="en-US" sz="1000">
                          <a:effectLst/>
                        </a:rPr>
                        <a:t>Billing</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56142" marR="56142" marT="0" marB="0" anchor="b"/>
                </a:tc>
                <a:tc>
                  <a:txBody>
                    <a:bodyPr/>
                    <a:lstStyle/>
                    <a:p>
                      <a:pPr marL="0" marR="0" algn="r">
                        <a:buNone/>
                      </a:pPr>
                      <a:r>
                        <a:rPr lang="en-US" sz="1000">
                          <a:effectLst/>
                        </a:rPr>
                        <a:t>06-Apr-26</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56142" marR="56142" marT="0" marB="0" anchor="b"/>
                </a:tc>
                <a:tc>
                  <a:txBody>
                    <a:bodyPr/>
                    <a:lstStyle/>
                    <a:p>
                      <a:pPr marL="0" marR="0" algn="r">
                        <a:buNone/>
                      </a:pPr>
                      <a:r>
                        <a:rPr lang="en-US" sz="1000">
                          <a:effectLst/>
                        </a:rPr>
                        <a:t>6667</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56142" marR="56142" marT="0" marB="0" anchor="b"/>
                </a:tc>
                <a:tc>
                  <a:txBody>
                    <a:bodyPr/>
                    <a:lstStyle/>
                    <a:p>
                      <a:pPr marL="0" marR="0" algn="r">
                        <a:buNone/>
                      </a:pPr>
                      <a:r>
                        <a:rPr lang="en-US" sz="1000">
                          <a:effectLst/>
                        </a:rPr>
                        <a:t>6582</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56142" marR="56142" marT="0" marB="0" anchor="b"/>
                </a:tc>
                <a:tc>
                  <a:txBody>
                    <a:bodyPr/>
                    <a:lstStyle/>
                    <a:p>
                      <a:pPr marL="0" marR="0" algn="r">
                        <a:buNone/>
                      </a:pPr>
                      <a:r>
                        <a:rPr lang="en-US" sz="1000">
                          <a:effectLst/>
                        </a:rPr>
                        <a:t>10-Apr-26</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56142" marR="56142" marT="0" marB="0" anchor="b"/>
                </a:tc>
                <a:tc>
                  <a:txBody>
                    <a:bodyPr/>
                    <a:lstStyle/>
                    <a:p>
                      <a:pPr marL="0" marR="0" algn="r">
                        <a:buNone/>
                      </a:pPr>
                      <a:r>
                        <a:rPr lang="en-US" sz="1000">
                          <a:effectLst/>
                        </a:rPr>
                        <a:t>07-Apr-26</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56142" marR="56142" marT="0" marB="0" anchor="b"/>
                </a:tc>
                <a:tc>
                  <a:txBody>
                    <a:bodyPr/>
                    <a:lstStyle/>
                    <a:p>
                      <a:pPr marL="0" marR="0" algn="r">
                        <a:buNone/>
                      </a:pPr>
                      <a:r>
                        <a:rPr lang="en-US" sz="1000">
                          <a:effectLst/>
                        </a:rPr>
                        <a:t>15-Apr-26</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56142" marR="56142" marT="0" marB="0" anchor="b"/>
                </a:tc>
                <a:tc>
                  <a:txBody>
                    <a:bodyPr/>
                    <a:lstStyle/>
                    <a:p>
                      <a:pPr marL="0" marR="0" algn="r">
                        <a:buNone/>
                      </a:pPr>
                      <a:r>
                        <a:rPr lang="en-US" sz="1000">
                          <a:effectLst/>
                        </a:rPr>
                        <a:t>2220</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56142" marR="56142" marT="0" marB="0" anchor="b"/>
                </a:tc>
                <a:tc>
                  <a:txBody>
                    <a:bodyPr/>
                    <a:lstStyle/>
                    <a:p>
                      <a:pPr marL="0" marR="0" algn="r">
                        <a:buNone/>
                      </a:pPr>
                      <a:r>
                        <a:rPr lang="en-US" sz="1000">
                          <a:effectLst/>
                        </a:rPr>
                        <a:t>1722</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56142" marR="56142" marT="0" marB="0" anchor="b"/>
                </a:tc>
                <a:tc>
                  <a:txBody>
                    <a:bodyPr/>
                    <a:lstStyle/>
                    <a:p>
                      <a:pPr marL="0" marR="0" algn="r">
                        <a:buNone/>
                      </a:pPr>
                      <a:r>
                        <a:rPr lang="en-US" sz="1000">
                          <a:effectLst/>
                        </a:rPr>
                        <a:t>306</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56142" marR="56142" marT="0" marB="0" anchor="b"/>
                </a:tc>
                <a:tc>
                  <a:txBody>
                    <a:bodyPr/>
                    <a:lstStyle/>
                    <a:p>
                      <a:pPr marL="0" marR="0" algn="r">
                        <a:buNone/>
                      </a:pPr>
                      <a:r>
                        <a:rPr lang="en-US" sz="1000">
                          <a:effectLst/>
                        </a:rPr>
                        <a:t>236</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56142" marR="56142" marT="0" marB="0" anchor="b"/>
                </a:tc>
                <a:tc>
                  <a:txBody>
                    <a:bodyPr/>
                    <a:lstStyle/>
                    <a:p>
                      <a:pPr marL="0" marR="0" algn="r">
                        <a:buNone/>
                      </a:pPr>
                      <a:r>
                        <a:rPr lang="en-US" sz="1000">
                          <a:effectLst/>
                        </a:rPr>
                        <a:t>78%</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56142" marR="56142" marT="0" marB="0" anchor="b"/>
                </a:tc>
                <a:extLst>
                  <a:ext uri="{0D108BD9-81ED-4DB2-BD59-A6C34878D82A}">
                    <a16:rowId xmlns:a16="http://schemas.microsoft.com/office/drawing/2014/main" val="2067438610"/>
                  </a:ext>
                </a:extLst>
              </a:tr>
              <a:tr h="670317">
                <a:tc>
                  <a:txBody>
                    <a:bodyPr/>
                    <a:lstStyle/>
                    <a:p>
                      <a:pPr marL="0" marR="0">
                        <a:buNone/>
                      </a:pPr>
                      <a:r>
                        <a:rPr lang="en-US" sz="1000" dirty="0">
                          <a:effectLst/>
                        </a:rPr>
                        <a:t>UTTAR PRADESH</a:t>
                      </a:r>
                      <a:endParaRPr lang="en-US" sz="1000" dirty="0">
                        <a:effectLst/>
                        <a:latin typeface="Aptos" panose="020B0004020202020204" pitchFamily="34" charset="0"/>
                        <a:ea typeface="Aptos" panose="020B0004020202020204" pitchFamily="34" charset="0"/>
                        <a:cs typeface="Aptos" panose="020B0004020202020204" pitchFamily="34" charset="0"/>
                      </a:endParaRPr>
                    </a:p>
                  </a:txBody>
                  <a:tcPr marL="56142" marR="56142" marT="0" marB="0" anchor="b"/>
                </a:tc>
                <a:tc>
                  <a:txBody>
                    <a:bodyPr/>
                    <a:lstStyle/>
                    <a:p>
                      <a:pPr marL="0" marR="0">
                        <a:buNone/>
                      </a:pPr>
                      <a:r>
                        <a:rPr lang="en-US" sz="1000" dirty="0">
                          <a:effectLst/>
                        </a:rPr>
                        <a:t>LUCKNOW</a:t>
                      </a:r>
                      <a:endParaRPr lang="en-US" sz="1000" dirty="0">
                        <a:effectLst/>
                        <a:latin typeface="Aptos" panose="020B0004020202020204" pitchFamily="34" charset="0"/>
                        <a:ea typeface="Aptos" panose="020B0004020202020204" pitchFamily="34" charset="0"/>
                        <a:cs typeface="Aptos" panose="020B0004020202020204" pitchFamily="34" charset="0"/>
                      </a:endParaRPr>
                    </a:p>
                  </a:txBody>
                  <a:tcPr marL="56142" marR="56142" marT="0" marB="0" anchor="b"/>
                </a:tc>
                <a:tc>
                  <a:txBody>
                    <a:bodyPr/>
                    <a:lstStyle/>
                    <a:p>
                      <a:pPr marL="0" marR="0">
                        <a:buNone/>
                      </a:pPr>
                      <a:r>
                        <a:rPr lang="en-US" sz="1000">
                          <a:effectLst/>
                        </a:rPr>
                        <a:t>M M DISTRIBUTORS - PR1</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56142" marR="56142" marT="0" marB="0" anchor="b"/>
                </a:tc>
                <a:tc>
                  <a:txBody>
                    <a:bodyPr/>
                    <a:lstStyle/>
                    <a:p>
                      <a:pPr marL="0" marR="0">
                        <a:buNone/>
                      </a:pPr>
                      <a:r>
                        <a:rPr lang="en-US" sz="1000">
                          <a:effectLst/>
                        </a:rPr>
                        <a:t>Billing</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56142" marR="56142" marT="0" marB="0" anchor="b"/>
                </a:tc>
                <a:tc>
                  <a:txBody>
                    <a:bodyPr/>
                    <a:lstStyle/>
                    <a:p>
                      <a:pPr marL="0" marR="0" algn="r">
                        <a:buNone/>
                      </a:pPr>
                      <a:r>
                        <a:rPr lang="en-US" sz="1000">
                          <a:effectLst/>
                        </a:rPr>
                        <a:t>06-Apr-26</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56142" marR="56142" marT="0" marB="0" anchor="b"/>
                </a:tc>
                <a:tc>
                  <a:txBody>
                    <a:bodyPr/>
                    <a:lstStyle/>
                    <a:p>
                      <a:pPr marL="0" marR="0" algn="r">
                        <a:buNone/>
                      </a:pPr>
                      <a:r>
                        <a:rPr lang="en-US" sz="1000">
                          <a:effectLst/>
                        </a:rPr>
                        <a:t>18474</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56142" marR="56142" marT="0" marB="0" anchor="b"/>
                </a:tc>
                <a:tc>
                  <a:txBody>
                    <a:bodyPr/>
                    <a:lstStyle/>
                    <a:p>
                      <a:pPr marL="0" marR="0" algn="r">
                        <a:buNone/>
                      </a:pPr>
                      <a:r>
                        <a:rPr lang="en-US" sz="1000">
                          <a:effectLst/>
                        </a:rPr>
                        <a:t>17085</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56142" marR="56142" marT="0" marB="0" anchor="b"/>
                </a:tc>
                <a:tc>
                  <a:txBody>
                    <a:bodyPr/>
                    <a:lstStyle/>
                    <a:p>
                      <a:pPr marL="0" marR="0" algn="r">
                        <a:buNone/>
                      </a:pPr>
                      <a:r>
                        <a:rPr lang="en-US" sz="1000">
                          <a:effectLst/>
                        </a:rPr>
                        <a:t>10-Apr-26</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56142" marR="56142" marT="0" marB="0" anchor="b"/>
                </a:tc>
                <a:tc>
                  <a:txBody>
                    <a:bodyPr/>
                    <a:lstStyle/>
                    <a:p>
                      <a:pPr marL="0" marR="0" algn="r">
                        <a:buNone/>
                      </a:pPr>
                      <a:r>
                        <a:rPr lang="en-US" sz="1000">
                          <a:effectLst/>
                        </a:rPr>
                        <a:t>07-Apr-26</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56142" marR="56142" marT="0" marB="0" anchor="b"/>
                </a:tc>
                <a:tc>
                  <a:txBody>
                    <a:bodyPr/>
                    <a:lstStyle/>
                    <a:p>
                      <a:pPr marL="0" marR="0" algn="r">
                        <a:buNone/>
                      </a:pPr>
                      <a:r>
                        <a:rPr lang="en-US" sz="1000">
                          <a:effectLst/>
                        </a:rPr>
                        <a:t>14-Apr-26</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56142" marR="56142" marT="0" marB="0" anchor="b"/>
                </a:tc>
                <a:tc>
                  <a:txBody>
                    <a:bodyPr/>
                    <a:lstStyle/>
                    <a:p>
                      <a:pPr marL="0" marR="0" algn="r">
                        <a:buNone/>
                      </a:pPr>
                      <a:r>
                        <a:rPr lang="en-US" sz="1000">
                          <a:effectLst/>
                        </a:rPr>
                        <a:t>7345</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56142" marR="56142" marT="0" marB="0" anchor="b"/>
                </a:tc>
                <a:tc>
                  <a:txBody>
                    <a:bodyPr/>
                    <a:lstStyle/>
                    <a:p>
                      <a:pPr marL="0" marR="0" algn="r">
                        <a:buNone/>
                      </a:pPr>
                      <a:r>
                        <a:rPr lang="en-US" sz="1000">
                          <a:effectLst/>
                        </a:rPr>
                        <a:t>5073</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56142" marR="56142" marT="0" marB="0" anchor="b"/>
                </a:tc>
                <a:tc>
                  <a:txBody>
                    <a:bodyPr/>
                    <a:lstStyle/>
                    <a:p>
                      <a:pPr marL="0" marR="0" algn="r">
                        <a:buNone/>
                      </a:pPr>
                      <a:r>
                        <a:rPr lang="en-US" sz="1000">
                          <a:effectLst/>
                        </a:rPr>
                        <a:t>1112</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56142" marR="56142" marT="0" marB="0" anchor="b"/>
                </a:tc>
                <a:tc>
                  <a:txBody>
                    <a:bodyPr/>
                    <a:lstStyle/>
                    <a:p>
                      <a:pPr marL="0" marR="0" algn="r">
                        <a:buNone/>
                      </a:pPr>
                      <a:r>
                        <a:rPr lang="en-US" sz="1000">
                          <a:effectLst/>
                        </a:rPr>
                        <a:t>1239</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56142" marR="56142" marT="0" marB="0" anchor="b"/>
                </a:tc>
                <a:tc>
                  <a:txBody>
                    <a:bodyPr/>
                    <a:lstStyle/>
                    <a:p>
                      <a:pPr marL="0" marR="0" algn="r">
                        <a:buNone/>
                      </a:pPr>
                      <a:r>
                        <a:rPr lang="en-US" sz="1000">
                          <a:effectLst/>
                        </a:rPr>
                        <a:t>69%</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56142" marR="56142" marT="0" marB="0" anchor="b"/>
                </a:tc>
                <a:extLst>
                  <a:ext uri="{0D108BD9-81ED-4DB2-BD59-A6C34878D82A}">
                    <a16:rowId xmlns:a16="http://schemas.microsoft.com/office/drawing/2014/main" val="2801020930"/>
                  </a:ext>
                </a:extLst>
              </a:tr>
              <a:tr h="670317">
                <a:tc>
                  <a:txBody>
                    <a:bodyPr/>
                    <a:lstStyle/>
                    <a:p>
                      <a:pPr marL="0" marR="0">
                        <a:buNone/>
                      </a:pPr>
                      <a:r>
                        <a:rPr lang="en-US" sz="1000" dirty="0">
                          <a:effectLst/>
                        </a:rPr>
                        <a:t>KARNATAKA</a:t>
                      </a:r>
                      <a:endParaRPr lang="en-US" sz="1000" dirty="0">
                        <a:effectLst/>
                        <a:latin typeface="Aptos" panose="020B0004020202020204" pitchFamily="34" charset="0"/>
                        <a:ea typeface="Aptos" panose="020B0004020202020204" pitchFamily="34" charset="0"/>
                        <a:cs typeface="Aptos" panose="020B0004020202020204" pitchFamily="34" charset="0"/>
                      </a:endParaRPr>
                    </a:p>
                  </a:txBody>
                  <a:tcPr marL="56142" marR="56142" marT="0" marB="0" anchor="b"/>
                </a:tc>
                <a:tc>
                  <a:txBody>
                    <a:bodyPr/>
                    <a:lstStyle/>
                    <a:p>
                      <a:pPr marL="0" marR="0">
                        <a:buNone/>
                      </a:pPr>
                      <a:r>
                        <a:rPr lang="en-US" sz="1000">
                          <a:effectLst/>
                        </a:rPr>
                        <a:t>BANGALORE</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56142" marR="56142" marT="0" marB="0" anchor="b"/>
                </a:tc>
                <a:tc>
                  <a:txBody>
                    <a:bodyPr/>
                    <a:lstStyle/>
                    <a:p>
                      <a:pPr marL="0" marR="0">
                        <a:buNone/>
                      </a:pPr>
                      <a:r>
                        <a:rPr lang="en-US" sz="1000">
                          <a:effectLst/>
                        </a:rPr>
                        <a:t>SRI BALAJI AGENCIES - BRA</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56142" marR="56142" marT="0" marB="0" anchor="b"/>
                </a:tc>
                <a:tc>
                  <a:txBody>
                    <a:bodyPr/>
                    <a:lstStyle/>
                    <a:p>
                      <a:pPr marL="0" marR="0">
                        <a:buNone/>
                      </a:pPr>
                      <a:r>
                        <a:rPr lang="en-US" sz="1000">
                          <a:effectLst/>
                        </a:rPr>
                        <a:t>Billing</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56142" marR="56142" marT="0" marB="0" anchor="b"/>
                </a:tc>
                <a:tc>
                  <a:txBody>
                    <a:bodyPr/>
                    <a:lstStyle/>
                    <a:p>
                      <a:pPr marL="0" marR="0" algn="r">
                        <a:buNone/>
                      </a:pPr>
                      <a:r>
                        <a:rPr lang="en-US" sz="1000">
                          <a:effectLst/>
                        </a:rPr>
                        <a:t>06-Apr-26</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56142" marR="56142" marT="0" marB="0" anchor="b"/>
                </a:tc>
                <a:tc>
                  <a:txBody>
                    <a:bodyPr/>
                    <a:lstStyle/>
                    <a:p>
                      <a:pPr marL="0" marR="0" algn="r">
                        <a:buNone/>
                      </a:pPr>
                      <a:r>
                        <a:rPr lang="en-US" sz="1000">
                          <a:effectLst/>
                        </a:rPr>
                        <a:t>7931</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56142" marR="56142" marT="0" marB="0" anchor="b"/>
                </a:tc>
                <a:tc>
                  <a:txBody>
                    <a:bodyPr/>
                    <a:lstStyle/>
                    <a:p>
                      <a:pPr marL="0" marR="0" algn="r">
                        <a:buNone/>
                      </a:pPr>
                      <a:r>
                        <a:rPr lang="en-US" sz="1000">
                          <a:effectLst/>
                        </a:rPr>
                        <a:t>7666</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56142" marR="56142" marT="0" marB="0" anchor="b"/>
                </a:tc>
                <a:tc>
                  <a:txBody>
                    <a:bodyPr/>
                    <a:lstStyle/>
                    <a:p>
                      <a:pPr marL="0" marR="0" algn="r">
                        <a:buNone/>
                      </a:pPr>
                      <a:r>
                        <a:rPr lang="en-US" sz="1000">
                          <a:effectLst/>
                        </a:rPr>
                        <a:t>09-Apr-26</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56142" marR="56142" marT="0" marB="0" anchor="b"/>
                </a:tc>
                <a:tc>
                  <a:txBody>
                    <a:bodyPr/>
                    <a:lstStyle/>
                    <a:p>
                      <a:pPr marL="0" marR="0" algn="r">
                        <a:buNone/>
                      </a:pPr>
                      <a:r>
                        <a:rPr lang="en-US" sz="1000">
                          <a:effectLst/>
                        </a:rPr>
                        <a:t>06-Apr-26</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56142" marR="56142" marT="0" marB="0" anchor="b"/>
                </a:tc>
                <a:tc>
                  <a:txBody>
                    <a:bodyPr/>
                    <a:lstStyle/>
                    <a:p>
                      <a:pPr marL="0" marR="0" algn="r">
                        <a:buNone/>
                      </a:pPr>
                      <a:r>
                        <a:rPr lang="en-US" sz="1000">
                          <a:effectLst/>
                        </a:rPr>
                        <a:t>15-Apr-26</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56142" marR="56142" marT="0" marB="0" anchor="b"/>
                </a:tc>
                <a:tc>
                  <a:txBody>
                    <a:bodyPr/>
                    <a:lstStyle/>
                    <a:p>
                      <a:pPr marL="0" marR="0" algn="r">
                        <a:buNone/>
                      </a:pPr>
                      <a:r>
                        <a:rPr lang="en-US" sz="1000">
                          <a:effectLst/>
                        </a:rPr>
                        <a:t>2355</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56142" marR="56142" marT="0" marB="0" anchor="b"/>
                </a:tc>
                <a:tc>
                  <a:txBody>
                    <a:bodyPr/>
                    <a:lstStyle/>
                    <a:p>
                      <a:pPr marL="0" marR="0" algn="r">
                        <a:buNone/>
                      </a:pPr>
                      <a:r>
                        <a:rPr lang="en-US" sz="1000">
                          <a:effectLst/>
                        </a:rPr>
                        <a:t>1465</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56142" marR="56142" marT="0" marB="0" anchor="b"/>
                </a:tc>
                <a:tc>
                  <a:txBody>
                    <a:bodyPr/>
                    <a:lstStyle/>
                    <a:p>
                      <a:pPr marL="0" marR="0" algn="r">
                        <a:buNone/>
                      </a:pPr>
                      <a:r>
                        <a:rPr lang="en-US" sz="1000">
                          <a:effectLst/>
                        </a:rPr>
                        <a:t>373</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56142" marR="56142" marT="0" marB="0" anchor="b"/>
                </a:tc>
                <a:tc>
                  <a:txBody>
                    <a:bodyPr/>
                    <a:lstStyle/>
                    <a:p>
                      <a:pPr marL="0" marR="0" algn="r">
                        <a:buNone/>
                      </a:pPr>
                      <a:r>
                        <a:rPr lang="en-US" sz="1000">
                          <a:effectLst/>
                        </a:rPr>
                        <a:t>0</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56142" marR="56142" marT="0" marB="0" anchor="b"/>
                </a:tc>
                <a:tc>
                  <a:txBody>
                    <a:bodyPr/>
                    <a:lstStyle/>
                    <a:p>
                      <a:pPr marL="0" marR="0" algn="r">
                        <a:buNone/>
                      </a:pPr>
                      <a:r>
                        <a:rPr lang="en-US" sz="1000">
                          <a:effectLst/>
                        </a:rPr>
                        <a:t>62%</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56142" marR="56142" marT="0" marB="0" anchor="b"/>
                </a:tc>
                <a:extLst>
                  <a:ext uri="{0D108BD9-81ED-4DB2-BD59-A6C34878D82A}">
                    <a16:rowId xmlns:a16="http://schemas.microsoft.com/office/drawing/2014/main" val="2798317384"/>
                  </a:ext>
                </a:extLst>
              </a:tr>
              <a:tr h="670317">
                <a:tc>
                  <a:txBody>
                    <a:bodyPr/>
                    <a:lstStyle/>
                    <a:p>
                      <a:pPr marL="0" marR="0">
                        <a:buNone/>
                      </a:pPr>
                      <a:r>
                        <a:rPr lang="en-US" sz="1000" dirty="0">
                          <a:effectLst/>
                        </a:rPr>
                        <a:t>KARNATAKA</a:t>
                      </a:r>
                      <a:endParaRPr lang="en-US" sz="1000" dirty="0">
                        <a:effectLst/>
                        <a:latin typeface="Aptos" panose="020B0004020202020204" pitchFamily="34" charset="0"/>
                        <a:ea typeface="Aptos" panose="020B0004020202020204" pitchFamily="34" charset="0"/>
                        <a:cs typeface="Aptos" panose="020B0004020202020204" pitchFamily="34" charset="0"/>
                      </a:endParaRPr>
                    </a:p>
                  </a:txBody>
                  <a:tcPr marL="56142" marR="56142" marT="0" marB="0" anchor="b"/>
                </a:tc>
                <a:tc>
                  <a:txBody>
                    <a:bodyPr/>
                    <a:lstStyle/>
                    <a:p>
                      <a:pPr marL="0" marR="0">
                        <a:buNone/>
                      </a:pPr>
                      <a:r>
                        <a:rPr lang="en-US" sz="1000">
                          <a:effectLst/>
                        </a:rPr>
                        <a:t>BANGALORE</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56142" marR="56142" marT="0" marB="0" anchor="b"/>
                </a:tc>
                <a:tc>
                  <a:txBody>
                    <a:bodyPr/>
                    <a:lstStyle/>
                    <a:p>
                      <a:pPr marL="0" marR="0">
                        <a:buNone/>
                      </a:pPr>
                      <a:r>
                        <a:rPr lang="en-US" sz="1000">
                          <a:effectLst/>
                        </a:rPr>
                        <a:t>SRI BALAJI AGENCIES - PR1</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56142" marR="56142" marT="0" marB="0" anchor="b"/>
                </a:tc>
                <a:tc>
                  <a:txBody>
                    <a:bodyPr/>
                    <a:lstStyle/>
                    <a:p>
                      <a:pPr marL="0" marR="0">
                        <a:buNone/>
                      </a:pPr>
                      <a:r>
                        <a:rPr lang="en-US" sz="1000">
                          <a:effectLst/>
                        </a:rPr>
                        <a:t>Billing</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56142" marR="56142" marT="0" marB="0" anchor="b"/>
                </a:tc>
                <a:tc>
                  <a:txBody>
                    <a:bodyPr/>
                    <a:lstStyle/>
                    <a:p>
                      <a:pPr marL="0" marR="0" algn="r">
                        <a:buNone/>
                      </a:pPr>
                      <a:r>
                        <a:rPr lang="en-US" sz="1000">
                          <a:effectLst/>
                        </a:rPr>
                        <a:t>06-Apr-26</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56142" marR="56142" marT="0" marB="0" anchor="b"/>
                </a:tc>
                <a:tc>
                  <a:txBody>
                    <a:bodyPr/>
                    <a:lstStyle/>
                    <a:p>
                      <a:pPr marL="0" marR="0" algn="r">
                        <a:buNone/>
                      </a:pPr>
                      <a:r>
                        <a:rPr lang="en-US" sz="1000">
                          <a:effectLst/>
                        </a:rPr>
                        <a:t>4131</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56142" marR="56142" marT="0" marB="0" anchor="b"/>
                </a:tc>
                <a:tc>
                  <a:txBody>
                    <a:bodyPr/>
                    <a:lstStyle/>
                    <a:p>
                      <a:pPr marL="0" marR="0" algn="r">
                        <a:buNone/>
                      </a:pPr>
                      <a:r>
                        <a:rPr lang="en-US" sz="1000">
                          <a:effectLst/>
                        </a:rPr>
                        <a:t>3666</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56142" marR="56142" marT="0" marB="0" anchor="b"/>
                </a:tc>
                <a:tc>
                  <a:txBody>
                    <a:bodyPr/>
                    <a:lstStyle/>
                    <a:p>
                      <a:pPr marL="0" marR="0" algn="r">
                        <a:buNone/>
                      </a:pPr>
                      <a:r>
                        <a:rPr lang="en-US" sz="1000">
                          <a:effectLst/>
                        </a:rPr>
                        <a:t>09-Apr-26</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56142" marR="56142" marT="0" marB="0" anchor="b"/>
                </a:tc>
                <a:tc>
                  <a:txBody>
                    <a:bodyPr/>
                    <a:lstStyle/>
                    <a:p>
                      <a:pPr marL="0" marR="0" algn="r">
                        <a:buNone/>
                      </a:pPr>
                      <a:r>
                        <a:rPr lang="en-US" sz="1000">
                          <a:effectLst/>
                        </a:rPr>
                        <a:t>06-Apr-26</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56142" marR="56142" marT="0" marB="0" anchor="b"/>
                </a:tc>
                <a:tc>
                  <a:txBody>
                    <a:bodyPr/>
                    <a:lstStyle/>
                    <a:p>
                      <a:pPr marL="0" marR="0" algn="r">
                        <a:buNone/>
                      </a:pPr>
                      <a:r>
                        <a:rPr lang="en-US" sz="1000">
                          <a:effectLst/>
                        </a:rPr>
                        <a:t>15-Apr-26</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56142" marR="56142" marT="0" marB="0" anchor="b"/>
                </a:tc>
                <a:tc>
                  <a:txBody>
                    <a:bodyPr/>
                    <a:lstStyle/>
                    <a:p>
                      <a:pPr marL="0" marR="0" algn="r">
                        <a:buNone/>
                      </a:pPr>
                      <a:r>
                        <a:rPr lang="en-US" sz="1000">
                          <a:effectLst/>
                        </a:rPr>
                        <a:t>1569</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56142" marR="56142" marT="0" marB="0" anchor="b"/>
                </a:tc>
                <a:tc>
                  <a:txBody>
                    <a:bodyPr/>
                    <a:lstStyle/>
                    <a:p>
                      <a:pPr marL="0" marR="0" algn="r">
                        <a:buNone/>
                      </a:pPr>
                      <a:r>
                        <a:rPr lang="en-US" sz="1000">
                          <a:effectLst/>
                        </a:rPr>
                        <a:t>864</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56142" marR="56142" marT="0" marB="0" anchor="b"/>
                </a:tc>
                <a:tc>
                  <a:txBody>
                    <a:bodyPr/>
                    <a:lstStyle/>
                    <a:p>
                      <a:pPr marL="0" marR="0" algn="r">
                        <a:buNone/>
                      </a:pPr>
                      <a:r>
                        <a:rPr lang="en-US" sz="1000">
                          <a:effectLst/>
                        </a:rPr>
                        <a:t>55</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56142" marR="56142" marT="0" marB="0" anchor="b"/>
                </a:tc>
                <a:tc>
                  <a:txBody>
                    <a:bodyPr/>
                    <a:lstStyle/>
                    <a:p>
                      <a:pPr marL="0" marR="0" algn="r">
                        <a:buNone/>
                      </a:pPr>
                      <a:r>
                        <a:rPr lang="en-US" sz="1000">
                          <a:effectLst/>
                        </a:rPr>
                        <a:t>45</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56142" marR="56142" marT="0" marB="0" anchor="b"/>
                </a:tc>
                <a:tc>
                  <a:txBody>
                    <a:bodyPr/>
                    <a:lstStyle/>
                    <a:p>
                      <a:pPr marL="0" marR="0" algn="r">
                        <a:buNone/>
                      </a:pPr>
                      <a:r>
                        <a:rPr lang="en-US" sz="1000">
                          <a:effectLst/>
                        </a:rPr>
                        <a:t>55%</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56142" marR="56142" marT="0" marB="0" anchor="b"/>
                </a:tc>
                <a:extLst>
                  <a:ext uri="{0D108BD9-81ED-4DB2-BD59-A6C34878D82A}">
                    <a16:rowId xmlns:a16="http://schemas.microsoft.com/office/drawing/2014/main" val="1115724695"/>
                  </a:ext>
                </a:extLst>
              </a:tr>
              <a:tr h="669941">
                <a:tc>
                  <a:txBody>
                    <a:bodyPr/>
                    <a:lstStyle/>
                    <a:p>
                      <a:pPr marL="0" marR="0">
                        <a:buNone/>
                      </a:pPr>
                      <a:r>
                        <a:rPr lang="en-US" sz="1000" dirty="0">
                          <a:effectLst/>
                        </a:rPr>
                        <a:t>TAMIL NADU</a:t>
                      </a:r>
                      <a:endParaRPr lang="en-US" sz="1000" dirty="0">
                        <a:effectLst/>
                        <a:latin typeface="Aptos" panose="020B0004020202020204" pitchFamily="34" charset="0"/>
                        <a:ea typeface="Aptos" panose="020B0004020202020204" pitchFamily="34" charset="0"/>
                        <a:cs typeface="Aptos" panose="020B0004020202020204" pitchFamily="34" charset="0"/>
                      </a:endParaRPr>
                    </a:p>
                  </a:txBody>
                  <a:tcPr marL="56142" marR="56142" marT="0" marB="0" anchor="b"/>
                </a:tc>
                <a:tc>
                  <a:txBody>
                    <a:bodyPr/>
                    <a:lstStyle/>
                    <a:p>
                      <a:pPr marL="0" marR="0">
                        <a:buNone/>
                      </a:pPr>
                      <a:r>
                        <a:rPr lang="en-US" sz="1000">
                          <a:effectLst/>
                        </a:rPr>
                        <a:t>CHENNAI</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56142" marR="56142" marT="0" marB="0" anchor="b"/>
                </a:tc>
                <a:tc>
                  <a:txBody>
                    <a:bodyPr/>
                    <a:lstStyle/>
                    <a:p>
                      <a:pPr marL="0" marR="0">
                        <a:buNone/>
                      </a:pPr>
                      <a:r>
                        <a:rPr lang="en-US" sz="1000">
                          <a:effectLst/>
                        </a:rPr>
                        <a:t>TN-GSM AGENCIES - BRA</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56142" marR="56142" marT="0" marB="0" anchor="b"/>
                </a:tc>
                <a:tc>
                  <a:txBody>
                    <a:bodyPr/>
                    <a:lstStyle/>
                    <a:p>
                      <a:pPr marL="0" marR="0">
                        <a:buNone/>
                      </a:pPr>
                      <a:r>
                        <a:rPr lang="en-US" sz="1000">
                          <a:effectLst/>
                        </a:rPr>
                        <a:t>Billing</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56142" marR="56142" marT="0" marB="0" anchor="b"/>
                </a:tc>
                <a:tc>
                  <a:txBody>
                    <a:bodyPr/>
                    <a:lstStyle/>
                    <a:p>
                      <a:pPr marL="0" marR="0" algn="r">
                        <a:buNone/>
                      </a:pPr>
                      <a:r>
                        <a:rPr lang="en-US" sz="1000">
                          <a:effectLst/>
                        </a:rPr>
                        <a:t>08-Apr-26</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56142" marR="56142" marT="0" marB="0" anchor="b"/>
                </a:tc>
                <a:tc>
                  <a:txBody>
                    <a:bodyPr/>
                    <a:lstStyle/>
                    <a:p>
                      <a:pPr marL="0" marR="0" algn="r">
                        <a:buNone/>
                      </a:pPr>
                      <a:r>
                        <a:rPr lang="en-US" sz="1000">
                          <a:effectLst/>
                        </a:rPr>
                        <a:t>6198</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56142" marR="56142" marT="0" marB="0" anchor="b"/>
                </a:tc>
                <a:tc>
                  <a:txBody>
                    <a:bodyPr/>
                    <a:lstStyle/>
                    <a:p>
                      <a:pPr marL="0" marR="0" algn="r">
                        <a:buNone/>
                      </a:pPr>
                      <a:r>
                        <a:rPr lang="en-US" sz="1000">
                          <a:effectLst/>
                        </a:rPr>
                        <a:t>6136</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56142" marR="56142" marT="0" marB="0" anchor="b"/>
                </a:tc>
                <a:tc>
                  <a:txBody>
                    <a:bodyPr/>
                    <a:lstStyle/>
                    <a:p>
                      <a:pPr marL="0" marR="0" algn="r">
                        <a:buNone/>
                      </a:pPr>
                      <a:r>
                        <a:rPr lang="en-US" sz="1000">
                          <a:effectLst/>
                        </a:rPr>
                        <a:t>10-Apr-26</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56142" marR="56142" marT="0" marB="0" anchor="b"/>
                </a:tc>
                <a:tc>
                  <a:txBody>
                    <a:bodyPr/>
                    <a:lstStyle/>
                    <a:p>
                      <a:pPr marL="0" marR="0" algn="r">
                        <a:buNone/>
                      </a:pPr>
                      <a:r>
                        <a:rPr lang="en-US" sz="1000">
                          <a:effectLst/>
                        </a:rPr>
                        <a:t>08-Apr-26</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56142" marR="56142" marT="0" marB="0" anchor="b"/>
                </a:tc>
                <a:tc>
                  <a:txBody>
                    <a:bodyPr/>
                    <a:lstStyle/>
                    <a:p>
                      <a:pPr marL="0" marR="0" algn="r">
                        <a:buNone/>
                      </a:pPr>
                      <a:r>
                        <a:rPr lang="en-US" sz="1000">
                          <a:effectLst/>
                        </a:rPr>
                        <a:t>15-Apr-26</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56142" marR="56142" marT="0" marB="0" anchor="b"/>
                </a:tc>
                <a:tc>
                  <a:txBody>
                    <a:bodyPr/>
                    <a:lstStyle/>
                    <a:p>
                      <a:pPr marL="0" marR="0" algn="r">
                        <a:buNone/>
                      </a:pPr>
                      <a:r>
                        <a:rPr lang="en-US" sz="1000">
                          <a:effectLst/>
                        </a:rPr>
                        <a:t>1502</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56142" marR="56142" marT="0" marB="0" anchor="b"/>
                </a:tc>
                <a:tc>
                  <a:txBody>
                    <a:bodyPr/>
                    <a:lstStyle/>
                    <a:p>
                      <a:pPr marL="0" marR="0" algn="r">
                        <a:buNone/>
                      </a:pPr>
                      <a:r>
                        <a:rPr lang="en-US" sz="1000">
                          <a:effectLst/>
                        </a:rPr>
                        <a:t>897</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56142" marR="56142" marT="0" marB="0" anchor="b"/>
                </a:tc>
                <a:tc>
                  <a:txBody>
                    <a:bodyPr/>
                    <a:lstStyle/>
                    <a:p>
                      <a:pPr marL="0" marR="0" algn="r">
                        <a:buNone/>
                      </a:pPr>
                      <a:r>
                        <a:rPr lang="en-US" sz="1000">
                          <a:effectLst/>
                        </a:rPr>
                        <a:t>343</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56142" marR="56142" marT="0" marB="0" anchor="b"/>
                </a:tc>
                <a:tc>
                  <a:txBody>
                    <a:bodyPr/>
                    <a:lstStyle/>
                    <a:p>
                      <a:pPr marL="0" marR="0" algn="r">
                        <a:buNone/>
                      </a:pPr>
                      <a:r>
                        <a:rPr lang="en-US" sz="1000">
                          <a:effectLst/>
                        </a:rPr>
                        <a:t>0</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56142" marR="56142" marT="0" marB="0" anchor="b"/>
                </a:tc>
                <a:tc>
                  <a:txBody>
                    <a:bodyPr/>
                    <a:lstStyle/>
                    <a:p>
                      <a:pPr marL="0" marR="0" algn="r">
                        <a:buNone/>
                      </a:pPr>
                      <a:r>
                        <a:rPr lang="en-US" sz="1000" dirty="0">
                          <a:effectLst/>
                        </a:rPr>
                        <a:t>60%</a:t>
                      </a:r>
                      <a:endParaRPr lang="en-US" sz="1000" dirty="0">
                        <a:effectLst/>
                        <a:latin typeface="Aptos" panose="020B0004020202020204" pitchFamily="34" charset="0"/>
                        <a:ea typeface="Aptos" panose="020B0004020202020204" pitchFamily="34" charset="0"/>
                        <a:cs typeface="Aptos" panose="020B0004020202020204" pitchFamily="34" charset="0"/>
                      </a:endParaRPr>
                    </a:p>
                  </a:txBody>
                  <a:tcPr marL="56142" marR="56142" marT="0" marB="0" anchor="b"/>
                </a:tc>
                <a:extLst>
                  <a:ext uri="{0D108BD9-81ED-4DB2-BD59-A6C34878D82A}">
                    <a16:rowId xmlns:a16="http://schemas.microsoft.com/office/drawing/2014/main" val="3083248078"/>
                  </a:ext>
                </a:extLst>
              </a:tr>
            </a:tbl>
          </a:graphicData>
        </a:graphic>
      </p:graphicFrame>
    </p:spTree>
    <p:extLst>
      <p:ext uri="{BB962C8B-B14F-4D97-AF65-F5344CB8AC3E}">
        <p14:creationId xmlns:p14="http://schemas.microsoft.com/office/powerpoint/2010/main" val="17001332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8B8D3-1BD4-A61E-C153-A7584C97F346}"/>
              </a:ext>
            </a:extLst>
          </p:cNvPr>
          <p:cNvSpPr>
            <a:spLocks noGrp="1"/>
          </p:cNvSpPr>
          <p:nvPr>
            <p:ph type="title"/>
          </p:nvPr>
        </p:nvSpPr>
        <p:spPr/>
        <p:txBody>
          <a:bodyPr/>
          <a:lstStyle/>
          <a:p>
            <a:endParaRPr lang="en-US"/>
          </a:p>
        </p:txBody>
      </p:sp>
      <p:graphicFrame>
        <p:nvGraphicFramePr>
          <p:cNvPr id="3" name="Table 2">
            <a:extLst>
              <a:ext uri="{FF2B5EF4-FFF2-40B4-BE49-F238E27FC236}">
                <a16:creationId xmlns:a16="http://schemas.microsoft.com/office/drawing/2014/main" id="{CC778537-48FE-4081-8186-55BC64BC8E39}"/>
              </a:ext>
            </a:extLst>
          </p:cNvPr>
          <p:cNvGraphicFramePr>
            <a:graphicFrameLocks noGrp="1"/>
          </p:cNvGraphicFramePr>
          <p:nvPr>
            <p:extLst>
              <p:ext uri="{D42A27DB-BD31-4B8C-83A1-F6EECF244321}">
                <p14:modId xmlns:p14="http://schemas.microsoft.com/office/powerpoint/2010/main" val="836364764"/>
              </p:ext>
            </p:extLst>
          </p:nvPr>
        </p:nvGraphicFramePr>
        <p:xfrm>
          <a:off x="325678" y="1252603"/>
          <a:ext cx="11548998" cy="8991600"/>
        </p:xfrm>
        <a:graphic>
          <a:graphicData uri="http://schemas.openxmlformats.org/drawingml/2006/table">
            <a:tbl>
              <a:tblPr firstRow="1" firstCol="1" bandRow="1">
                <a:tableStyleId>{5C22544A-7EE6-4342-B048-85BDC9FD1C3A}</a:tableStyleId>
              </a:tblPr>
              <a:tblGrid>
                <a:gridCol w="574772">
                  <a:extLst>
                    <a:ext uri="{9D8B030D-6E8A-4147-A177-3AD203B41FA5}">
                      <a16:colId xmlns:a16="http://schemas.microsoft.com/office/drawing/2014/main" val="1564658157"/>
                    </a:ext>
                  </a:extLst>
                </a:gridCol>
                <a:gridCol w="512056">
                  <a:extLst>
                    <a:ext uri="{9D8B030D-6E8A-4147-A177-3AD203B41FA5}">
                      <a16:colId xmlns:a16="http://schemas.microsoft.com/office/drawing/2014/main" val="1943484057"/>
                    </a:ext>
                  </a:extLst>
                </a:gridCol>
                <a:gridCol w="879757">
                  <a:extLst>
                    <a:ext uri="{9D8B030D-6E8A-4147-A177-3AD203B41FA5}">
                      <a16:colId xmlns:a16="http://schemas.microsoft.com/office/drawing/2014/main" val="626082135"/>
                    </a:ext>
                  </a:extLst>
                </a:gridCol>
                <a:gridCol w="456791">
                  <a:extLst>
                    <a:ext uri="{9D8B030D-6E8A-4147-A177-3AD203B41FA5}">
                      <a16:colId xmlns:a16="http://schemas.microsoft.com/office/drawing/2014/main" val="1931750068"/>
                    </a:ext>
                  </a:extLst>
                </a:gridCol>
                <a:gridCol w="488728">
                  <a:extLst>
                    <a:ext uri="{9D8B030D-6E8A-4147-A177-3AD203B41FA5}">
                      <a16:colId xmlns:a16="http://schemas.microsoft.com/office/drawing/2014/main" val="3725042050"/>
                    </a:ext>
                  </a:extLst>
                </a:gridCol>
                <a:gridCol w="447046">
                  <a:extLst>
                    <a:ext uri="{9D8B030D-6E8A-4147-A177-3AD203B41FA5}">
                      <a16:colId xmlns:a16="http://schemas.microsoft.com/office/drawing/2014/main" val="3509004710"/>
                    </a:ext>
                  </a:extLst>
                </a:gridCol>
                <a:gridCol w="222949">
                  <a:extLst>
                    <a:ext uri="{9D8B030D-6E8A-4147-A177-3AD203B41FA5}">
                      <a16:colId xmlns:a16="http://schemas.microsoft.com/office/drawing/2014/main" val="2069646439"/>
                    </a:ext>
                  </a:extLst>
                </a:gridCol>
                <a:gridCol w="387771">
                  <a:extLst>
                    <a:ext uri="{9D8B030D-6E8A-4147-A177-3AD203B41FA5}">
                      <a16:colId xmlns:a16="http://schemas.microsoft.com/office/drawing/2014/main" val="2834768657"/>
                    </a:ext>
                  </a:extLst>
                </a:gridCol>
                <a:gridCol w="493701">
                  <a:extLst>
                    <a:ext uri="{9D8B030D-6E8A-4147-A177-3AD203B41FA5}">
                      <a16:colId xmlns:a16="http://schemas.microsoft.com/office/drawing/2014/main" val="1477272050"/>
                    </a:ext>
                  </a:extLst>
                </a:gridCol>
                <a:gridCol w="450487">
                  <a:extLst>
                    <a:ext uri="{9D8B030D-6E8A-4147-A177-3AD203B41FA5}">
                      <a16:colId xmlns:a16="http://schemas.microsoft.com/office/drawing/2014/main" val="1290128194"/>
                    </a:ext>
                  </a:extLst>
                </a:gridCol>
                <a:gridCol w="468460">
                  <a:extLst>
                    <a:ext uri="{9D8B030D-6E8A-4147-A177-3AD203B41FA5}">
                      <a16:colId xmlns:a16="http://schemas.microsoft.com/office/drawing/2014/main" val="835278532"/>
                    </a:ext>
                  </a:extLst>
                </a:gridCol>
                <a:gridCol w="487964">
                  <a:extLst>
                    <a:ext uri="{9D8B030D-6E8A-4147-A177-3AD203B41FA5}">
                      <a16:colId xmlns:a16="http://schemas.microsoft.com/office/drawing/2014/main" val="1878594122"/>
                    </a:ext>
                  </a:extLst>
                </a:gridCol>
                <a:gridCol w="450869">
                  <a:extLst>
                    <a:ext uri="{9D8B030D-6E8A-4147-A177-3AD203B41FA5}">
                      <a16:colId xmlns:a16="http://schemas.microsoft.com/office/drawing/2014/main" val="3500005667"/>
                    </a:ext>
                  </a:extLst>
                </a:gridCol>
                <a:gridCol w="361767">
                  <a:extLst>
                    <a:ext uri="{9D8B030D-6E8A-4147-A177-3AD203B41FA5}">
                      <a16:colId xmlns:a16="http://schemas.microsoft.com/office/drawing/2014/main" val="1689648231"/>
                    </a:ext>
                  </a:extLst>
                </a:gridCol>
                <a:gridCol w="361767">
                  <a:extLst>
                    <a:ext uri="{9D8B030D-6E8A-4147-A177-3AD203B41FA5}">
                      <a16:colId xmlns:a16="http://schemas.microsoft.com/office/drawing/2014/main" val="1275735029"/>
                    </a:ext>
                  </a:extLst>
                </a:gridCol>
                <a:gridCol w="356031">
                  <a:extLst>
                    <a:ext uri="{9D8B030D-6E8A-4147-A177-3AD203B41FA5}">
                      <a16:colId xmlns:a16="http://schemas.microsoft.com/office/drawing/2014/main" val="785889909"/>
                    </a:ext>
                  </a:extLst>
                </a:gridCol>
                <a:gridCol w="361767">
                  <a:extLst>
                    <a:ext uri="{9D8B030D-6E8A-4147-A177-3AD203B41FA5}">
                      <a16:colId xmlns:a16="http://schemas.microsoft.com/office/drawing/2014/main" val="2341344738"/>
                    </a:ext>
                  </a:extLst>
                </a:gridCol>
                <a:gridCol w="381270">
                  <a:extLst>
                    <a:ext uri="{9D8B030D-6E8A-4147-A177-3AD203B41FA5}">
                      <a16:colId xmlns:a16="http://schemas.microsoft.com/office/drawing/2014/main" val="3704647632"/>
                    </a:ext>
                  </a:extLst>
                </a:gridCol>
                <a:gridCol w="361767">
                  <a:extLst>
                    <a:ext uri="{9D8B030D-6E8A-4147-A177-3AD203B41FA5}">
                      <a16:colId xmlns:a16="http://schemas.microsoft.com/office/drawing/2014/main" val="3902829610"/>
                    </a:ext>
                  </a:extLst>
                </a:gridCol>
                <a:gridCol w="373240">
                  <a:extLst>
                    <a:ext uri="{9D8B030D-6E8A-4147-A177-3AD203B41FA5}">
                      <a16:colId xmlns:a16="http://schemas.microsoft.com/office/drawing/2014/main" val="1176549703"/>
                    </a:ext>
                  </a:extLst>
                </a:gridCol>
                <a:gridCol w="356031">
                  <a:extLst>
                    <a:ext uri="{9D8B030D-6E8A-4147-A177-3AD203B41FA5}">
                      <a16:colId xmlns:a16="http://schemas.microsoft.com/office/drawing/2014/main" val="3513782735"/>
                    </a:ext>
                  </a:extLst>
                </a:gridCol>
                <a:gridCol w="379357">
                  <a:extLst>
                    <a:ext uri="{9D8B030D-6E8A-4147-A177-3AD203B41FA5}">
                      <a16:colId xmlns:a16="http://schemas.microsoft.com/office/drawing/2014/main" val="232756907"/>
                    </a:ext>
                  </a:extLst>
                </a:gridCol>
                <a:gridCol w="373240">
                  <a:extLst>
                    <a:ext uri="{9D8B030D-6E8A-4147-A177-3AD203B41FA5}">
                      <a16:colId xmlns:a16="http://schemas.microsoft.com/office/drawing/2014/main" val="4027704430"/>
                    </a:ext>
                  </a:extLst>
                </a:gridCol>
                <a:gridCol w="286813">
                  <a:extLst>
                    <a:ext uri="{9D8B030D-6E8A-4147-A177-3AD203B41FA5}">
                      <a16:colId xmlns:a16="http://schemas.microsoft.com/office/drawing/2014/main" val="2162355365"/>
                    </a:ext>
                  </a:extLst>
                </a:gridCol>
                <a:gridCol w="1274597">
                  <a:extLst>
                    <a:ext uri="{9D8B030D-6E8A-4147-A177-3AD203B41FA5}">
                      <a16:colId xmlns:a16="http://schemas.microsoft.com/office/drawing/2014/main" val="836257800"/>
                    </a:ext>
                  </a:extLst>
                </a:gridCol>
              </a:tblGrid>
              <a:tr h="957980">
                <a:tc>
                  <a:txBody>
                    <a:bodyPr/>
                    <a:lstStyle/>
                    <a:p>
                      <a:pPr marL="0" marR="0" algn="ctr">
                        <a:buNone/>
                      </a:pPr>
                      <a:r>
                        <a:rPr lang="en-US" sz="1000" dirty="0">
                          <a:effectLst/>
                        </a:rPr>
                        <a:t>State</a:t>
                      </a:r>
                      <a:endParaRPr lang="en-US" sz="1000" dirty="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lgn="ctr">
                        <a:buNone/>
                      </a:pPr>
                      <a:r>
                        <a:rPr lang="en-US" sz="1000">
                          <a:effectLst/>
                        </a:rPr>
                        <a:t>City</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lgn="ctr">
                        <a:buNone/>
                      </a:pPr>
                      <a:r>
                        <a:rPr lang="en-US" sz="1000" dirty="0">
                          <a:effectLst/>
                        </a:rPr>
                        <a:t>CP Name</a:t>
                      </a:r>
                      <a:endParaRPr lang="en-US" sz="1000" dirty="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lgn="ctr">
                        <a:buNone/>
                      </a:pPr>
                      <a:r>
                        <a:rPr lang="en-US" sz="1000" dirty="0">
                          <a:effectLst/>
                        </a:rPr>
                        <a:t>Current Status</a:t>
                      </a:r>
                      <a:endParaRPr lang="en-US" sz="1000" dirty="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lgn="ctr">
                        <a:buNone/>
                      </a:pPr>
                      <a:r>
                        <a:rPr lang="en-US" sz="1000" dirty="0">
                          <a:effectLst/>
                        </a:rPr>
                        <a:t>Planned Rollout Date</a:t>
                      </a:r>
                      <a:endParaRPr lang="en-US" sz="1000" dirty="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lgn="ctr">
                        <a:buNone/>
                      </a:pPr>
                      <a:r>
                        <a:rPr lang="en-US" sz="1000" dirty="0">
                          <a:effectLst/>
                        </a:rPr>
                        <a:t>Actual Rollout</a:t>
                      </a:r>
                      <a:endParaRPr lang="en-US" sz="1000" dirty="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lgn="ctr">
                        <a:buNone/>
                      </a:pPr>
                      <a:r>
                        <a:rPr lang="en-US" sz="1000">
                          <a:effectLst/>
                        </a:rPr>
                        <a:t>Total Stock as per Shoper</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lgn="ctr">
                        <a:buNone/>
                      </a:pPr>
                      <a:r>
                        <a:rPr lang="en-US" sz="1000">
                          <a:effectLst/>
                        </a:rPr>
                        <a:t>Total Stock Scanned</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lgn="ctr">
                        <a:buNone/>
                      </a:pPr>
                      <a:r>
                        <a:rPr lang="en-US" sz="1000">
                          <a:effectLst/>
                        </a:rPr>
                        <a:t>% Audit Completion</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lgn="ctr">
                        <a:buNone/>
                      </a:pPr>
                      <a:r>
                        <a:rPr lang="en-US" sz="1000">
                          <a:effectLst/>
                        </a:rPr>
                        <a:t>Stock Difference between Shoper and BOLT</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lgn="ctr">
                        <a:buNone/>
                      </a:pPr>
                      <a:r>
                        <a:rPr lang="en-US" sz="1000">
                          <a:effectLst/>
                        </a:rPr>
                        <a:t>Stock Approval Date</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lgn="ctr">
                        <a:buNone/>
                      </a:pPr>
                      <a:r>
                        <a:rPr lang="en-US" sz="1000">
                          <a:effectLst/>
                        </a:rPr>
                        <a:t>SFA Activated on</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lgn="ctr">
                        <a:buNone/>
                      </a:pPr>
                      <a:r>
                        <a:rPr lang="en-US" sz="1000">
                          <a:effectLst/>
                        </a:rPr>
                        <a:t>1st ARS Order Generated</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lgn="ctr">
                        <a:buNone/>
                      </a:pPr>
                      <a:r>
                        <a:rPr lang="en-US" sz="1000">
                          <a:effectLst/>
                        </a:rPr>
                        <a:t>Average per day order in Pcs </a:t>
                      </a:r>
                      <a:br>
                        <a:rPr lang="en-US" sz="1000">
                          <a:effectLst/>
                        </a:rPr>
                      </a:br>
                      <a:r>
                        <a:rPr lang="en-US" sz="1000">
                          <a:effectLst/>
                        </a:rPr>
                        <a:t>(LY M1)</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lgn="ctr">
                        <a:buNone/>
                      </a:pPr>
                      <a:r>
                        <a:rPr lang="en-US" sz="1000">
                          <a:effectLst/>
                        </a:rPr>
                        <a:t>Average per day billing in Pcs </a:t>
                      </a:r>
                      <a:br>
                        <a:rPr lang="en-US" sz="1000">
                          <a:effectLst/>
                        </a:rPr>
                      </a:br>
                      <a:r>
                        <a:rPr lang="en-US" sz="1000">
                          <a:effectLst/>
                        </a:rPr>
                        <a:t>(LY M1)</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lgn="ctr">
                        <a:buNone/>
                      </a:pPr>
                      <a:r>
                        <a:rPr lang="en-US" sz="1000">
                          <a:effectLst/>
                        </a:rPr>
                        <a:t>Sec Order Till Date in PCs </a:t>
                      </a:r>
                      <a:br>
                        <a:rPr lang="en-US" sz="1000">
                          <a:effectLst/>
                        </a:rPr>
                      </a:br>
                      <a:r>
                        <a:rPr lang="en-US" sz="1000">
                          <a:effectLst/>
                        </a:rPr>
                        <a:t>(BOLT + FA)</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lgn="ctr">
                        <a:buNone/>
                      </a:pPr>
                      <a:r>
                        <a:rPr lang="en-US" sz="1000">
                          <a:effectLst/>
                        </a:rPr>
                        <a:t>Average per day CY</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lgn="ctr">
                        <a:buNone/>
                      </a:pPr>
                      <a:r>
                        <a:rPr lang="en-US" sz="1000">
                          <a:effectLst/>
                        </a:rPr>
                        <a:t>PCs Invoiced till date </a:t>
                      </a:r>
                      <a:br>
                        <a:rPr lang="en-US" sz="1000">
                          <a:effectLst/>
                        </a:rPr>
                      </a:br>
                      <a:r>
                        <a:rPr lang="en-US" sz="1000">
                          <a:effectLst/>
                        </a:rPr>
                        <a:t>(BOLT + Shoper)</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lgn="ctr">
                        <a:buNone/>
                      </a:pPr>
                      <a:r>
                        <a:rPr lang="en-US" sz="1000">
                          <a:effectLst/>
                        </a:rPr>
                        <a:t>Average per day CY</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lgn="ctr">
                        <a:buNone/>
                      </a:pPr>
                      <a:r>
                        <a:rPr lang="en-US" sz="1000">
                          <a:effectLst/>
                        </a:rPr>
                        <a:t>Count of invoices </a:t>
                      </a:r>
                      <a:br>
                        <a:rPr lang="en-US" sz="1000">
                          <a:effectLst/>
                        </a:rPr>
                      </a:br>
                      <a:r>
                        <a:rPr lang="en-US" sz="1000">
                          <a:effectLst/>
                        </a:rPr>
                        <a:t>(BOLT + Shoper)</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lgn="ctr">
                        <a:buNone/>
                      </a:pPr>
                      <a:r>
                        <a:rPr lang="en-US" sz="1000">
                          <a:effectLst/>
                        </a:rPr>
                        <a:t>BOLT Sec Order 28-04-26 </a:t>
                      </a:r>
                      <a:br>
                        <a:rPr lang="en-US" sz="1000">
                          <a:effectLst/>
                        </a:rPr>
                      </a:br>
                      <a:r>
                        <a:rPr lang="en-US" sz="1000">
                          <a:effectLst/>
                        </a:rPr>
                        <a:t>(Total In PCs)</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lgn="ctr">
                        <a:buNone/>
                      </a:pPr>
                      <a:r>
                        <a:rPr lang="en-US" sz="1000">
                          <a:effectLst/>
                        </a:rPr>
                        <a:t>PCs invoiced on 28-04-26</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lgn="ctr">
                        <a:buNone/>
                      </a:pPr>
                      <a:r>
                        <a:rPr lang="en-US" sz="1000">
                          <a:effectLst/>
                        </a:rPr>
                        <a:t>Count of invoices on 28-04-26</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lgn="ctr">
                        <a:buNone/>
                      </a:pPr>
                      <a:r>
                        <a:rPr lang="en-US" sz="1000">
                          <a:effectLst/>
                        </a:rPr>
                        <a:t>Fill Rate</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lgn="ctr">
                        <a:buNone/>
                      </a:pPr>
                      <a:r>
                        <a:rPr lang="en-US" sz="1000">
                          <a:effectLst/>
                        </a:rPr>
                        <a:t>Remarks</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extLst>
                  <a:ext uri="{0D108BD9-81ED-4DB2-BD59-A6C34878D82A}">
                    <a16:rowId xmlns:a16="http://schemas.microsoft.com/office/drawing/2014/main" val="393726269"/>
                  </a:ext>
                </a:extLst>
              </a:tr>
              <a:tr h="957980">
                <a:tc>
                  <a:txBody>
                    <a:bodyPr/>
                    <a:lstStyle/>
                    <a:p>
                      <a:pPr marL="0" marR="0">
                        <a:buNone/>
                      </a:pPr>
                      <a:r>
                        <a:rPr lang="en-US" sz="1000">
                          <a:effectLst/>
                        </a:rPr>
                        <a:t>UTTAR PRADESH</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buNone/>
                      </a:pPr>
                      <a:r>
                        <a:rPr lang="en-US" sz="1000">
                          <a:effectLst/>
                        </a:rPr>
                        <a:t>LUCKNOW</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buNone/>
                      </a:pPr>
                      <a:r>
                        <a:rPr lang="en-US" sz="1000">
                          <a:effectLst/>
                        </a:rPr>
                        <a:t>KANT DISTRIBUTORS - SPW</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buNone/>
                      </a:pPr>
                      <a:r>
                        <a:rPr lang="en-US" sz="1000">
                          <a:effectLst/>
                        </a:rPr>
                        <a:t>Billing</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lgn="r">
                        <a:buNone/>
                      </a:pPr>
                      <a:r>
                        <a:rPr lang="en-US" sz="1000">
                          <a:effectLst/>
                        </a:rPr>
                        <a:t>06-Apr-26</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lgn="r">
                        <a:buNone/>
                      </a:pPr>
                      <a:r>
                        <a:rPr lang="en-US" sz="1000">
                          <a:effectLst/>
                        </a:rPr>
                        <a:t>06-Apr-26</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buNone/>
                      </a:pPr>
                      <a:r>
                        <a:rPr lang="en-US" sz="1000">
                          <a:effectLst/>
                        </a:rPr>
                        <a:t>        6,667 </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buNone/>
                      </a:pPr>
                      <a:r>
                        <a:rPr lang="en-US" sz="1000">
                          <a:effectLst/>
                        </a:rPr>
                        <a:t>        6,582 </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lgn="r">
                        <a:buNone/>
                      </a:pPr>
                      <a:r>
                        <a:rPr lang="en-US" sz="1000">
                          <a:effectLst/>
                        </a:rPr>
                        <a:t>99%</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buNone/>
                      </a:pPr>
                      <a:r>
                        <a:rPr lang="en-US" sz="1000">
                          <a:effectLst/>
                        </a:rPr>
                        <a:t>              85 </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lgn="r">
                        <a:buNone/>
                      </a:pPr>
                      <a:r>
                        <a:rPr lang="en-US" sz="1000">
                          <a:effectLst/>
                        </a:rPr>
                        <a:t>10-Apr-26</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lgn="r">
                        <a:buNone/>
                      </a:pPr>
                      <a:r>
                        <a:rPr lang="en-US" sz="1000">
                          <a:effectLst/>
                        </a:rPr>
                        <a:t>07-Apr-26</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lgn="r">
                        <a:buNone/>
                      </a:pPr>
                      <a:r>
                        <a:rPr lang="en-US" sz="1000">
                          <a:effectLst/>
                        </a:rPr>
                        <a:t>15-Apr-26</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lgn="r">
                        <a:buNone/>
                      </a:pPr>
                      <a:r>
                        <a:rPr lang="en-US" sz="1000">
                          <a:effectLst/>
                        </a:rPr>
                        <a:t>432</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lgn="r">
                        <a:buNone/>
                      </a:pPr>
                      <a:r>
                        <a:rPr lang="en-US" sz="1000">
                          <a:effectLst/>
                        </a:rPr>
                        <a:t>279</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buNone/>
                      </a:pPr>
                      <a:r>
                        <a:rPr lang="en-US" sz="1000">
                          <a:effectLst/>
                        </a:rPr>
                        <a:t>        5,134 </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buNone/>
                      </a:pPr>
                      <a:r>
                        <a:rPr lang="en-US" sz="1000">
                          <a:effectLst/>
                        </a:rPr>
                        <a:t>           205 </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buNone/>
                      </a:pPr>
                      <a:r>
                        <a:rPr lang="en-US" sz="1000">
                          <a:effectLst/>
                        </a:rPr>
                        <a:t>        3,298 </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buNone/>
                      </a:pPr>
                      <a:r>
                        <a:rPr lang="en-US" sz="1000">
                          <a:effectLst/>
                        </a:rPr>
                        <a:t>           150 </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buNone/>
                      </a:pPr>
                      <a:r>
                        <a:rPr lang="en-US" sz="1000">
                          <a:effectLst/>
                        </a:rPr>
                        <a:t>           129 </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buNone/>
                      </a:pPr>
                      <a:r>
                        <a:rPr lang="en-US" sz="1000">
                          <a:effectLst/>
                        </a:rPr>
                        <a:t>           468 </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buNone/>
                      </a:pPr>
                      <a:r>
                        <a:rPr lang="en-US" sz="1000">
                          <a:effectLst/>
                        </a:rPr>
                        <a:t>           349 </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buNone/>
                      </a:pPr>
                      <a:r>
                        <a:rPr lang="en-US" sz="1000">
                          <a:effectLst/>
                        </a:rPr>
                        <a:t>              14 </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lgn="r">
                        <a:buNone/>
                      </a:pPr>
                      <a:r>
                        <a:rPr lang="en-US" sz="1000">
                          <a:effectLst/>
                        </a:rPr>
                        <a:t>64%</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buNone/>
                      </a:pPr>
                      <a:r>
                        <a:rPr lang="en-US" sz="1000">
                          <a:effectLst/>
                        </a:rPr>
                        <a:t>Outlet cancelled the order in 1 UID and ordered in another UID.</a:t>
                      </a:r>
                      <a:br>
                        <a:rPr lang="en-US" sz="1000">
                          <a:effectLst/>
                        </a:rPr>
                      </a:br>
                      <a:r>
                        <a:rPr lang="en-US" sz="1000">
                          <a:effectLst/>
                        </a:rPr>
                        <a:t>Outlet refuse to take the material mfg in 2023 and 2024.</a:t>
                      </a:r>
                      <a:br>
                        <a:rPr lang="en-US" sz="1000">
                          <a:effectLst/>
                        </a:rPr>
                      </a:br>
                      <a:r>
                        <a:rPr lang="en-US" sz="1000">
                          <a:effectLst/>
                        </a:rPr>
                        <a:t>Payment issue from the market.</a:t>
                      </a:r>
                      <a:br>
                        <a:rPr lang="en-US" sz="1000">
                          <a:effectLst/>
                        </a:rPr>
                      </a:br>
                      <a:r>
                        <a:rPr lang="en-US" sz="1000">
                          <a:effectLst/>
                        </a:rPr>
                        <a:t>Manpower issue.</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extLst>
                  <a:ext uri="{0D108BD9-81ED-4DB2-BD59-A6C34878D82A}">
                    <a16:rowId xmlns:a16="http://schemas.microsoft.com/office/drawing/2014/main" val="3360910811"/>
                  </a:ext>
                </a:extLst>
              </a:tr>
              <a:tr h="957980">
                <a:tc>
                  <a:txBody>
                    <a:bodyPr/>
                    <a:lstStyle/>
                    <a:p>
                      <a:pPr marL="0" marR="0">
                        <a:buNone/>
                      </a:pPr>
                      <a:r>
                        <a:rPr lang="en-US" sz="1000">
                          <a:effectLst/>
                        </a:rPr>
                        <a:t>UTTAR PRADESH</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buNone/>
                      </a:pPr>
                      <a:r>
                        <a:rPr lang="en-US" sz="1000">
                          <a:effectLst/>
                        </a:rPr>
                        <a:t>LUCKNOW</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buNone/>
                      </a:pPr>
                      <a:r>
                        <a:rPr lang="en-US" sz="1000">
                          <a:effectLst/>
                        </a:rPr>
                        <a:t>M M DISTRIBUTORS - PR1</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buNone/>
                      </a:pPr>
                      <a:r>
                        <a:rPr lang="en-US" sz="1000">
                          <a:effectLst/>
                        </a:rPr>
                        <a:t>Billing</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lgn="r">
                        <a:buNone/>
                      </a:pPr>
                      <a:r>
                        <a:rPr lang="en-US" sz="1000">
                          <a:effectLst/>
                        </a:rPr>
                        <a:t>06-Apr-26</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lgn="r">
                        <a:buNone/>
                      </a:pPr>
                      <a:r>
                        <a:rPr lang="en-US" sz="1000">
                          <a:effectLst/>
                        </a:rPr>
                        <a:t>06-Apr-26</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buNone/>
                      </a:pPr>
                      <a:r>
                        <a:rPr lang="en-US" sz="1000">
                          <a:effectLst/>
                        </a:rPr>
                        <a:t>     18,474 </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buNone/>
                      </a:pPr>
                      <a:r>
                        <a:rPr lang="en-US" sz="1000">
                          <a:effectLst/>
                        </a:rPr>
                        <a:t>     17,085 </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lgn="r">
                        <a:buNone/>
                      </a:pPr>
                      <a:r>
                        <a:rPr lang="en-US" sz="1000">
                          <a:effectLst/>
                        </a:rPr>
                        <a:t>92%</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buNone/>
                      </a:pPr>
                      <a:r>
                        <a:rPr lang="en-US" sz="1000">
                          <a:effectLst/>
                        </a:rPr>
                        <a:t>        1,389 </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lgn="r">
                        <a:buNone/>
                      </a:pPr>
                      <a:r>
                        <a:rPr lang="en-US" sz="1000">
                          <a:effectLst/>
                        </a:rPr>
                        <a:t>10-Apr-26</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lgn="r">
                        <a:buNone/>
                      </a:pPr>
                      <a:r>
                        <a:rPr lang="en-US" sz="1000">
                          <a:effectLst/>
                        </a:rPr>
                        <a:t>07-Apr-26</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lgn="r">
                        <a:buNone/>
                      </a:pPr>
                      <a:r>
                        <a:rPr lang="en-US" sz="1000">
                          <a:effectLst/>
                        </a:rPr>
                        <a:t>14-Apr-26</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lgn="r">
                        <a:buNone/>
                      </a:pPr>
                      <a:r>
                        <a:rPr lang="en-US" sz="1000">
                          <a:effectLst/>
                        </a:rPr>
                        <a:t>891</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lgn="r">
                        <a:buNone/>
                      </a:pPr>
                      <a:r>
                        <a:rPr lang="en-US" sz="1000">
                          <a:effectLst/>
                        </a:rPr>
                        <a:t>434</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buNone/>
                      </a:pPr>
                      <a:r>
                        <a:rPr lang="en-US" sz="1000">
                          <a:effectLst/>
                        </a:rPr>
                        <a:t>     17,906 </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buNone/>
                      </a:pPr>
                      <a:r>
                        <a:rPr lang="en-US" sz="1000">
                          <a:effectLst/>
                        </a:rPr>
                        <a:t>           716 </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buNone/>
                      </a:pPr>
                      <a:r>
                        <a:rPr lang="en-US" sz="1000">
                          <a:effectLst/>
                        </a:rPr>
                        <a:t>     13,561 </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buNone/>
                      </a:pPr>
                      <a:r>
                        <a:rPr lang="en-US" sz="1000">
                          <a:effectLst/>
                        </a:rPr>
                        <a:t>           616 </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buNone/>
                      </a:pPr>
                      <a:r>
                        <a:rPr lang="en-US" sz="1000">
                          <a:effectLst/>
                        </a:rPr>
                        <a:t>           296 </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buNone/>
                      </a:pPr>
                      <a:r>
                        <a:rPr lang="en-US" sz="1000">
                          <a:effectLst/>
                        </a:rPr>
                        <a:t>        2,038 </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buNone/>
                      </a:pPr>
                      <a:r>
                        <a:rPr lang="en-US" sz="1000">
                          <a:effectLst/>
                        </a:rPr>
                        <a:t>        1,325 </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buNone/>
                      </a:pPr>
                      <a:r>
                        <a:rPr lang="en-US" sz="1000">
                          <a:effectLst/>
                        </a:rPr>
                        <a:t>              29 </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lgn="r">
                        <a:buNone/>
                      </a:pPr>
                      <a:r>
                        <a:rPr lang="en-US" sz="1000">
                          <a:effectLst/>
                        </a:rPr>
                        <a:t>76%</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buNone/>
                      </a:pPr>
                      <a:r>
                        <a:rPr lang="en-US" sz="1000">
                          <a:effectLst/>
                        </a:rPr>
                        <a:t>Wrong order taken.</a:t>
                      </a:r>
                      <a:br>
                        <a:rPr lang="en-US" sz="1000">
                          <a:effectLst/>
                        </a:rPr>
                      </a:br>
                      <a:r>
                        <a:rPr lang="en-US" sz="1000">
                          <a:effectLst/>
                        </a:rPr>
                        <a:t>Repeated orders, Outlet ask to cancel the pending orders, as it's not fulfilled due to material not received from PIL.</a:t>
                      </a:r>
                      <a:br>
                        <a:rPr lang="en-US" sz="1000">
                          <a:effectLst/>
                        </a:rPr>
                      </a:br>
                      <a:r>
                        <a:rPr lang="en-US" sz="1000">
                          <a:effectLst/>
                        </a:rPr>
                        <a:t>Payment issue from the market.</a:t>
                      </a:r>
                      <a:br>
                        <a:rPr lang="en-US" sz="1000">
                          <a:effectLst/>
                        </a:rPr>
                      </a:br>
                      <a:r>
                        <a:rPr lang="en-US" sz="1000">
                          <a:effectLst/>
                        </a:rPr>
                        <a:t>Billing Operator is on leave today.</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extLst>
                  <a:ext uri="{0D108BD9-81ED-4DB2-BD59-A6C34878D82A}">
                    <a16:rowId xmlns:a16="http://schemas.microsoft.com/office/drawing/2014/main" val="1622614346"/>
                  </a:ext>
                </a:extLst>
              </a:tr>
              <a:tr h="425769">
                <a:tc>
                  <a:txBody>
                    <a:bodyPr/>
                    <a:lstStyle/>
                    <a:p>
                      <a:pPr marL="0" marR="0">
                        <a:buNone/>
                      </a:pPr>
                      <a:r>
                        <a:rPr lang="en-US" sz="1000">
                          <a:effectLst/>
                        </a:rPr>
                        <a:t>KARNATAKA</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buNone/>
                      </a:pPr>
                      <a:r>
                        <a:rPr lang="en-US" sz="1000">
                          <a:effectLst/>
                        </a:rPr>
                        <a:t>BANGALORE</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buNone/>
                      </a:pPr>
                      <a:r>
                        <a:rPr lang="en-US" sz="1000">
                          <a:effectLst/>
                        </a:rPr>
                        <a:t>SRI BALAJI AGENCIES - BRA</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buNone/>
                      </a:pPr>
                      <a:r>
                        <a:rPr lang="en-US" sz="1000">
                          <a:effectLst/>
                        </a:rPr>
                        <a:t>Billing</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lgn="r">
                        <a:buNone/>
                      </a:pPr>
                      <a:r>
                        <a:rPr lang="en-US" sz="1000">
                          <a:effectLst/>
                        </a:rPr>
                        <a:t>06-Apr-26</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lgn="r">
                        <a:buNone/>
                      </a:pPr>
                      <a:r>
                        <a:rPr lang="en-US" sz="1000">
                          <a:effectLst/>
                        </a:rPr>
                        <a:t>06-Apr-26</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buNone/>
                      </a:pPr>
                      <a:r>
                        <a:rPr lang="en-US" sz="1000">
                          <a:effectLst/>
                        </a:rPr>
                        <a:t>        7,931 </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buNone/>
                      </a:pPr>
                      <a:r>
                        <a:rPr lang="en-US" sz="1000">
                          <a:effectLst/>
                        </a:rPr>
                        <a:t>        7,666 </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lgn="r">
                        <a:buNone/>
                      </a:pPr>
                      <a:r>
                        <a:rPr lang="en-US" sz="1000">
                          <a:effectLst/>
                        </a:rPr>
                        <a:t>97%</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buNone/>
                      </a:pPr>
                      <a:r>
                        <a:rPr lang="en-US" sz="1000">
                          <a:effectLst/>
                        </a:rPr>
                        <a:t>           265 </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lgn="r">
                        <a:buNone/>
                      </a:pPr>
                      <a:r>
                        <a:rPr lang="en-US" sz="1000">
                          <a:effectLst/>
                        </a:rPr>
                        <a:t>09-Apr-26</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lgn="r">
                        <a:buNone/>
                      </a:pPr>
                      <a:r>
                        <a:rPr lang="en-US" sz="1000">
                          <a:effectLst/>
                        </a:rPr>
                        <a:t>06-Apr-26</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lgn="r">
                        <a:buNone/>
                      </a:pPr>
                      <a:r>
                        <a:rPr lang="en-US" sz="1000">
                          <a:effectLst/>
                        </a:rPr>
                        <a:t>15-Apr-26</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lgn="r">
                        <a:buNone/>
                      </a:pPr>
                      <a:r>
                        <a:rPr lang="en-US" sz="1000">
                          <a:effectLst/>
                        </a:rPr>
                        <a:t>189</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lgn="r">
                        <a:buNone/>
                      </a:pPr>
                      <a:r>
                        <a:rPr lang="en-US" sz="1000">
                          <a:effectLst/>
                        </a:rPr>
                        <a:t>326</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buNone/>
                      </a:pPr>
                      <a:r>
                        <a:rPr lang="en-US" sz="1000">
                          <a:effectLst/>
                        </a:rPr>
                        <a:t>        4,356 </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buNone/>
                      </a:pPr>
                      <a:r>
                        <a:rPr lang="en-US" sz="1000">
                          <a:effectLst/>
                        </a:rPr>
                        <a:t>           174 </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buNone/>
                      </a:pPr>
                      <a:r>
                        <a:rPr lang="en-US" sz="1000">
                          <a:effectLst/>
                        </a:rPr>
                        <a:t>        3,638 </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buNone/>
                      </a:pPr>
                      <a:r>
                        <a:rPr lang="en-US" sz="1000">
                          <a:effectLst/>
                        </a:rPr>
                        <a:t>           158 </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buNone/>
                      </a:pPr>
                      <a:r>
                        <a:rPr lang="en-US" sz="1000">
                          <a:effectLst/>
                        </a:rPr>
                        <a:t>           120 </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buNone/>
                      </a:pPr>
                      <a:r>
                        <a:rPr lang="en-US" sz="1000">
                          <a:effectLst/>
                        </a:rPr>
                        <a:t>           285 </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buNone/>
                      </a:pPr>
                      <a:r>
                        <a:rPr lang="en-US" sz="1000">
                          <a:effectLst/>
                        </a:rPr>
                        <a:t>           264 </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buNone/>
                      </a:pPr>
                      <a:r>
                        <a:rPr lang="en-US" sz="1000">
                          <a:effectLst/>
                        </a:rPr>
                        <a:t>                8 </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lgn="r">
                        <a:buNone/>
                      </a:pPr>
                      <a:r>
                        <a:rPr lang="en-US" sz="1000">
                          <a:effectLst/>
                        </a:rPr>
                        <a:t>84%</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buNone/>
                      </a:pPr>
                      <a:r>
                        <a:rPr lang="en-US" sz="1000">
                          <a:effectLst/>
                        </a:rPr>
                        <a:t>All secondary billing has been completed for the day</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extLst>
                  <a:ext uri="{0D108BD9-81ED-4DB2-BD59-A6C34878D82A}">
                    <a16:rowId xmlns:a16="http://schemas.microsoft.com/office/drawing/2014/main" val="1736513597"/>
                  </a:ext>
                </a:extLst>
              </a:tr>
              <a:tr h="425769">
                <a:tc>
                  <a:txBody>
                    <a:bodyPr/>
                    <a:lstStyle/>
                    <a:p>
                      <a:pPr marL="0" marR="0">
                        <a:buNone/>
                      </a:pPr>
                      <a:r>
                        <a:rPr lang="en-US" sz="1000">
                          <a:effectLst/>
                        </a:rPr>
                        <a:t>KARNATAKA</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buNone/>
                      </a:pPr>
                      <a:r>
                        <a:rPr lang="en-US" sz="1000">
                          <a:effectLst/>
                        </a:rPr>
                        <a:t>BANGALORE</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buNone/>
                      </a:pPr>
                      <a:r>
                        <a:rPr lang="en-US" sz="1000">
                          <a:effectLst/>
                        </a:rPr>
                        <a:t>SRI BALAJI AGENCIES - PR1</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buNone/>
                      </a:pPr>
                      <a:r>
                        <a:rPr lang="en-US" sz="1000">
                          <a:effectLst/>
                        </a:rPr>
                        <a:t>Billing</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lgn="r">
                        <a:buNone/>
                      </a:pPr>
                      <a:r>
                        <a:rPr lang="en-US" sz="1000">
                          <a:effectLst/>
                        </a:rPr>
                        <a:t>06-Apr-26</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lgn="r">
                        <a:buNone/>
                      </a:pPr>
                      <a:r>
                        <a:rPr lang="en-US" sz="1000">
                          <a:effectLst/>
                        </a:rPr>
                        <a:t>06-Apr-26</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buNone/>
                      </a:pPr>
                      <a:r>
                        <a:rPr lang="en-US" sz="1000">
                          <a:effectLst/>
                        </a:rPr>
                        <a:t>        4,131 </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buNone/>
                      </a:pPr>
                      <a:r>
                        <a:rPr lang="en-US" sz="1000">
                          <a:effectLst/>
                        </a:rPr>
                        <a:t>        3,666 </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lgn="r">
                        <a:buNone/>
                      </a:pPr>
                      <a:r>
                        <a:rPr lang="en-US" sz="1000">
                          <a:effectLst/>
                        </a:rPr>
                        <a:t>89%</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buNone/>
                      </a:pPr>
                      <a:r>
                        <a:rPr lang="en-US" sz="1000">
                          <a:effectLst/>
                        </a:rPr>
                        <a:t>           465 </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lgn="r">
                        <a:buNone/>
                      </a:pPr>
                      <a:r>
                        <a:rPr lang="en-US" sz="1000">
                          <a:effectLst/>
                        </a:rPr>
                        <a:t>09-Apr-26</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lgn="r">
                        <a:buNone/>
                      </a:pPr>
                      <a:r>
                        <a:rPr lang="en-US" sz="1000">
                          <a:effectLst/>
                        </a:rPr>
                        <a:t>06-Apr-26</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lgn="r">
                        <a:buNone/>
                      </a:pPr>
                      <a:r>
                        <a:rPr lang="en-US" sz="1000">
                          <a:effectLst/>
                        </a:rPr>
                        <a:t>15-Apr-26</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lgn="r">
                        <a:buNone/>
                      </a:pPr>
                      <a:r>
                        <a:rPr lang="en-US" sz="1000">
                          <a:effectLst/>
                        </a:rPr>
                        <a:t>177</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lgn="r">
                        <a:buNone/>
                      </a:pPr>
                      <a:r>
                        <a:rPr lang="en-US" sz="1000">
                          <a:effectLst/>
                        </a:rPr>
                        <a:t>293</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buNone/>
                      </a:pPr>
                      <a:r>
                        <a:rPr lang="en-US" sz="1000">
                          <a:effectLst/>
                        </a:rPr>
                        <a:t>        2,477 </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buNone/>
                      </a:pPr>
                      <a:r>
                        <a:rPr lang="en-US" sz="1000">
                          <a:effectLst/>
                        </a:rPr>
                        <a:t>              99 </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buNone/>
                      </a:pPr>
                      <a:r>
                        <a:rPr lang="en-US" sz="1000">
                          <a:effectLst/>
                        </a:rPr>
                        <a:t>        2,187 </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buNone/>
                      </a:pPr>
                      <a:r>
                        <a:rPr lang="en-US" sz="1000">
                          <a:effectLst/>
                        </a:rPr>
                        <a:t>              95 </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buNone/>
                      </a:pPr>
                      <a:r>
                        <a:rPr lang="en-US" sz="1000">
                          <a:effectLst/>
                        </a:rPr>
                        <a:t>              54 </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buNone/>
                      </a:pPr>
                      <a:r>
                        <a:rPr lang="en-US" sz="1000">
                          <a:effectLst/>
                        </a:rPr>
                        <a:t>           252 </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buNone/>
                      </a:pPr>
                      <a:r>
                        <a:rPr lang="en-US" sz="1000">
                          <a:effectLst/>
                        </a:rPr>
                        <a:t>           154 </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buNone/>
                      </a:pPr>
                      <a:r>
                        <a:rPr lang="en-US" sz="1000">
                          <a:effectLst/>
                        </a:rPr>
                        <a:t>                5 </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lgn="r">
                        <a:buNone/>
                      </a:pPr>
                      <a:r>
                        <a:rPr lang="en-US" sz="1000">
                          <a:effectLst/>
                        </a:rPr>
                        <a:t>88%</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buNone/>
                      </a:pPr>
                      <a:r>
                        <a:rPr lang="en-US" sz="1000">
                          <a:effectLst/>
                        </a:rPr>
                        <a:t>Balance pending secondary order billing will happen tomorrow.</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extLst>
                  <a:ext uri="{0D108BD9-81ED-4DB2-BD59-A6C34878D82A}">
                    <a16:rowId xmlns:a16="http://schemas.microsoft.com/office/drawing/2014/main" val="379073959"/>
                  </a:ext>
                </a:extLst>
              </a:tr>
              <a:tr h="425769">
                <a:tc>
                  <a:txBody>
                    <a:bodyPr/>
                    <a:lstStyle/>
                    <a:p>
                      <a:pPr marL="0" marR="0">
                        <a:buNone/>
                      </a:pPr>
                      <a:r>
                        <a:rPr lang="en-US" sz="1000">
                          <a:effectLst/>
                        </a:rPr>
                        <a:t>TAMIL NADU</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buNone/>
                      </a:pPr>
                      <a:r>
                        <a:rPr lang="en-US" sz="1000">
                          <a:effectLst/>
                        </a:rPr>
                        <a:t>CHENNAI</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buNone/>
                      </a:pPr>
                      <a:r>
                        <a:rPr lang="en-US" sz="1000">
                          <a:effectLst/>
                        </a:rPr>
                        <a:t>TN-GSM AGENCIES - BRA</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buNone/>
                      </a:pPr>
                      <a:r>
                        <a:rPr lang="en-US" sz="1000">
                          <a:effectLst/>
                        </a:rPr>
                        <a:t>Billing</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lgn="r">
                        <a:buNone/>
                      </a:pPr>
                      <a:r>
                        <a:rPr lang="en-US" sz="1000">
                          <a:effectLst/>
                        </a:rPr>
                        <a:t>08-Apr-26</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lgn="r">
                        <a:buNone/>
                      </a:pPr>
                      <a:r>
                        <a:rPr lang="en-US" sz="1000">
                          <a:effectLst/>
                        </a:rPr>
                        <a:t>08-Apr-26</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buNone/>
                      </a:pPr>
                      <a:r>
                        <a:rPr lang="en-US" sz="1000">
                          <a:effectLst/>
                        </a:rPr>
                        <a:t>        6,198 </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buNone/>
                      </a:pPr>
                      <a:r>
                        <a:rPr lang="en-US" sz="1000">
                          <a:effectLst/>
                        </a:rPr>
                        <a:t>        6,136 </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lgn="r">
                        <a:buNone/>
                      </a:pPr>
                      <a:r>
                        <a:rPr lang="en-US" sz="1000">
                          <a:effectLst/>
                        </a:rPr>
                        <a:t>99%</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buNone/>
                      </a:pPr>
                      <a:r>
                        <a:rPr lang="en-US" sz="1000">
                          <a:effectLst/>
                        </a:rPr>
                        <a:t>              62 </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lgn="r">
                        <a:buNone/>
                      </a:pPr>
                      <a:r>
                        <a:rPr lang="en-US" sz="1000">
                          <a:effectLst/>
                        </a:rPr>
                        <a:t>10-Apr-26</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lgn="r">
                        <a:buNone/>
                      </a:pPr>
                      <a:r>
                        <a:rPr lang="en-US" sz="1000">
                          <a:effectLst/>
                        </a:rPr>
                        <a:t>08-Apr-26</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lgn="r">
                        <a:buNone/>
                      </a:pPr>
                      <a:r>
                        <a:rPr lang="en-US" sz="1000">
                          <a:effectLst/>
                        </a:rPr>
                        <a:t>15-Apr-26</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lgn="r">
                        <a:buNone/>
                      </a:pPr>
                      <a:r>
                        <a:rPr lang="en-US" sz="1000">
                          <a:effectLst/>
                        </a:rPr>
                        <a:t>195</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lgn="r">
                        <a:buNone/>
                      </a:pPr>
                      <a:r>
                        <a:rPr lang="en-US" sz="1000">
                          <a:effectLst/>
                        </a:rPr>
                        <a:t>133</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buNone/>
                      </a:pPr>
                      <a:r>
                        <a:rPr lang="en-US" sz="1000">
                          <a:effectLst/>
                        </a:rPr>
                        <a:t>        2,745 </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buNone/>
                      </a:pPr>
                      <a:r>
                        <a:rPr lang="en-US" sz="1000">
                          <a:effectLst/>
                        </a:rPr>
                        <a:t>           110 </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buNone/>
                      </a:pPr>
                      <a:r>
                        <a:rPr lang="en-US" sz="1000">
                          <a:effectLst/>
                        </a:rPr>
                        <a:t>        2,136 </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buNone/>
                      </a:pPr>
                      <a:r>
                        <a:rPr lang="en-US" sz="1000">
                          <a:effectLst/>
                        </a:rPr>
                        <a:t>              89 </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buNone/>
                      </a:pPr>
                      <a:r>
                        <a:rPr lang="en-US" sz="1000">
                          <a:effectLst/>
                        </a:rPr>
                        <a:t>              54 </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buNone/>
                      </a:pPr>
                      <a:r>
                        <a:rPr lang="en-US" sz="1000">
                          <a:effectLst/>
                        </a:rPr>
                        <a:t>           278 </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buNone/>
                      </a:pPr>
                      <a:r>
                        <a:rPr lang="en-US" sz="1000">
                          <a:effectLst/>
                        </a:rPr>
                        <a:t>           128 </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buNone/>
                      </a:pPr>
                      <a:r>
                        <a:rPr lang="en-US" sz="1000">
                          <a:effectLst/>
                        </a:rPr>
                        <a:t>                7 </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lgn="r">
                        <a:buNone/>
                      </a:pPr>
                      <a:r>
                        <a:rPr lang="en-US" sz="1000">
                          <a:effectLst/>
                        </a:rPr>
                        <a:t>78%</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buNone/>
                      </a:pPr>
                      <a:r>
                        <a:rPr lang="en-US" sz="1000">
                          <a:effectLst/>
                        </a:rPr>
                        <a:t>Few secondary orders are pending for billing which CP will bill tomorrow morning.</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extLst>
                  <a:ext uri="{0D108BD9-81ED-4DB2-BD59-A6C34878D82A}">
                    <a16:rowId xmlns:a16="http://schemas.microsoft.com/office/drawing/2014/main" val="4193853541"/>
                  </a:ext>
                </a:extLst>
              </a:tr>
              <a:tr h="425769">
                <a:tc>
                  <a:txBody>
                    <a:bodyPr/>
                    <a:lstStyle/>
                    <a:p>
                      <a:pPr marL="0" marR="0">
                        <a:buNone/>
                      </a:pPr>
                      <a:r>
                        <a:rPr lang="en-US" sz="1000">
                          <a:effectLst/>
                        </a:rPr>
                        <a:t>UTTAR PRADESH</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buNone/>
                      </a:pPr>
                      <a:r>
                        <a:rPr lang="en-US" sz="1000">
                          <a:effectLst/>
                        </a:rPr>
                        <a:t>LUCKNOW</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buNone/>
                      </a:pPr>
                      <a:r>
                        <a:rPr lang="en-US" sz="1000">
                          <a:effectLst/>
                        </a:rPr>
                        <a:t>UP-M M TRADERS - SPM</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buNone/>
                      </a:pPr>
                      <a:r>
                        <a:rPr lang="en-US" sz="1000">
                          <a:effectLst/>
                        </a:rPr>
                        <a:t>Billing</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lgn="r">
                        <a:buNone/>
                      </a:pPr>
                      <a:r>
                        <a:rPr lang="en-US" sz="1000">
                          <a:effectLst/>
                        </a:rPr>
                        <a:t>20-Apr-26</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lgn="r">
                        <a:buNone/>
                      </a:pPr>
                      <a:r>
                        <a:rPr lang="en-US" sz="1000">
                          <a:effectLst/>
                        </a:rPr>
                        <a:t>20-Apr-26</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lgn="r">
                        <a:buNone/>
                      </a:pPr>
                      <a:r>
                        <a:rPr lang="en-US" sz="1000">
                          <a:effectLst/>
                        </a:rPr>
                        <a:t>        7,661 </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buNone/>
                      </a:pPr>
                      <a:r>
                        <a:rPr lang="en-US" sz="1000">
                          <a:effectLst/>
                        </a:rPr>
                        <a:t>        7,536 </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lgn="r">
                        <a:buNone/>
                      </a:pPr>
                      <a:r>
                        <a:rPr lang="en-US" sz="1000">
                          <a:effectLst/>
                        </a:rPr>
                        <a:t>98%</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buNone/>
                      </a:pPr>
                      <a:r>
                        <a:rPr lang="en-US" sz="1000">
                          <a:effectLst/>
                        </a:rPr>
                        <a:t>           125 </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lgn="r">
                        <a:buNone/>
                      </a:pPr>
                      <a:r>
                        <a:rPr lang="en-US" sz="1000">
                          <a:effectLst/>
                        </a:rPr>
                        <a:t>25-Apr-26</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lgn="r">
                        <a:buNone/>
                      </a:pPr>
                      <a:r>
                        <a:rPr lang="en-US" sz="1000">
                          <a:effectLst/>
                        </a:rPr>
                        <a:t>20-Apr-26</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buNone/>
                      </a:pPr>
                      <a:r>
                        <a:rPr lang="en-US" sz="1000">
                          <a:effectLst/>
                        </a:rPr>
                        <a:t> </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lgn="r">
                        <a:buNone/>
                      </a:pPr>
                      <a:r>
                        <a:rPr lang="en-US" sz="1000">
                          <a:effectLst/>
                        </a:rPr>
                        <a:t>437</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lgn="r">
                        <a:buNone/>
                      </a:pPr>
                      <a:r>
                        <a:rPr lang="en-US" sz="1000">
                          <a:effectLst/>
                        </a:rPr>
                        <a:t>299</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buNone/>
                      </a:pPr>
                      <a:r>
                        <a:rPr lang="en-US" sz="1000">
                          <a:effectLst/>
                        </a:rPr>
                        <a:t>        6,740 </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buNone/>
                      </a:pPr>
                      <a:r>
                        <a:rPr lang="en-US" sz="1000">
                          <a:effectLst/>
                        </a:rPr>
                        <a:t>           270 </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buNone/>
                      </a:pPr>
                      <a:r>
                        <a:rPr lang="en-US" sz="1000">
                          <a:effectLst/>
                        </a:rPr>
                        <a:t>        4,023 </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buNone/>
                      </a:pPr>
                      <a:r>
                        <a:rPr lang="en-US" sz="1000">
                          <a:effectLst/>
                        </a:rPr>
                        <a:t>           168 </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buNone/>
                      </a:pPr>
                      <a:r>
                        <a:rPr lang="en-US" sz="1000">
                          <a:effectLst/>
                        </a:rPr>
                        <a:t>           193 </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buNone/>
                      </a:pPr>
                      <a:r>
                        <a:rPr lang="en-US" sz="1000">
                          <a:effectLst/>
                        </a:rPr>
                        <a:t>           640 </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buNone/>
                      </a:pPr>
                      <a:r>
                        <a:rPr lang="en-US" sz="1000">
                          <a:effectLst/>
                        </a:rPr>
                        <a:t>           190 </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buNone/>
                      </a:pPr>
                      <a:r>
                        <a:rPr lang="en-US" sz="1000">
                          <a:effectLst/>
                        </a:rPr>
                        <a:t>                3 </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lgn="r">
                        <a:buNone/>
                      </a:pPr>
                      <a:r>
                        <a:rPr lang="en-US" sz="1000">
                          <a:effectLst/>
                        </a:rPr>
                        <a:t>60%</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buNone/>
                      </a:pPr>
                      <a:r>
                        <a:rPr lang="en-US" sz="1000">
                          <a:effectLst/>
                        </a:rPr>
                        <a:t>CP will check outstanding and bill accordingly on 29th Apr 26</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extLst>
                  <a:ext uri="{0D108BD9-81ED-4DB2-BD59-A6C34878D82A}">
                    <a16:rowId xmlns:a16="http://schemas.microsoft.com/office/drawing/2014/main" val="2632687822"/>
                  </a:ext>
                </a:extLst>
              </a:tr>
              <a:tr h="425769">
                <a:tc>
                  <a:txBody>
                    <a:bodyPr/>
                    <a:lstStyle/>
                    <a:p>
                      <a:pPr marL="0" marR="0">
                        <a:buNone/>
                      </a:pPr>
                      <a:r>
                        <a:rPr lang="en-US" sz="1000">
                          <a:effectLst/>
                        </a:rPr>
                        <a:t>UTTAR PRADESH</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buNone/>
                      </a:pPr>
                      <a:r>
                        <a:rPr lang="en-US" sz="1000">
                          <a:effectLst/>
                        </a:rPr>
                        <a:t>LUCKNOW</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buNone/>
                      </a:pPr>
                      <a:r>
                        <a:rPr lang="en-US" sz="1000">
                          <a:effectLst/>
                        </a:rPr>
                        <a:t>UP-N3-KANT SERVICES - BRA</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buNone/>
                      </a:pPr>
                      <a:r>
                        <a:rPr lang="en-US" sz="1000">
                          <a:effectLst/>
                        </a:rPr>
                        <a:t>Billing</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lgn="r">
                        <a:buNone/>
                      </a:pPr>
                      <a:r>
                        <a:rPr lang="en-US" sz="1000">
                          <a:effectLst/>
                        </a:rPr>
                        <a:t>20-Apr-26</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lgn="r">
                        <a:buNone/>
                      </a:pPr>
                      <a:r>
                        <a:rPr lang="en-US" sz="1000">
                          <a:effectLst/>
                        </a:rPr>
                        <a:t>20-Apr-26</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lgn="r">
                        <a:buNone/>
                      </a:pPr>
                      <a:r>
                        <a:rPr lang="en-US" sz="1000">
                          <a:effectLst/>
                        </a:rPr>
                        <a:t>     14,558 </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buNone/>
                      </a:pPr>
                      <a:r>
                        <a:rPr lang="en-US" sz="1000">
                          <a:effectLst/>
                        </a:rPr>
                        <a:t>     14,048 </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lgn="r">
                        <a:buNone/>
                      </a:pPr>
                      <a:r>
                        <a:rPr lang="en-US" sz="1000">
                          <a:effectLst/>
                        </a:rPr>
                        <a:t>96%</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buNone/>
                      </a:pPr>
                      <a:r>
                        <a:rPr lang="en-US" sz="1000">
                          <a:effectLst/>
                        </a:rPr>
                        <a:t>           510 </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lgn="r">
                        <a:buNone/>
                      </a:pPr>
                      <a:r>
                        <a:rPr lang="en-US" sz="1000">
                          <a:effectLst/>
                        </a:rPr>
                        <a:t>25-Apr-26</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lgn="r">
                        <a:buNone/>
                      </a:pPr>
                      <a:r>
                        <a:rPr lang="en-US" sz="1000">
                          <a:effectLst/>
                        </a:rPr>
                        <a:t>20-Apr-26</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buNone/>
                      </a:pPr>
                      <a:r>
                        <a:rPr lang="en-US" sz="1000">
                          <a:effectLst/>
                        </a:rPr>
                        <a:t> </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lgn="r">
                        <a:buNone/>
                      </a:pPr>
                      <a:r>
                        <a:rPr lang="en-US" sz="1000">
                          <a:effectLst/>
                        </a:rPr>
                        <a:t>676</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lgn="r">
                        <a:buNone/>
                      </a:pPr>
                      <a:r>
                        <a:rPr lang="en-US" sz="1000">
                          <a:effectLst/>
                        </a:rPr>
                        <a:t>412</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buNone/>
                      </a:pPr>
                      <a:r>
                        <a:rPr lang="en-US" sz="1000">
                          <a:effectLst/>
                        </a:rPr>
                        <a:t>     12,631 </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buNone/>
                      </a:pPr>
                      <a:r>
                        <a:rPr lang="en-US" sz="1000">
                          <a:effectLst/>
                        </a:rPr>
                        <a:t>           505 </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buNone/>
                      </a:pPr>
                      <a:r>
                        <a:rPr lang="en-US" sz="1000">
                          <a:effectLst/>
                        </a:rPr>
                        <a:t>        7,827 </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buNone/>
                      </a:pPr>
                      <a:r>
                        <a:rPr lang="en-US" sz="1000">
                          <a:effectLst/>
                        </a:rPr>
                        <a:t>           326 </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buNone/>
                      </a:pPr>
                      <a:r>
                        <a:rPr lang="en-US" sz="1000">
                          <a:effectLst/>
                        </a:rPr>
                        <a:t>           262 </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buNone/>
                      </a:pPr>
                      <a:r>
                        <a:rPr lang="en-US" sz="1000">
                          <a:effectLst/>
                        </a:rPr>
                        <a:t>           548 </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buNone/>
                      </a:pPr>
                      <a:r>
                        <a:rPr lang="en-US" sz="1000">
                          <a:effectLst/>
                        </a:rPr>
                        <a:t>              97 </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buNone/>
                      </a:pPr>
                      <a:r>
                        <a:rPr lang="en-US" sz="1000">
                          <a:effectLst/>
                        </a:rPr>
                        <a:t>                5 </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lgn="r">
                        <a:buNone/>
                      </a:pPr>
                      <a:r>
                        <a:rPr lang="en-US" sz="1000">
                          <a:effectLst/>
                        </a:rPr>
                        <a:t>62%</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buNone/>
                      </a:pPr>
                      <a:r>
                        <a:rPr lang="en-US" sz="1000" dirty="0">
                          <a:effectLst/>
                        </a:rPr>
                        <a:t>No issue reported so far, Sales Team will meet CP on 29th Apr 26 and confirm.</a:t>
                      </a:r>
                      <a:endParaRPr lang="en-US" sz="1000" dirty="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extLst>
                  <a:ext uri="{0D108BD9-81ED-4DB2-BD59-A6C34878D82A}">
                    <a16:rowId xmlns:a16="http://schemas.microsoft.com/office/drawing/2014/main" val="2339622800"/>
                  </a:ext>
                </a:extLst>
              </a:tr>
            </a:tbl>
          </a:graphicData>
        </a:graphic>
      </p:graphicFrame>
    </p:spTree>
    <p:extLst>
      <p:ext uri="{BB962C8B-B14F-4D97-AF65-F5344CB8AC3E}">
        <p14:creationId xmlns:p14="http://schemas.microsoft.com/office/powerpoint/2010/main" val="25026402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4AA125-0F98-3D8F-6AD7-45707102AB3F}"/>
              </a:ext>
            </a:extLst>
          </p:cNvPr>
          <p:cNvSpPr>
            <a:spLocks noGrp="1"/>
          </p:cNvSpPr>
          <p:nvPr>
            <p:ph type="title"/>
          </p:nvPr>
        </p:nvSpPr>
        <p:spPr/>
        <p:txBody>
          <a:bodyPr/>
          <a:lstStyle/>
          <a:p>
            <a:endParaRPr lang="en-US"/>
          </a:p>
        </p:txBody>
      </p:sp>
      <p:graphicFrame>
        <p:nvGraphicFramePr>
          <p:cNvPr id="3" name="Table 2">
            <a:extLst>
              <a:ext uri="{FF2B5EF4-FFF2-40B4-BE49-F238E27FC236}">
                <a16:creationId xmlns:a16="http://schemas.microsoft.com/office/drawing/2014/main" id="{DB09D7BD-EE0D-07E8-3797-39613BCF0ADC}"/>
              </a:ext>
            </a:extLst>
          </p:cNvPr>
          <p:cNvGraphicFramePr>
            <a:graphicFrameLocks noGrp="1"/>
          </p:cNvGraphicFramePr>
          <p:nvPr>
            <p:extLst>
              <p:ext uri="{D42A27DB-BD31-4B8C-83A1-F6EECF244321}">
                <p14:modId xmlns:p14="http://schemas.microsoft.com/office/powerpoint/2010/main" val="3103437536"/>
              </p:ext>
            </p:extLst>
          </p:nvPr>
        </p:nvGraphicFramePr>
        <p:xfrm>
          <a:off x="904658" y="1283337"/>
          <a:ext cx="8128001" cy="1112520"/>
        </p:xfrm>
        <a:graphic>
          <a:graphicData uri="http://schemas.openxmlformats.org/drawingml/2006/table">
            <a:tbl>
              <a:tblPr firstRow="1" bandRow="1">
                <a:tableStyleId>{72833802-FEF1-4C79-8D5D-14CF1EAF98D9}</a:tableStyleId>
              </a:tblPr>
              <a:tblGrid>
                <a:gridCol w="1161143">
                  <a:extLst>
                    <a:ext uri="{9D8B030D-6E8A-4147-A177-3AD203B41FA5}">
                      <a16:colId xmlns:a16="http://schemas.microsoft.com/office/drawing/2014/main" val="2606365737"/>
                    </a:ext>
                  </a:extLst>
                </a:gridCol>
                <a:gridCol w="1161143">
                  <a:extLst>
                    <a:ext uri="{9D8B030D-6E8A-4147-A177-3AD203B41FA5}">
                      <a16:colId xmlns:a16="http://schemas.microsoft.com/office/drawing/2014/main" val="2254837916"/>
                    </a:ext>
                  </a:extLst>
                </a:gridCol>
                <a:gridCol w="1161143">
                  <a:extLst>
                    <a:ext uri="{9D8B030D-6E8A-4147-A177-3AD203B41FA5}">
                      <a16:colId xmlns:a16="http://schemas.microsoft.com/office/drawing/2014/main" val="636198846"/>
                    </a:ext>
                  </a:extLst>
                </a:gridCol>
                <a:gridCol w="1161143">
                  <a:extLst>
                    <a:ext uri="{9D8B030D-6E8A-4147-A177-3AD203B41FA5}">
                      <a16:colId xmlns:a16="http://schemas.microsoft.com/office/drawing/2014/main" val="4270740284"/>
                    </a:ext>
                  </a:extLst>
                </a:gridCol>
                <a:gridCol w="1161143">
                  <a:extLst>
                    <a:ext uri="{9D8B030D-6E8A-4147-A177-3AD203B41FA5}">
                      <a16:colId xmlns:a16="http://schemas.microsoft.com/office/drawing/2014/main" val="1546706857"/>
                    </a:ext>
                  </a:extLst>
                </a:gridCol>
                <a:gridCol w="1161143">
                  <a:extLst>
                    <a:ext uri="{9D8B030D-6E8A-4147-A177-3AD203B41FA5}">
                      <a16:colId xmlns:a16="http://schemas.microsoft.com/office/drawing/2014/main" val="764884325"/>
                    </a:ext>
                  </a:extLst>
                </a:gridCol>
                <a:gridCol w="1161143">
                  <a:extLst>
                    <a:ext uri="{9D8B030D-6E8A-4147-A177-3AD203B41FA5}">
                      <a16:colId xmlns:a16="http://schemas.microsoft.com/office/drawing/2014/main" val="3421998527"/>
                    </a:ext>
                  </a:extLst>
                </a:gridCol>
              </a:tblGrid>
              <a:tr h="370840">
                <a:tc>
                  <a:txBody>
                    <a:bodyPr/>
                    <a:lstStyle/>
                    <a:p>
                      <a:pPr marL="0" marR="0" algn="ctr">
                        <a:buNone/>
                      </a:pPr>
                      <a:r>
                        <a:rPr lang="en-US" sz="1000" dirty="0">
                          <a:effectLst/>
                        </a:rPr>
                        <a:t>State</a:t>
                      </a:r>
                      <a:endParaRPr lang="en-US" sz="1000" dirty="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lgn="ctr">
                        <a:buNone/>
                      </a:pPr>
                      <a:r>
                        <a:rPr lang="en-US" sz="1000">
                          <a:effectLst/>
                        </a:rPr>
                        <a:t>City</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lgn="ctr">
                        <a:buNone/>
                      </a:pPr>
                      <a:r>
                        <a:rPr lang="en-US" sz="1000" dirty="0">
                          <a:effectLst/>
                        </a:rPr>
                        <a:t>CP Name</a:t>
                      </a:r>
                      <a:endParaRPr lang="en-US" sz="1000" dirty="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lgn="ctr">
                        <a:buNone/>
                      </a:pPr>
                      <a:r>
                        <a:rPr lang="en-US" sz="1000" dirty="0">
                          <a:effectLst/>
                        </a:rPr>
                        <a:t>Current Status</a:t>
                      </a:r>
                      <a:endParaRPr lang="en-US" sz="1000" dirty="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lgn="ctr">
                        <a:buNone/>
                      </a:pPr>
                      <a:r>
                        <a:rPr lang="en-US" sz="1000" dirty="0">
                          <a:effectLst/>
                        </a:rPr>
                        <a:t>Planned Rollout Date</a:t>
                      </a:r>
                      <a:endParaRPr lang="en-US" sz="1000" dirty="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pPr marL="0" marR="0" algn="ctr">
                        <a:buNone/>
                      </a:pPr>
                      <a:r>
                        <a:rPr lang="en-US" sz="1000" dirty="0">
                          <a:effectLst/>
                        </a:rPr>
                        <a:t>Actual Rollout</a:t>
                      </a:r>
                      <a:endParaRPr lang="en-US" sz="1000" dirty="0">
                        <a:effectLst/>
                        <a:latin typeface="Aptos" panose="020B0004020202020204" pitchFamily="34" charset="0"/>
                        <a:ea typeface="Aptos" panose="020B0004020202020204" pitchFamily="34" charset="0"/>
                        <a:cs typeface="Aptos" panose="020B0004020202020204" pitchFamily="34" charset="0"/>
                      </a:endParaRPr>
                    </a:p>
                  </a:txBody>
                  <a:tcPr marL="36481" marR="36481" marT="0" marB="0" anchor="ctr"/>
                </a:tc>
                <a:tc>
                  <a:txBody>
                    <a:bodyPr/>
                    <a:lstStyle/>
                    <a:p>
                      <a:endParaRPr lang="en-US"/>
                    </a:p>
                  </a:txBody>
                  <a:tcPr/>
                </a:tc>
                <a:extLst>
                  <a:ext uri="{0D108BD9-81ED-4DB2-BD59-A6C34878D82A}">
                    <a16:rowId xmlns:a16="http://schemas.microsoft.com/office/drawing/2014/main" val="2005764904"/>
                  </a:ext>
                </a:extLst>
              </a:tr>
              <a:tr h="370840">
                <a:tc>
                  <a:txBody>
                    <a:bodyPr/>
                    <a:lstStyle/>
                    <a:p>
                      <a:endParaRPr lang="en-US"/>
                    </a:p>
                  </a:txBody>
                  <a:tcPr/>
                </a:tc>
                <a:tc>
                  <a:txBody>
                    <a:bodyPr/>
                    <a:lstStyle/>
                    <a:p>
                      <a:endParaRPr lang="en-US"/>
                    </a:p>
                  </a:txBody>
                  <a:tcPr/>
                </a:tc>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861827789"/>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33350538"/>
                  </a:ext>
                </a:extLst>
              </a:tr>
            </a:tbl>
          </a:graphicData>
        </a:graphic>
      </p:graphicFrame>
    </p:spTree>
    <p:extLst>
      <p:ext uri="{BB962C8B-B14F-4D97-AF65-F5344CB8AC3E}">
        <p14:creationId xmlns:p14="http://schemas.microsoft.com/office/powerpoint/2010/main" val="36643187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0D59D5-6414-1B35-B81C-31722B5CDA71}"/>
              </a:ext>
            </a:extLst>
          </p:cNvPr>
          <p:cNvSpPr>
            <a:spLocks noGrp="1"/>
          </p:cNvSpPr>
          <p:nvPr>
            <p:ph type="title"/>
          </p:nvPr>
        </p:nvSpPr>
        <p:spPr>
          <a:xfrm>
            <a:off x="469271" y="394222"/>
            <a:ext cx="10204450" cy="533400"/>
          </a:xfrm>
        </p:spPr>
        <p:txBody>
          <a:bodyPr/>
          <a:lstStyle/>
          <a:p>
            <a:r>
              <a:rPr lang="en-US" dirty="0"/>
              <a:t>AMS Status</a:t>
            </a:r>
          </a:p>
        </p:txBody>
      </p:sp>
      <p:graphicFrame>
        <p:nvGraphicFramePr>
          <p:cNvPr id="3" name="Table 2">
            <a:extLst>
              <a:ext uri="{FF2B5EF4-FFF2-40B4-BE49-F238E27FC236}">
                <a16:creationId xmlns:a16="http://schemas.microsoft.com/office/drawing/2014/main" id="{BC953381-623B-A1A6-15C0-98862E72649D}"/>
              </a:ext>
            </a:extLst>
          </p:cNvPr>
          <p:cNvGraphicFramePr>
            <a:graphicFrameLocks noGrp="1"/>
          </p:cNvGraphicFramePr>
          <p:nvPr>
            <p:extLst>
              <p:ext uri="{D42A27DB-BD31-4B8C-83A1-F6EECF244321}">
                <p14:modId xmlns:p14="http://schemas.microsoft.com/office/powerpoint/2010/main" val="687383064"/>
              </p:ext>
            </p:extLst>
          </p:nvPr>
        </p:nvGraphicFramePr>
        <p:xfrm>
          <a:off x="469271" y="927622"/>
          <a:ext cx="10204449" cy="3566160"/>
        </p:xfrm>
        <a:graphic>
          <a:graphicData uri="http://schemas.openxmlformats.org/drawingml/2006/table">
            <a:tbl>
              <a:tblPr firstRow="1" firstCol="1" bandRow="1">
                <a:tableStyleId>{69012ECD-51FC-41F1-AA8D-1B2483CD663E}</a:tableStyleId>
              </a:tblPr>
              <a:tblGrid>
                <a:gridCol w="495362">
                  <a:extLst>
                    <a:ext uri="{9D8B030D-6E8A-4147-A177-3AD203B41FA5}">
                      <a16:colId xmlns:a16="http://schemas.microsoft.com/office/drawing/2014/main" val="604088913"/>
                    </a:ext>
                  </a:extLst>
                </a:gridCol>
                <a:gridCol w="4898659">
                  <a:extLst>
                    <a:ext uri="{9D8B030D-6E8A-4147-A177-3AD203B41FA5}">
                      <a16:colId xmlns:a16="http://schemas.microsoft.com/office/drawing/2014/main" val="2922936811"/>
                    </a:ext>
                  </a:extLst>
                </a:gridCol>
                <a:gridCol w="1607090">
                  <a:extLst>
                    <a:ext uri="{9D8B030D-6E8A-4147-A177-3AD203B41FA5}">
                      <a16:colId xmlns:a16="http://schemas.microsoft.com/office/drawing/2014/main" val="822881314"/>
                    </a:ext>
                  </a:extLst>
                </a:gridCol>
                <a:gridCol w="3203338">
                  <a:extLst>
                    <a:ext uri="{9D8B030D-6E8A-4147-A177-3AD203B41FA5}">
                      <a16:colId xmlns:a16="http://schemas.microsoft.com/office/drawing/2014/main" val="3547724467"/>
                    </a:ext>
                  </a:extLst>
                </a:gridCol>
              </a:tblGrid>
              <a:tr h="91440">
                <a:tc>
                  <a:txBody>
                    <a:bodyPr/>
                    <a:lstStyle/>
                    <a:p>
                      <a:pPr marL="0" marR="0" algn="ctr">
                        <a:buNone/>
                      </a:pPr>
                      <a:r>
                        <a:rPr lang="en-US" sz="1200" dirty="0" err="1">
                          <a:effectLst/>
                          <a:latin typeface="+mn-lt"/>
                        </a:rPr>
                        <a:t>Sl</a:t>
                      </a:r>
                      <a:r>
                        <a:rPr lang="en-US" sz="1200" dirty="0">
                          <a:effectLst/>
                          <a:latin typeface="+mn-lt"/>
                        </a:rPr>
                        <a:t> No</a:t>
                      </a:r>
                      <a:endParaRPr lang="en-US" sz="1200" dirty="0">
                        <a:effectLst/>
                        <a:latin typeface="+mn-lt"/>
                        <a:ea typeface="Aptos" panose="020B0004020202020204" pitchFamily="34" charset="0"/>
                        <a:cs typeface="Aptos" panose="020B0004020202020204" pitchFamily="34" charset="0"/>
                      </a:endParaRPr>
                    </a:p>
                  </a:txBody>
                  <a:tcPr marL="68580" marR="68580" marT="0" marB="0" anchor="ctr"/>
                </a:tc>
                <a:tc>
                  <a:txBody>
                    <a:bodyPr/>
                    <a:lstStyle/>
                    <a:p>
                      <a:pPr marL="0" marR="0">
                        <a:buNone/>
                      </a:pPr>
                      <a:r>
                        <a:rPr lang="en-US" sz="1200" dirty="0">
                          <a:effectLst/>
                          <a:latin typeface="+mn-lt"/>
                        </a:rPr>
                        <a:t>Issues</a:t>
                      </a:r>
                      <a:endParaRPr lang="en-US" sz="1200" dirty="0">
                        <a:effectLst/>
                        <a:latin typeface="+mn-lt"/>
                        <a:ea typeface="Aptos" panose="020B0004020202020204" pitchFamily="34" charset="0"/>
                        <a:cs typeface="Aptos" panose="020B0004020202020204" pitchFamily="34" charset="0"/>
                      </a:endParaRPr>
                    </a:p>
                  </a:txBody>
                  <a:tcPr marL="68580" marR="68580" marT="0" marB="0" anchor="ctr"/>
                </a:tc>
                <a:tc>
                  <a:txBody>
                    <a:bodyPr/>
                    <a:lstStyle/>
                    <a:p>
                      <a:pPr marL="0" marR="0">
                        <a:buNone/>
                      </a:pPr>
                      <a:r>
                        <a:rPr lang="en-US" sz="1200">
                          <a:effectLst/>
                          <a:latin typeface="+mn-lt"/>
                        </a:rPr>
                        <a:t>Status</a:t>
                      </a:r>
                      <a:endParaRPr lang="en-US" sz="1200">
                        <a:effectLst/>
                        <a:latin typeface="+mn-lt"/>
                        <a:ea typeface="Aptos" panose="020B0004020202020204" pitchFamily="34" charset="0"/>
                        <a:cs typeface="Aptos" panose="020B0004020202020204" pitchFamily="34" charset="0"/>
                      </a:endParaRPr>
                    </a:p>
                  </a:txBody>
                  <a:tcPr marL="68580" marR="68580" marT="0" marB="0" anchor="ctr"/>
                </a:tc>
                <a:tc>
                  <a:txBody>
                    <a:bodyPr/>
                    <a:lstStyle/>
                    <a:p>
                      <a:pPr marL="0" marR="0">
                        <a:buNone/>
                      </a:pPr>
                      <a:r>
                        <a:rPr lang="en-US" sz="1200">
                          <a:effectLst/>
                          <a:latin typeface="+mn-lt"/>
                        </a:rPr>
                        <a:t>Remark</a:t>
                      </a:r>
                      <a:endParaRPr lang="en-US" sz="1200">
                        <a:effectLst/>
                        <a:latin typeface="+mn-lt"/>
                        <a:ea typeface="Aptos" panose="020B0004020202020204" pitchFamily="34" charset="0"/>
                        <a:cs typeface="Aptos" panose="020B0004020202020204" pitchFamily="34" charset="0"/>
                      </a:endParaRPr>
                    </a:p>
                  </a:txBody>
                  <a:tcPr marL="68580" marR="68580" marT="0" marB="0" anchor="ctr"/>
                </a:tc>
                <a:extLst>
                  <a:ext uri="{0D108BD9-81ED-4DB2-BD59-A6C34878D82A}">
                    <a16:rowId xmlns:a16="http://schemas.microsoft.com/office/drawing/2014/main" val="2132544617"/>
                  </a:ext>
                </a:extLst>
              </a:tr>
              <a:tr h="457200">
                <a:tc>
                  <a:txBody>
                    <a:bodyPr/>
                    <a:lstStyle/>
                    <a:p>
                      <a:pPr marL="0" marR="0" algn="ctr">
                        <a:buNone/>
                      </a:pPr>
                      <a:r>
                        <a:rPr lang="en-US" sz="1200" dirty="0">
                          <a:effectLst/>
                          <a:latin typeface="+mn-lt"/>
                        </a:rPr>
                        <a:t>1</a:t>
                      </a:r>
                      <a:endParaRPr lang="en-US" sz="1200" dirty="0">
                        <a:effectLst/>
                        <a:latin typeface="+mn-lt"/>
                        <a:ea typeface="Aptos" panose="020B0004020202020204" pitchFamily="34" charset="0"/>
                        <a:cs typeface="Aptos" panose="020B0004020202020204" pitchFamily="34" charset="0"/>
                      </a:endParaRPr>
                    </a:p>
                  </a:txBody>
                  <a:tcPr marL="68580" marR="68580" marT="0" marB="0" anchor="ctr"/>
                </a:tc>
                <a:tc>
                  <a:txBody>
                    <a:bodyPr/>
                    <a:lstStyle/>
                    <a:p>
                      <a:pPr marL="0" marR="0">
                        <a:buNone/>
                      </a:pPr>
                      <a:r>
                        <a:rPr lang="en-US" sz="1200" dirty="0">
                          <a:effectLst/>
                          <a:latin typeface="+mn-lt"/>
                        </a:rPr>
                        <a:t>In Inventory audit, MRP mismatch with scanned IP QR codes</a:t>
                      </a:r>
                      <a:endParaRPr lang="en-US" sz="1200" dirty="0">
                        <a:effectLst/>
                        <a:latin typeface="+mn-lt"/>
                        <a:ea typeface="Aptos" panose="020B0004020202020204" pitchFamily="34" charset="0"/>
                        <a:cs typeface="Aptos" panose="020B0004020202020204" pitchFamily="34" charset="0"/>
                      </a:endParaRPr>
                    </a:p>
                  </a:txBody>
                  <a:tcPr marL="68580" marR="68580" marT="0" marB="0" anchor="ctr"/>
                </a:tc>
                <a:tc>
                  <a:txBody>
                    <a:bodyPr/>
                    <a:lstStyle/>
                    <a:p>
                      <a:pPr marL="0" marR="0">
                        <a:buNone/>
                      </a:pPr>
                      <a:r>
                        <a:rPr lang="en-US" sz="1200" b="1" kern="1200" noProof="0" dirty="0">
                          <a:solidFill>
                            <a:srgbClr val="008000"/>
                          </a:solidFill>
                          <a:effectLst/>
                          <a:latin typeface="+mn-lt"/>
                          <a:ea typeface="+mn-ea"/>
                          <a:cs typeface="+mn-cs"/>
                        </a:rPr>
                        <a:t>Resolved</a:t>
                      </a:r>
                      <a:endParaRPr lang="en-US" sz="1200" b="1" kern="1200" dirty="0">
                        <a:solidFill>
                          <a:srgbClr val="008000"/>
                        </a:solidFill>
                        <a:effectLst/>
                        <a:latin typeface="+mn-lt"/>
                        <a:ea typeface="+mn-ea"/>
                        <a:cs typeface="+mn-cs"/>
                      </a:endParaRPr>
                    </a:p>
                  </a:txBody>
                  <a:tcPr marL="68580" marR="68580" marT="0" marB="0" anchor="ctr"/>
                </a:tc>
                <a:tc>
                  <a:txBody>
                    <a:bodyPr/>
                    <a:lstStyle/>
                    <a:p>
                      <a:pPr marL="0" marR="0">
                        <a:buNone/>
                      </a:pPr>
                      <a:r>
                        <a:rPr lang="en-US" sz="1200" dirty="0">
                          <a:effectLst/>
                          <a:latin typeface="+mn-lt"/>
                        </a:rPr>
                        <a:t>No issues reported</a:t>
                      </a:r>
                      <a:endParaRPr lang="en-US" sz="1200" dirty="0">
                        <a:effectLst/>
                        <a:latin typeface="+mn-lt"/>
                        <a:ea typeface="Aptos" panose="020B0004020202020204" pitchFamily="34" charset="0"/>
                        <a:cs typeface="Aptos" panose="020B0004020202020204" pitchFamily="34" charset="0"/>
                      </a:endParaRPr>
                    </a:p>
                  </a:txBody>
                  <a:tcPr marL="68580" marR="68580" marT="0" marB="0" anchor="ctr"/>
                </a:tc>
                <a:extLst>
                  <a:ext uri="{0D108BD9-81ED-4DB2-BD59-A6C34878D82A}">
                    <a16:rowId xmlns:a16="http://schemas.microsoft.com/office/drawing/2014/main" val="2586995936"/>
                  </a:ext>
                </a:extLst>
              </a:tr>
              <a:tr h="457200">
                <a:tc>
                  <a:txBody>
                    <a:bodyPr/>
                    <a:lstStyle/>
                    <a:p>
                      <a:pPr marL="0" marR="0" algn="ctr">
                        <a:buNone/>
                      </a:pPr>
                      <a:r>
                        <a:rPr lang="en-US" sz="1200">
                          <a:effectLst/>
                          <a:latin typeface="+mn-lt"/>
                        </a:rPr>
                        <a:t>2</a:t>
                      </a:r>
                      <a:endParaRPr lang="en-US" sz="1200">
                        <a:effectLst/>
                        <a:latin typeface="+mn-lt"/>
                        <a:ea typeface="Aptos" panose="020B0004020202020204" pitchFamily="34" charset="0"/>
                        <a:cs typeface="Aptos" panose="020B0004020202020204" pitchFamily="34" charset="0"/>
                      </a:endParaRPr>
                    </a:p>
                  </a:txBody>
                  <a:tcPr marL="68580" marR="68580" marT="0" marB="0" anchor="ctr"/>
                </a:tc>
                <a:tc>
                  <a:txBody>
                    <a:bodyPr/>
                    <a:lstStyle/>
                    <a:p>
                      <a:pPr marL="0" marR="0">
                        <a:buNone/>
                      </a:pPr>
                      <a:r>
                        <a:rPr lang="en-US" sz="1200" dirty="0">
                          <a:effectLst/>
                          <a:latin typeface="+mn-lt"/>
                        </a:rPr>
                        <a:t>CP unable to perform GRN - Due to config missing in prod</a:t>
                      </a:r>
                      <a:endParaRPr lang="en-US" sz="1200" dirty="0">
                        <a:effectLst/>
                        <a:latin typeface="+mn-lt"/>
                        <a:ea typeface="Aptos" panose="020B0004020202020204" pitchFamily="34" charset="0"/>
                        <a:cs typeface="Aptos" panose="020B0004020202020204" pitchFamily="34" charset="0"/>
                      </a:endParaRPr>
                    </a:p>
                  </a:txBody>
                  <a:tcPr marL="68580" marR="68580" marT="0" marB="0" anchor="ctr"/>
                </a:tc>
                <a:tc>
                  <a:txBody>
                    <a:bodyPr/>
                    <a:lstStyle/>
                    <a:p>
                      <a:pPr marL="0" marR="0">
                        <a:buNone/>
                      </a:pPr>
                      <a:r>
                        <a:rPr lang="en-US" sz="1200" b="1" kern="1200" noProof="0" dirty="0">
                          <a:solidFill>
                            <a:srgbClr val="008000"/>
                          </a:solidFill>
                          <a:effectLst/>
                          <a:latin typeface="+mn-lt"/>
                          <a:ea typeface="+mn-ea"/>
                          <a:cs typeface="+mn-cs"/>
                        </a:rPr>
                        <a:t>Resolved</a:t>
                      </a:r>
                      <a:endParaRPr lang="en-US" sz="1200" b="1" kern="1200" dirty="0">
                        <a:solidFill>
                          <a:srgbClr val="008000"/>
                        </a:solidFill>
                        <a:effectLst/>
                        <a:latin typeface="+mn-lt"/>
                        <a:ea typeface="+mn-ea"/>
                        <a:cs typeface="+mn-cs"/>
                      </a:endParaRPr>
                    </a:p>
                  </a:txBody>
                  <a:tcPr marL="68580" marR="68580" marT="0"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effectLst/>
                          <a:latin typeface="+mn-lt"/>
                        </a:rPr>
                        <a:t>No issues reported</a:t>
                      </a:r>
                      <a:endParaRPr lang="en-US" sz="1200" dirty="0">
                        <a:effectLst/>
                        <a:latin typeface="+mn-lt"/>
                        <a:ea typeface="Aptos" panose="020B0004020202020204" pitchFamily="34" charset="0"/>
                        <a:cs typeface="Aptos" panose="020B0004020202020204" pitchFamily="34" charset="0"/>
                      </a:endParaRPr>
                    </a:p>
                  </a:txBody>
                  <a:tcPr marL="68580" marR="68580" marT="0" marB="0" anchor="ctr"/>
                </a:tc>
                <a:extLst>
                  <a:ext uri="{0D108BD9-81ED-4DB2-BD59-A6C34878D82A}">
                    <a16:rowId xmlns:a16="http://schemas.microsoft.com/office/drawing/2014/main" val="4077199554"/>
                  </a:ext>
                </a:extLst>
              </a:tr>
              <a:tr h="457200">
                <a:tc>
                  <a:txBody>
                    <a:bodyPr/>
                    <a:lstStyle/>
                    <a:p>
                      <a:pPr marL="0" marR="0" algn="ctr">
                        <a:buNone/>
                      </a:pPr>
                      <a:r>
                        <a:rPr lang="en-US" sz="1200">
                          <a:effectLst/>
                          <a:latin typeface="+mn-lt"/>
                        </a:rPr>
                        <a:t>3</a:t>
                      </a:r>
                      <a:endParaRPr lang="en-US" sz="1200">
                        <a:effectLst/>
                        <a:latin typeface="+mn-lt"/>
                        <a:ea typeface="Aptos" panose="020B0004020202020204" pitchFamily="34" charset="0"/>
                        <a:cs typeface="Aptos" panose="020B0004020202020204" pitchFamily="34" charset="0"/>
                      </a:endParaRPr>
                    </a:p>
                  </a:txBody>
                  <a:tcPr marL="68580" marR="68580" marT="0" marB="0" anchor="ctr"/>
                </a:tc>
                <a:tc>
                  <a:txBody>
                    <a:bodyPr/>
                    <a:lstStyle/>
                    <a:p>
                      <a:pPr marL="0" marR="0">
                        <a:buNone/>
                      </a:pPr>
                      <a:r>
                        <a:rPr lang="en-US" sz="1200">
                          <a:effectLst/>
                          <a:latin typeface="+mn-lt"/>
                        </a:rPr>
                        <a:t>Inventory audit approval via bulk approval screen -</a:t>
                      </a:r>
                      <a:br>
                        <a:rPr lang="en-US" sz="1200">
                          <a:effectLst/>
                          <a:latin typeface="+mn-lt"/>
                        </a:rPr>
                      </a:br>
                      <a:r>
                        <a:rPr lang="en-US" sz="1200">
                          <a:effectLst/>
                          <a:latin typeface="+mn-lt"/>
                        </a:rPr>
                        <a:t>Not working for  7k+ and also for a single style.</a:t>
                      </a:r>
                      <a:endParaRPr lang="en-US" sz="1200">
                        <a:effectLst/>
                        <a:latin typeface="+mn-lt"/>
                        <a:ea typeface="Aptos" panose="020B0004020202020204" pitchFamily="34" charset="0"/>
                        <a:cs typeface="Aptos" panose="020B0004020202020204" pitchFamily="34" charset="0"/>
                      </a:endParaRPr>
                    </a:p>
                  </a:txBody>
                  <a:tcPr marL="68580" marR="68580" marT="0" marB="0" anchor="ctr"/>
                </a:tc>
                <a:tc>
                  <a:txBody>
                    <a:bodyPr/>
                    <a:lstStyle/>
                    <a:p>
                      <a:pPr marL="0" marR="0">
                        <a:buNone/>
                      </a:pPr>
                      <a:r>
                        <a:rPr lang="en-US" sz="1200" b="1" kern="1200" noProof="0" dirty="0">
                          <a:solidFill>
                            <a:srgbClr val="008000"/>
                          </a:solidFill>
                          <a:effectLst/>
                          <a:latin typeface="+mn-lt"/>
                          <a:ea typeface="+mn-ea"/>
                          <a:cs typeface="+mn-cs"/>
                        </a:rPr>
                        <a:t>Resolved</a:t>
                      </a:r>
                      <a:endParaRPr lang="en-US" sz="1200" b="1" kern="1200" dirty="0">
                        <a:solidFill>
                          <a:srgbClr val="008000"/>
                        </a:solidFill>
                        <a:effectLst/>
                        <a:latin typeface="+mn-lt"/>
                        <a:ea typeface="+mn-ea"/>
                        <a:cs typeface="+mn-cs"/>
                      </a:endParaRPr>
                    </a:p>
                  </a:txBody>
                  <a:tcPr marL="68580" marR="68580" marT="0" marB="0" anchor="ctr"/>
                </a:tc>
                <a:tc>
                  <a:txBody>
                    <a:bodyPr/>
                    <a:lstStyle/>
                    <a:p>
                      <a:pPr marL="0" marR="0">
                        <a:buNone/>
                      </a:pPr>
                      <a:r>
                        <a:rPr lang="en-US" sz="1200" dirty="0">
                          <a:effectLst/>
                          <a:latin typeface="+mn-lt"/>
                        </a:rPr>
                        <a:t>No issues reported</a:t>
                      </a:r>
                      <a:endParaRPr lang="en-US" sz="1200" dirty="0">
                        <a:effectLst/>
                        <a:latin typeface="+mn-lt"/>
                        <a:ea typeface="Aptos" panose="020B0004020202020204" pitchFamily="34" charset="0"/>
                        <a:cs typeface="Aptos" panose="020B0004020202020204" pitchFamily="34" charset="0"/>
                      </a:endParaRPr>
                    </a:p>
                  </a:txBody>
                  <a:tcPr marL="68580" marR="68580" marT="0" marB="0" anchor="ctr"/>
                </a:tc>
                <a:extLst>
                  <a:ext uri="{0D108BD9-81ED-4DB2-BD59-A6C34878D82A}">
                    <a16:rowId xmlns:a16="http://schemas.microsoft.com/office/drawing/2014/main" val="4113835578"/>
                  </a:ext>
                </a:extLst>
              </a:tr>
              <a:tr h="457200">
                <a:tc>
                  <a:txBody>
                    <a:bodyPr/>
                    <a:lstStyle/>
                    <a:p>
                      <a:pPr marL="0" marR="0" algn="ctr">
                        <a:buNone/>
                      </a:pPr>
                      <a:r>
                        <a:rPr lang="en-US" sz="1200">
                          <a:effectLst/>
                          <a:latin typeface="+mn-lt"/>
                        </a:rPr>
                        <a:t>4</a:t>
                      </a:r>
                      <a:endParaRPr lang="en-US" sz="1200">
                        <a:effectLst/>
                        <a:latin typeface="+mn-lt"/>
                        <a:ea typeface="Aptos" panose="020B0004020202020204" pitchFamily="34" charset="0"/>
                        <a:cs typeface="Aptos" panose="020B0004020202020204" pitchFamily="34" charset="0"/>
                      </a:endParaRPr>
                    </a:p>
                  </a:txBody>
                  <a:tcPr marL="68580" marR="68580" marT="0" marB="0" anchor="ctr"/>
                </a:tc>
                <a:tc>
                  <a:txBody>
                    <a:bodyPr/>
                    <a:lstStyle/>
                    <a:p>
                      <a:pPr marL="0" marR="0">
                        <a:buNone/>
                      </a:pPr>
                      <a:r>
                        <a:rPr lang="en-US" sz="1200" dirty="0">
                          <a:effectLst/>
                          <a:latin typeface="+mn-lt"/>
                        </a:rPr>
                        <a:t>CP was unable to scan BB in the secondary invoicing screen - We found total of 1136 BBs missing which is accounting to 28%.</a:t>
                      </a:r>
                      <a:endParaRPr lang="en-US" sz="1200" dirty="0">
                        <a:effectLst/>
                        <a:latin typeface="+mn-lt"/>
                        <a:ea typeface="Aptos" panose="020B0004020202020204" pitchFamily="34" charset="0"/>
                        <a:cs typeface="Aptos" panose="020B0004020202020204" pitchFamily="34" charset="0"/>
                      </a:endParaRPr>
                    </a:p>
                  </a:txBody>
                  <a:tcPr marL="68580" marR="68580" marT="0" marB="0" anchor="ctr"/>
                </a:tc>
                <a:tc>
                  <a:txBody>
                    <a:bodyPr/>
                    <a:lstStyle/>
                    <a:p>
                      <a:pPr marL="0" marR="0">
                        <a:buNone/>
                      </a:pPr>
                      <a:r>
                        <a:rPr lang="en-US" sz="1200" b="1" kern="1200" noProof="0" dirty="0">
                          <a:solidFill>
                            <a:srgbClr val="008000"/>
                          </a:solidFill>
                          <a:effectLst/>
                          <a:latin typeface="+mn-lt"/>
                          <a:ea typeface="+mn-ea"/>
                          <a:cs typeface="+mn-cs"/>
                        </a:rPr>
                        <a:t>Resolved</a:t>
                      </a:r>
                      <a:endParaRPr lang="en-US" sz="1200" b="1" kern="1200" dirty="0">
                        <a:solidFill>
                          <a:srgbClr val="008000"/>
                        </a:solidFill>
                        <a:effectLst/>
                        <a:latin typeface="+mn-lt"/>
                        <a:ea typeface="+mn-ea"/>
                        <a:cs typeface="+mn-cs"/>
                      </a:endParaRPr>
                    </a:p>
                  </a:txBody>
                  <a:tcPr marL="68580" marR="68580" marT="0"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effectLst/>
                          <a:latin typeface="+mn-lt"/>
                        </a:rPr>
                        <a:t>No issues reported</a:t>
                      </a:r>
                      <a:endParaRPr lang="en-US" sz="1200" dirty="0">
                        <a:effectLst/>
                        <a:latin typeface="+mn-lt"/>
                        <a:ea typeface="Aptos" panose="020B0004020202020204" pitchFamily="34" charset="0"/>
                        <a:cs typeface="Aptos" panose="020B0004020202020204" pitchFamily="34" charset="0"/>
                      </a:endParaRPr>
                    </a:p>
                  </a:txBody>
                  <a:tcPr marL="68580" marR="68580" marT="0" marB="0" anchor="ctr"/>
                </a:tc>
                <a:extLst>
                  <a:ext uri="{0D108BD9-81ED-4DB2-BD59-A6C34878D82A}">
                    <a16:rowId xmlns:a16="http://schemas.microsoft.com/office/drawing/2014/main" val="739290452"/>
                  </a:ext>
                </a:extLst>
              </a:tr>
              <a:tr h="457200">
                <a:tc>
                  <a:txBody>
                    <a:bodyPr/>
                    <a:lstStyle/>
                    <a:p>
                      <a:pPr marL="0" marR="0" algn="ctr">
                        <a:buNone/>
                      </a:pPr>
                      <a:r>
                        <a:rPr lang="en-US" sz="1200">
                          <a:effectLst/>
                          <a:latin typeface="+mn-lt"/>
                        </a:rPr>
                        <a:t>5</a:t>
                      </a:r>
                      <a:endParaRPr lang="en-US" sz="1200">
                        <a:effectLst/>
                        <a:latin typeface="+mn-lt"/>
                        <a:ea typeface="Aptos" panose="020B0004020202020204" pitchFamily="34" charset="0"/>
                        <a:cs typeface="Aptos" panose="020B0004020202020204" pitchFamily="34" charset="0"/>
                      </a:endParaRPr>
                    </a:p>
                  </a:txBody>
                  <a:tcPr marL="68580" marR="68580" marT="0" marB="0" anchor="ctr"/>
                </a:tc>
                <a:tc>
                  <a:txBody>
                    <a:bodyPr/>
                    <a:lstStyle/>
                    <a:p>
                      <a:pPr marL="0" marR="0">
                        <a:buNone/>
                      </a:pPr>
                      <a:r>
                        <a:rPr lang="en-US" sz="1200" dirty="0">
                          <a:effectLst/>
                          <a:latin typeface="+mn-lt"/>
                        </a:rPr>
                        <a:t>CP is unable to generate IRN in BOLT</a:t>
                      </a:r>
                      <a:endParaRPr lang="en-US" sz="1200" dirty="0">
                        <a:effectLst/>
                        <a:latin typeface="+mn-lt"/>
                        <a:ea typeface="Aptos" panose="020B0004020202020204" pitchFamily="34" charset="0"/>
                        <a:cs typeface="Aptos" panose="020B0004020202020204" pitchFamily="34" charset="0"/>
                      </a:endParaRPr>
                    </a:p>
                  </a:txBody>
                  <a:tcPr marL="68580" marR="68580" marT="0" marB="0" anchor="ctr"/>
                </a:tc>
                <a:tc>
                  <a:txBody>
                    <a:bodyPr/>
                    <a:lstStyle/>
                    <a:p>
                      <a:pPr marL="0" marR="0">
                        <a:buNone/>
                      </a:pPr>
                      <a:r>
                        <a:rPr lang="en-US" sz="1200" b="1" kern="1200" noProof="0" dirty="0">
                          <a:solidFill>
                            <a:srgbClr val="008000"/>
                          </a:solidFill>
                          <a:effectLst/>
                          <a:latin typeface="+mn-lt"/>
                          <a:ea typeface="+mn-ea"/>
                          <a:cs typeface="+mn-cs"/>
                        </a:rPr>
                        <a:t>Resolved</a:t>
                      </a:r>
                      <a:endParaRPr lang="en-US" sz="1200" b="1" kern="1200" dirty="0">
                        <a:solidFill>
                          <a:srgbClr val="008000"/>
                        </a:solidFill>
                        <a:effectLst/>
                        <a:latin typeface="+mn-lt"/>
                        <a:ea typeface="+mn-ea"/>
                        <a:cs typeface="+mn-cs"/>
                      </a:endParaRPr>
                    </a:p>
                  </a:txBody>
                  <a:tcPr marL="68580" marR="68580" marT="0"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effectLst/>
                          <a:latin typeface="+mn-lt"/>
                        </a:rPr>
                        <a:t>No issues reported</a:t>
                      </a:r>
                      <a:endParaRPr lang="en-US" sz="1200" dirty="0">
                        <a:effectLst/>
                        <a:latin typeface="+mn-lt"/>
                        <a:ea typeface="Aptos" panose="020B0004020202020204" pitchFamily="34" charset="0"/>
                        <a:cs typeface="Aptos" panose="020B0004020202020204" pitchFamily="34" charset="0"/>
                      </a:endParaRPr>
                    </a:p>
                  </a:txBody>
                  <a:tcPr marL="68580" marR="68580" marT="0" marB="0" anchor="ctr"/>
                </a:tc>
                <a:extLst>
                  <a:ext uri="{0D108BD9-81ED-4DB2-BD59-A6C34878D82A}">
                    <a16:rowId xmlns:a16="http://schemas.microsoft.com/office/drawing/2014/main" val="1327994124"/>
                  </a:ext>
                </a:extLst>
              </a:tr>
              <a:tr h="457200">
                <a:tc>
                  <a:txBody>
                    <a:bodyPr/>
                    <a:lstStyle/>
                    <a:p>
                      <a:pPr marL="0" marR="0" algn="ctr">
                        <a:buNone/>
                      </a:pPr>
                      <a:r>
                        <a:rPr lang="en-US" sz="1200">
                          <a:solidFill>
                            <a:srgbClr val="000000"/>
                          </a:solidFill>
                          <a:effectLst/>
                          <a:latin typeface="+mn-lt"/>
                          <a:ea typeface="Aptos" panose="020B0004020202020204" pitchFamily="34" charset="0"/>
                          <a:cs typeface="Aptos" panose="020B0004020202020204" pitchFamily="34" charset="0"/>
                        </a:rPr>
                        <a:t>6</a:t>
                      </a:r>
                      <a:endParaRPr lang="en-US" sz="1200">
                        <a:effectLst/>
                        <a:latin typeface="+mn-lt"/>
                        <a:ea typeface="Aptos" panose="020B0004020202020204" pitchFamily="34" charset="0"/>
                        <a:cs typeface="Aptos" panose="020B0004020202020204" pitchFamily="34" charset="0"/>
                      </a:endParaRPr>
                    </a:p>
                  </a:txBody>
                  <a:tcPr marL="68580" marR="68580" marT="0" marB="0" anchor="ctr"/>
                </a:tc>
                <a:tc>
                  <a:txBody>
                    <a:bodyPr/>
                    <a:lstStyle/>
                    <a:p>
                      <a:pPr marL="0" marR="0">
                        <a:buNone/>
                      </a:pPr>
                      <a:r>
                        <a:rPr lang="en-US" sz="1200">
                          <a:solidFill>
                            <a:srgbClr val="000000"/>
                          </a:solidFill>
                          <a:effectLst/>
                          <a:latin typeface="+mn-lt"/>
                          <a:ea typeface="Aptos" panose="020B0004020202020204" pitchFamily="34" charset="0"/>
                          <a:cs typeface="Aptos" panose="020B0004020202020204" pitchFamily="34" charset="0"/>
                        </a:rPr>
                        <a:t>CP is unable to generate IRN in BOLT</a:t>
                      </a:r>
                      <a:endParaRPr lang="en-US" sz="1200">
                        <a:effectLst/>
                        <a:latin typeface="+mn-lt"/>
                        <a:ea typeface="Aptos" panose="020B0004020202020204" pitchFamily="34" charset="0"/>
                        <a:cs typeface="Aptos" panose="020B0004020202020204" pitchFamily="34" charset="0"/>
                      </a:endParaRPr>
                    </a:p>
                  </a:txBody>
                  <a:tcPr marL="68580" marR="68580" marT="0" marB="0" anchor="ctr"/>
                </a:tc>
                <a:tc>
                  <a:txBody>
                    <a:bodyPr/>
                    <a:lstStyle/>
                    <a:p>
                      <a:pPr marL="0" marR="0">
                        <a:buNone/>
                      </a:pPr>
                      <a:r>
                        <a:rPr lang="en-US" sz="1200" b="1" kern="1200" noProof="0" dirty="0">
                          <a:solidFill>
                            <a:srgbClr val="008000"/>
                          </a:solidFill>
                          <a:effectLst/>
                          <a:latin typeface="+mn-lt"/>
                          <a:ea typeface="+mn-ea"/>
                          <a:cs typeface="+mn-cs"/>
                        </a:rPr>
                        <a:t>Resolved</a:t>
                      </a:r>
                      <a:endParaRPr lang="en-US" sz="1200" b="1" kern="1200" dirty="0">
                        <a:solidFill>
                          <a:srgbClr val="008000"/>
                        </a:solidFill>
                        <a:effectLst/>
                        <a:latin typeface="+mn-lt"/>
                        <a:ea typeface="+mn-ea"/>
                        <a:cs typeface="+mn-cs"/>
                      </a:endParaRPr>
                    </a:p>
                  </a:txBody>
                  <a:tcPr marL="68580" marR="68580" marT="0"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effectLst/>
                          <a:latin typeface="+mn-lt"/>
                        </a:rPr>
                        <a:t>No issues reported</a:t>
                      </a:r>
                      <a:endParaRPr lang="en-US" sz="1200" dirty="0">
                        <a:effectLst/>
                        <a:latin typeface="+mn-lt"/>
                        <a:ea typeface="Aptos" panose="020B0004020202020204" pitchFamily="34" charset="0"/>
                        <a:cs typeface="Aptos" panose="020B0004020202020204" pitchFamily="34" charset="0"/>
                      </a:endParaRPr>
                    </a:p>
                  </a:txBody>
                  <a:tcPr marL="68580" marR="68580" marT="0" marB="0" anchor="ctr"/>
                </a:tc>
                <a:extLst>
                  <a:ext uri="{0D108BD9-81ED-4DB2-BD59-A6C34878D82A}">
                    <a16:rowId xmlns:a16="http://schemas.microsoft.com/office/drawing/2014/main" val="448258777"/>
                  </a:ext>
                </a:extLst>
              </a:tr>
              <a:tr h="457200">
                <a:tc>
                  <a:txBody>
                    <a:bodyPr/>
                    <a:lstStyle/>
                    <a:p>
                      <a:pPr marL="0" marR="0" algn="ctr">
                        <a:buNone/>
                      </a:pPr>
                      <a:r>
                        <a:rPr lang="en-US" sz="1200">
                          <a:solidFill>
                            <a:srgbClr val="000000"/>
                          </a:solidFill>
                          <a:effectLst/>
                          <a:latin typeface="+mn-lt"/>
                          <a:ea typeface="Aptos" panose="020B0004020202020204" pitchFamily="34" charset="0"/>
                          <a:cs typeface="Aptos" panose="020B0004020202020204" pitchFamily="34" charset="0"/>
                        </a:rPr>
                        <a:t>7</a:t>
                      </a:r>
                      <a:endParaRPr lang="en-US" sz="1200">
                        <a:effectLst/>
                        <a:latin typeface="+mn-lt"/>
                        <a:ea typeface="Aptos" panose="020B0004020202020204" pitchFamily="34" charset="0"/>
                        <a:cs typeface="Aptos" panose="020B0004020202020204" pitchFamily="34" charset="0"/>
                      </a:endParaRPr>
                    </a:p>
                  </a:txBody>
                  <a:tcPr marL="68580" marR="68580" marT="0" marB="0" anchor="ctr"/>
                </a:tc>
                <a:tc>
                  <a:txBody>
                    <a:bodyPr/>
                    <a:lstStyle/>
                    <a:p>
                      <a:pPr marL="0" marR="0">
                        <a:buNone/>
                      </a:pPr>
                      <a:r>
                        <a:rPr lang="en-US" sz="1200" dirty="0">
                          <a:solidFill>
                            <a:srgbClr val="000000"/>
                          </a:solidFill>
                          <a:effectLst/>
                          <a:latin typeface="+mn-lt"/>
                          <a:ea typeface="Aptos" panose="020B0004020202020204" pitchFamily="34" charset="0"/>
                          <a:cs typeface="Aptos" panose="020B0004020202020204" pitchFamily="34" charset="0"/>
                        </a:rPr>
                        <a:t>CP was able to view Sales Return window in 'Sold To' option in 'My Business' Menu</a:t>
                      </a:r>
                      <a:endParaRPr lang="en-US" sz="1200" dirty="0">
                        <a:effectLst/>
                        <a:latin typeface="+mn-lt"/>
                        <a:ea typeface="Aptos" panose="020B0004020202020204" pitchFamily="34" charset="0"/>
                        <a:cs typeface="Aptos" panose="020B0004020202020204" pitchFamily="34" charset="0"/>
                      </a:endParaRPr>
                    </a:p>
                  </a:txBody>
                  <a:tcPr marL="68580" marR="68580" marT="0" marB="0" anchor="ctr"/>
                </a:tc>
                <a:tc>
                  <a:txBody>
                    <a:bodyPr/>
                    <a:lstStyle/>
                    <a:p>
                      <a:pPr marL="0" marR="0">
                        <a:buNone/>
                      </a:pPr>
                      <a:r>
                        <a:rPr lang="en-US" sz="1200" b="1" kern="1200" noProof="0" dirty="0">
                          <a:solidFill>
                            <a:srgbClr val="008000"/>
                          </a:solidFill>
                          <a:effectLst/>
                          <a:latin typeface="+mn-lt"/>
                          <a:ea typeface="+mn-ea"/>
                          <a:cs typeface="+mn-cs"/>
                        </a:rPr>
                        <a:t>Resolved</a:t>
                      </a:r>
                      <a:endParaRPr lang="en-US" sz="1200" b="1" kern="1200" dirty="0">
                        <a:solidFill>
                          <a:srgbClr val="008000"/>
                        </a:solidFill>
                        <a:effectLst/>
                        <a:latin typeface="+mn-lt"/>
                        <a:ea typeface="+mn-ea"/>
                        <a:cs typeface="+mn-cs"/>
                      </a:endParaRPr>
                    </a:p>
                  </a:txBody>
                  <a:tcPr marL="68580" marR="68580" marT="0"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effectLst/>
                          <a:latin typeface="+mn-lt"/>
                        </a:rPr>
                        <a:t>No issues reported</a:t>
                      </a:r>
                      <a:endParaRPr lang="en-US" sz="1200" dirty="0">
                        <a:effectLst/>
                        <a:latin typeface="+mn-lt"/>
                        <a:ea typeface="Aptos" panose="020B0004020202020204" pitchFamily="34" charset="0"/>
                        <a:cs typeface="Aptos" panose="020B0004020202020204" pitchFamily="34" charset="0"/>
                      </a:endParaRPr>
                    </a:p>
                  </a:txBody>
                  <a:tcPr marL="68580" marR="68580" marT="0" marB="0" anchor="ctr"/>
                </a:tc>
                <a:extLst>
                  <a:ext uri="{0D108BD9-81ED-4DB2-BD59-A6C34878D82A}">
                    <a16:rowId xmlns:a16="http://schemas.microsoft.com/office/drawing/2014/main" val="2863094492"/>
                  </a:ext>
                </a:extLst>
              </a:tr>
            </a:tbl>
          </a:graphicData>
        </a:graphic>
      </p:graphicFrame>
      <p:sp>
        <p:nvSpPr>
          <p:cNvPr id="4" name="Rectangle 1">
            <a:extLst>
              <a:ext uri="{FF2B5EF4-FFF2-40B4-BE49-F238E27FC236}">
                <a16:creationId xmlns:a16="http://schemas.microsoft.com/office/drawing/2014/main" id="{EA7046F7-8A40-64BB-63D1-16D8CCEBBC7C}"/>
              </a:ext>
            </a:extLst>
          </p:cNvPr>
          <p:cNvSpPr>
            <a:spLocks noChangeArrowheads="1"/>
          </p:cNvSpPr>
          <p:nvPr/>
        </p:nvSpPr>
        <p:spPr bwMode="auto">
          <a:xfrm>
            <a:off x="630999" y="141318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4156852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FCEB46-D3E4-304E-5BC6-03A79A0B0A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43A873-22B5-75E1-0677-B349A22A708F}"/>
              </a:ext>
            </a:extLst>
          </p:cNvPr>
          <p:cNvSpPr>
            <a:spLocks noGrp="1"/>
          </p:cNvSpPr>
          <p:nvPr>
            <p:ph type="title"/>
          </p:nvPr>
        </p:nvSpPr>
        <p:spPr>
          <a:xfrm>
            <a:off x="313151" y="262002"/>
            <a:ext cx="10204450" cy="533400"/>
          </a:xfrm>
        </p:spPr>
        <p:txBody>
          <a:bodyPr/>
          <a:lstStyle/>
          <a:p>
            <a:r>
              <a:rPr lang="en-US" dirty="0"/>
              <a:t>Next set of Activities</a:t>
            </a:r>
          </a:p>
        </p:txBody>
      </p:sp>
      <p:graphicFrame>
        <p:nvGraphicFramePr>
          <p:cNvPr id="3" name="Table 2">
            <a:extLst>
              <a:ext uri="{FF2B5EF4-FFF2-40B4-BE49-F238E27FC236}">
                <a16:creationId xmlns:a16="http://schemas.microsoft.com/office/drawing/2014/main" id="{925A0B6D-85EA-8D5B-CCB8-616B8E56D9BE}"/>
              </a:ext>
            </a:extLst>
          </p:cNvPr>
          <p:cNvGraphicFramePr>
            <a:graphicFrameLocks noGrp="1"/>
          </p:cNvGraphicFramePr>
          <p:nvPr>
            <p:extLst>
              <p:ext uri="{D42A27DB-BD31-4B8C-83A1-F6EECF244321}">
                <p14:modId xmlns:p14="http://schemas.microsoft.com/office/powerpoint/2010/main" val="3319660567"/>
              </p:ext>
            </p:extLst>
          </p:nvPr>
        </p:nvGraphicFramePr>
        <p:xfrm>
          <a:off x="313150" y="1000653"/>
          <a:ext cx="11574049" cy="5733647"/>
        </p:xfrm>
        <a:graphic>
          <a:graphicData uri="http://schemas.openxmlformats.org/drawingml/2006/table">
            <a:tbl>
              <a:tblPr firstRow="1" firstCol="1" bandRow="1">
                <a:tableStyleId>{69012ECD-51FC-41F1-AA8D-1B2483CD663E}</a:tableStyleId>
              </a:tblPr>
              <a:tblGrid>
                <a:gridCol w="637848">
                  <a:extLst>
                    <a:ext uri="{9D8B030D-6E8A-4147-A177-3AD203B41FA5}">
                      <a16:colId xmlns:a16="http://schemas.microsoft.com/office/drawing/2014/main" val="1650329749"/>
                    </a:ext>
                  </a:extLst>
                </a:gridCol>
                <a:gridCol w="2454217">
                  <a:extLst>
                    <a:ext uri="{9D8B030D-6E8A-4147-A177-3AD203B41FA5}">
                      <a16:colId xmlns:a16="http://schemas.microsoft.com/office/drawing/2014/main" val="2545102372"/>
                    </a:ext>
                  </a:extLst>
                </a:gridCol>
                <a:gridCol w="2092113">
                  <a:extLst>
                    <a:ext uri="{9D8B030D-6E8A-4147-A177-3AD203B41FA5}">
                      <a16:colId xmlns:a16="http://schemas.microsoft.com/office/drawing/2014/main" val="1965761394"/>
                    </a:ext>
                  </a:extLst>
                </a:gridCol>
                <a:gridCol w="1593434">
                  <a:extLst>
                    <a:ext uri="{9D8B030D-6E8A-4147-A177-3AD203B41FA5}">
                      <a16:colId xmlns:a16="http://schemas.microsoft.com/office/drawing/2014/main" val="2254713857"/>
                    </a:ext>
                  </a:extLst>
                </a:gridCol>
                <a:gridCol w="4796437">
                  <a:extLst>
                    <a:ext uri="{9D8B030D-6E8A-4147-A177-3AD203B41FA5}">
                      <a16:colId xmlns:a16="http://schemas.microsoft.com/office/drawing/2014/main" val="1162969168"/>
                    </a:ext>
                  </a:extLst>
                </a:gridCol>
              </a:tblGrid>
              <a:tr h="366896">
                <a:tc>
                  <a:txBody>
                    <a:bodyPr/>
                    <a:lstStyle/>
                    <a:p>
                      <a:pPr marL="0" marR="0">
                        <a:buNone/>
                      </a:pPr>
                      <a:r>
                        <a:rPr lang="en-US" sz="1600" kern="0">
                          <a:effectLst/>
                        </a:rPr>
                        <a:t>Sl No</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30914" marR="30914" marT="0" marB="0"/>
                </a:tc>
                <a:tc>
                  <a:txBody>
                    <a:bodyPr/>
                    <a:lstStyle/>
                    <a:p>
                      <a:pPr marL="0" marR="0">
                        <a:buNone/>
                      </a:pPr>
                      <a:r>
                        <a:rPr lang="en-US" sz="1600" kern="0" dirty="0">
                          <a:effectLst/>
                        </a:rPr>
                        <a:t>Tasks</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30914" marR="30914" marT="0" marB="0"/>
                </a:tc>
                <a:tc>
                  <a:txBody>
                    <a:bodyPr/>
                    <a:lstStyle/>
                    <a:p>
                      <a:pPr marL="0" marR="0">
                        <a:buNone/>
                      </a:pPr>
                      <a:r>
                        <a:rPr lang="en-US" sz="1600" kern="0" dirty="0">
                          <a:effectLst/>
                        </a:rPr>
                        <a:t>Status</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30914" marR="30914" marT="0" marB="0"/>
                </a:tc>
                <a:tc>
                  <a:txBody>
                    <a:bodyPr/>
                    <a:lstStyle/>
                    <a:p>
                      <a:pPr marL="0" marR="0">
                        <a:buNone/>
                      </a:pPr>
                      <a:r>
                        <a:rPr lang="en-US" sz="1600" kern="100" dirty="0">
                          <a:effectLst/>
                          <a:latin typeface="Aptos" panose="020B0004020202020204" pitchFamily="34" charset="0"/>
                          <a:ea typeface="Aptos" panose="020B0004020202020204" pitchFamily="34" charset="0"/>
                          <a:cs typeface="Times New Roman" panose="02020603050405020304" pitchFamily="18" charset="0"/>
                        </a:rPr>
                        <a:t>Risk</a:t>
                      </a:r>
                    </a:p>
                  </a:txBody>
                  <a:tcPr marL="30914" marR="30914" marT="0" marB="0"/>
                </a:tc>
                <a:tc>
                  <a:txBody>
                    <a:bodyPr/>
                    <a:lstStyle/>
                    <a:p>
                      <a:pPr marL="0" marR="0">
                        <a:buNone/>
                      </a:pPr>
                      <a:r>
                        <a:rPr lang="en-US" sz="1600" kern="0" dirty="0">
                          <a:effectLst/>
                        </a:rPr>
                        <a:t>KPMG Comments</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30914" marR="30914" marT="0" marB="0"/>
                </a:tc>
                <a:extLst>
                  <a:ext uri="{0D108BD9-81ED-4DB2-BD59-A6C34878D82A}">
                    <a16:rowId xmlns:a16="http://schemas.microsoft.com/office/drawing/2014/main" val="3413391877"/>
                  </a:ext>
                </a:extLst>
              </a:tr>
              <a:tr h="733791">
                <a:tc>
                  <a:txBody>
                    <a:bodyPr/>
                    <a:lstStyle/>
                    <a:p>
                      <a:pPr marL="0" marR="0">
                        <a:buNone/>
                      </a:pPr>
                      <a:r>
                        <a:rPr lang="en-US" sz="1600" kern="0" dirty="0">
                          <a:effectLst/>
                          <a:latin typeface="Aptos" panose="020B0004020202020204" pitchFamily="34" charset="0"/>
                          <a:ea typeface="Aptos" panose="020B0004020202020204" pitchFamily="34" charset="0"/>
                          <a:cs typeface="Times New Roman" panose="02020603050405020304" pitchFamily="18" charset="0"/>
                        </a:rPr>
                        <a:t>1</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30914" marR="30914" marT="0" marB="0"/>
                </a:tc>
                <a:tc>
                  <a:txBody>
                    <a:bodyPr/>
                    <a:lstStyle/>
                    <a:p>
                      <a:pPr marL="0" marR="0">
                        <a:buNone/>
                      </a:pPr>
                      <a:r>
                        <a:rPr lang="en-US" sz="1600" kern="100" dirty="0">
                          <a:effectLst/>
                          <a:latin typeface="Aptos" panose="020B0004020202020204" pitchFamily="34" charset="0"/>
                          <a:ea typeface="Aptos" panose="020B0004020202020204" pitchFamily="34" charset="0"/>
                          <a:cs typeface="Times New Roman" panose="02020603050405020304" pitchFamily="18" charset="0"/>
                        </a:rPr>
                        <a:t>ARS Solution when triggered from Salesforce</a:t>
                      </a:r>
                    </a:p>
                  </a:txBody>
                  <a:tcPr marL="30914" marR="30914" marT="0" marB="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kern="100" dirty="0">
                          <a:effectLst/>
                          <a:latin typeface="Aptos" panose="020B0004020202020204" pitchFamily="34" charset="0"/>
                          <a:ea typeface="Aptos" panose="020B0004020202020204" pitchFamily="34" charset="0"/>
                          <a:cs typeface="Times New Roman" panose="02020603050405020304" pitchFamily="18" charset="0"/>
                        </a:rPr>
                        <a:t>UAT Ready</a:t>
                      </a:r>
                    </a:p>
                  </a:txBody>
                  <a:tcPr marL="30914" marR="30914" marT="0" marB="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kern="100" dirty="0">
                          <a:effectLst/>
                          <a:latin typeface="Aptos" panose="020B0004020202020204" pitchFamily="34" charset="0"/>
                          <a:ea typeface="Aptos" panose="020B0004020202020204" pitchFamily="34" charset="0"/>
                          <a:cs typeface="Times New Roman" panose="02020603050405020304" pitchFamily="18" charset="0"/>
                        </a:rPr>
                        <a:t>Med</a:t>
                      </a:r>
                    </a:p>
                  </a:txBody>
                  <a:tcPr marL="30914" marR="30914" marT="0" marB="0"/>
                </a:tc>
                <a:tc>
                  <a:txBody>
                    <a:bodyPr/>
                    <a:lstStyle/>
                    <a:p>
                      <a:pPr marL="0" marR="0">
                        <a:buNone/>
                      </a:pPr>
                      <a:r>
                        <a:rPr lang="en-US" sz="1600" kern="100" dirty="0">
                          <a:effectLst/>
                          <a:latin typeface="Aptos" panose="020B0004020202020204" pitchFamily="34" charset="0"/>
                          <a:ea typeface="Aptos" panose="020B0004020202020204" pitchFamily="34" charset="0"/>
                          <a:cs typeface="Times New Roman" panose="02020603050405020304" pitchFamily="18" charset="0"/>
                        </a:rPr>
                        <a:t>Awaiting testing result by Page team for 200 bill to codes</a:t>
                      </a:r>
                    </a:p>
                  </a:txBody>
                  <a:tcPr marL="30914" marR="30914" marT="0" marB="0"/>
                </a:tc>
                <a:extLst>
                  <a:ext uri="{0D108BD9-81ED-4DB2-BD59-A6C34878D82A}">
                    <a16:rowId xmlns:a16="http://schemas.microsoft.com/office/drawing/2014/main" val="2485047769"/>
                  </a:ext>
                </a:extLst>
              </a:tr>
              <a:tr h="1373547">
                <a:tc>
                  <a:txBody>
                    <a:bodyPr/>
                    <a:lstStyle/>
                    <a:p>
                      <a:pPr marL="0" marR="0">
                        <a:buNone/>
                      </a:pPr>
                      <a:r>
                        <a:rPr lang="en-US" sz="1600" kern="100" dirty="0">
                          <a:effectLst/>
                          <a:latin typeface="Aptos" panose="020B0004020202020204" pitchFamily="34" charset="0"/>
                          <a:ea typeface="Aptos" panose="020B0004020202020204" pitchFamily="34" charset="0"/>
                          <a:cs typeface="Times New Roman" panose="02020603050405020304" pitchFamily="18" charset="0"/>
                        </a:rPr>
                        <a:t>2</a:t>
                      </a:r>
                    </a:p>
                  </a:txBody>
                  <a:tcPr marL="30914" marR="30914" marT="0" marB="0"/>
                </a:tc>
                <a:tc>
                  <a:txBody>
                    <a:bodyPr/>
                    <a:lstStyle/>
                    <a:p>
                      <a:pPr marL="0" marR="0">
                        <a:buNone/>
                      </a:pPr>
                      <a:r>
                        <a:rPr lang="en-US" sz="1600" kern="100" dirty="0">
                          <a:effectLst/>
                          <a:latin typeface="Aptos" panose="020B0004020202020204" pitchFamily="34" charset="0"/>
                          <a:ea typeface="Aptos" panose="020B0004020202020204" pitchFamily="34" charset="0"/>
                          <a:cs typeface="Times New Roman" panose="02020603050405020304" pitchFamily="18" charset="0"/>
                        </a:rPr>
                        <a:t>P2 to P4 tickets</a:t>
                      </a:r>
                    </a:p>
                  </a:txBody>
                  <a:tcPr marL="30914" marR="30914" marT="0" marB="0"/>
                </a:tc>
                <a:tc>
                  <a:txBody>
                    <a:bodyPr/>
                    <a:lstStyle/>
                    <a:p>
                      <a:pPr marL="0" marR="0">
                        <a:buNone/>
                      </a:pPr>
                      <a:r>
                        <a:rPr lang="en-US" sz="1600" kern="100" dirty="0">
                          <a:effectLst/>
                          <a:latin typeface="Aptos" panose="020B0004020202020204" pitchFamily="34" charset="0"/>
                          <a:ea typeface="Aptos" panose="020B0004020202020204" pitchFamily="34" charset="0"/>
                          <a:cs typeface="Times New Roman" panose="02020603050405020304" pitchFamily="18" charset="0"/>
                        </a:rPr>
                        <a:t>Ready for UAT Deployment</a:t>
                      </a:r>
                    </a:p>
                  </a:txBody>
                  <a:tcPr marL="30914" marR="30914" marT="0" marB="0"/>
                </a:tc>
                <a:tc>
                  <a:txBody>
                    <a:bodyPr/>
                    <a:lstStyle/>
                    <a:p>
                      <a:pPr marL="0" marR="0">
                        <a:buNone/>
                      </a:pPr>
                      <a:r>
                        <a:rPr lang="en-US" sz="1600" kern="100" dirty="0">
                          <a:effectLst/>
                          <a:latin typeface="Aptos" panose="020B0004020202020204" pitchFamily="34" charset="0"/>
                          <a:ea typeface="Aptos" panose="020B0004020202020204" pitchFamily="34" charset="0"/>
                          <a:cs typeface="Times New Roman" panose="02020603050405020304" pitchFamily="18" charset="0"/>
                        </a:rPr>
                        <a:t>Low</a:t>
                      </a:r>
                    </a:p>
                  </a:txBody>
                  <a:tcPr marL="30914" marR="30914" marT="0" marB="0"/>
                </a:tc>
                <a:tc>
                  <a:txBody>
                    <a:bodyPr/>
                    <a:lstStyle/>
                    <a:p>
                      <a:pPr marL="342900" marR="0" lvl="0" indent="-342900" algn="l" defTabSz="914400" rtl="0" eaLnBrk="1" fontAlgn="auto" latinLnBrk="0" hangingPunct="1">
                        <a:lnSpc>
                          <a:spcPct val="100000"/>
                        </a:lnSpc>
                        <a:spcBef>
                          <a:spcPts val="0"/>
                        </a:spcBef>
                        <a:spcAft>
                          <a:spcPts val="0"/>
                        </a:spcAft>
                        <a:buClrTx/>
                        <a:buSzTx/>
                        <a:buFontTx/>
                        <a:buAutoNum type="arabicPeriod"/>
                        <a:tabLst/>
                        <a:defRPr/>
                      </a:pPr>
                      <a:r>
                        <a:rPr lang="en-US" sz="1600" kern="100">
                          <a:effectLst/>
                          <a:latin typeface="Aptos" panose="020B0004020202020204" pitchFamily="34" charset="0"/>
                          <a:ea typeface="Aptos" panose="020B0004020202020204" pitchFamily="34" charset="0"/>
                          <a:cs typeface="Times New Roman" panose="02020603050405020304" pitchFamily="18" charset="0"/>
                        </a:rPr>
                        <a:t>Currently </a:t>
                      </a:r>
                      <a:r>
                        <a:rPr lang="en-US" sz="1600" b="1" kern="100">
                          <a:effectLst/>
                          <a:latin typeface="Aptos" panose="020B0004020202020204" pitchFamily="34" charset="0"/>
                          <a:ea typeface="Aptos" panose="020B0004020202020204" pitchFamily="34" charset="0"/>
                          <a:cs typeface="Times New Roman" panose="02020603050405020304" pitchFamily="18" charset="0"/>
                        </a:rPr>
                        <a:t>42 </a:t>
                      </a:r>
                      <a:r>
                        <a:rPr lang="en-US" sz="1600" b="1" kern="100" dirty="0">
                          <a:effectLst/>
                          <a:latin typeface="Aptos" panose="020B0004020202020204" pitchFamily="34" charset="0"/>
                          <a:ea typeface="Aptos" panose="020B0004020202020204" pitchFamily="34" charset="0"/>
                          <a:cs typeface="Times New Roman" panose="02020603050405020304" pitchFamily="18" charset="0"/>
                        </a:rPr>
                        <a:t>QA Passed tickets </a:t>
                      </a:r>
                      <a:r>
                        <a:rPr lang="en-US" sz="1600" kern="100" dirty="0">
                          <a:effectLst/>
                          <a:latin typeface="Aptos" panose="020B0004020202020204" pitchFamily="34" charset="0"/>
                          <a:ea typeface="Aptos" panose="020B0004020202020204" pitchFamily="34" charset="0"/>
                          <a:cs typeface="Times New Roman" panose="02020603050405020304" pitchFamily="18" charset="0"/>
                        </a:rPr>
                        <a:t>are awaiting testing by Page. </a:t>
                      </a:r>
                    </a:p>
                    <a:p>
                      <a:pPr marL="342900" marR="0" indent="-342900">
                        <a:buAutoNum type="arabicPeriod"/>
                      </a:pPr>
                      <a:r>
                        <a:rPr lang="en-US" sz="1600" kern="100" dirty="0">
                          <a:effectLst/>
                          <a:latin typeface="Aptos" panose="020B0004020202020204" pitchFamily="34" charset="0"/>
                          <a:ea typeface="Aptos" panose="020B0004020202020204" pitchFamily="34" charset="0"/>
                          <a:cs typeface="Times New Roman" panose="02020603050405020304" pitchFamily="18" charset="0"/>
                        </a:rPr>
                        <a:t>Page to finalize priority of QA Passed tickets</a:t>
                      </a:r>
                    </a:p>
                    <a:p>
                      <a:pPr marL="342900" marR="0" indent="-342900">
                        <a:buAutoNum type="arabicPeriod"/>
                      </a:pPr>
                      <a:r>
                        <a:rPr lang="en-US" sz="1600" kern="100" dirty="0">
                          <a:effectLst/>
                          <a:latin typeface="Aptos" panose="020B0004020202020204" pitchFamily="34" charset="0"/>
                          <a:ea typeface="Aptos" panose="020B0004020202020204" pitchFamily="34" charset="0"/>
                          <a:cs typeface="Times New Roman" panose="02020603050405020304" pitchFamily="18" charset="0"/>
                        </a:rPr>
                        <a:t>Based on Prioritization , 4-5 tickets will be tested weekly &amp; deployed to Prod (low volume of tickets to be deployed to ensure stability)</a:t>
                      </a:r>
                    </a:p>
                  </a:txBody>
                  <a:tcPr marL="30914" marR="30914" marT="0" marB="0"/>
                </a:tc>
                <a:extLst>
                  <a:ext uri="{0D108BD9-81ED-4DB2-BD59-A6C34878D82A}">
                    <a16:rowId xmlns:a16="http://schemas.microsoft.com/office/drawing/2014/main" val="1699553155"/>
                  </a:ext>
                </a:extLst>
              </a:tr>
              <a:tr h="915698">
                <a:tc>
                  <a:txBody>
                    <a:bodyPr/>
                    <a:lstStyle/>
                    <a:p>
                      <a:pPr marL="0" marR="0">
                        <a:buNone/>
                      </a:pPr>
                      <a:r>
                        <a:rPr lang="en-US" sz="1600" kern="100" dirty="0">
                          <a:effectLst/>
                          <a:latin typeface="Aptos" panose="020B0004020202020204" pitchFamily="34" charset="0"/>
                          <a:ea typeface="Aptos" panose="020B0004020202020204" pitchFamily="34" charset="0"/>
                          <a:cs typeface="Times New Roman" panose="02020603050405020304" pitchFamily="18" charset="0"/>
                        </a:rPr>
                        <a:t>3</a:t>
                      </a:r>
                    </a:p>
                  </a:txBody>
                  <a:tcPr marL="30914" marR="30914" marT="0" marB="0"/>
                </a:tc>
                <a:tc>
                  <a:txBody>
                    <a:bodyPr/>
                    <a:lstStyle/>
                    <a:p>
                      <a:pPr marL="0" marR="0">
                        <a:buNone/>
                      </a:pPr>
                      <a:r>
                        <a:rPr lang="en-US" sz="1600" kern="100" dirty="0">
                          <a:effectLst/>
                          <a:latin typeface="Aptos" panose="020B0004020202020204" pitchFamily="34" charset="0"/>
                          <a:ea typeface="Aptos" panose="020B0004020202020204" pitchFamily="34" charset="0"/>
                          <a:cs typeface="Times New Roman" panose="02020603050405020304" pitchFamily="18" charset="0"/>
                        </a:rPr>
                        <a:t>EBO</a:t>
                      </a:r>
                    </a:p>
                  </a:txBody>
                  <a:tcPr marL="30914" marR="30914" marT="0" marB="0"/>
                </a:tc>
                <a:tc>
                  <a:txBody>
                    <a:bodyPr/>
                    <a:lstStyle/>
                    <a:p>
                      <a:pPr marL="0" marR="0">
                        <a:buNone/>
                      </a:pPr>
                      <a:r>
                        <a:rPr lang="en-US" sz="1600" kern="100" dirty="0">
                          <a:effectLst/>
                          <a:latin typeface="Aptos" panose="020B0004020202020204" pitchFamily="34" charset="0"/>
                          <a:ea typeface="Aptos" panose="020B0004020202020204" pitchFamily="34" charset="0"/>
                          <a:cs typeface="Times New Roman" panose="02020603050405020304" pitchFamily="18" charset="0"/>
                        </a:rPr>
                        <a:t>UAT Ready</a:t>
                      </a:r>
                    </a:p>
                  </a:txBody>
                  <a:tcPr marL="30914" marR="30914" marT="0" marB="0"/>
                </a:tc>
                <a:tc>
                  <a:txBody>
                    <a:bodyPr/>
                    <a:lstStyle/>
                    <a:p>
                      <a:pPr marL="0" marR="0">
                        <a:buNone/>
                      </a:pPr>
                      <a:r>
                        <a:rPr lang="en-US" sz="1600" kern="100" dirty="0">
                          <a:effectLst/>
                          <a:latin typeface="Aptos" panose="020B0004020202020204" pitchFamily="34" charset="0"/>
                          <a:ea typeface="Aptos" panose="020B0004020202020204" pitchFamily="34" charset="0"/>
                          <a:cs typeface="Times New Roman" panose="02020603050405020304" pitchFamily="18" charset="0"/>
                        </a:rPr>
                        <a:t>Med</a:t>
                      </a:r>
                    </a:p>
                  </a:txBody>
                  <a:tcPr marL="30914" marR="30914" marT="0" marB="0"/>
                </a:tc>
                <a:tc>
                  <a:txBody>
                    <a:bodyPr/>
                    <a:lstStyle/>
                    <a:p>
                      <a:pPr marL="342900" marR="0" indent="-342900">
                        <a:buAutoNum type="arabicPeriod"/>
                      </a:pPr>
                      <a:r>
                        <a:rPr lang="en-US" sz="1600" kern="100" dirty="0">
                          <a:effectLst/>
                          <a:latin typeface="Aptos" panose="020B0004020202020204" pitchFamily="34" charset="0"/>
                          <a:ea typeface="Aptos" panose="020B0004020202020204" pitchFamily="34" charset="0"/>
                          <a:cs typeface="Times New Roman" panose="02020603050405020304" pitchFamily="18" charset="0"/>
                        </a:rPr>
                        <a:t>UAT Deployment completed by KPMG</a:t>
                      </a:r>
                    </a:p>
                    <a:p>
                      <a:pPr marL="342900" marR="0" indent="-342900">
                        <a:buAutoNum type="arabicPeriod"/>
                      </a:pPr>
                      <a:r>
                        <a:rPr lang="en-US" sz="1600" kern="100" dirty="0">
                          <a:effectLst/>
                          <a:latin typeface="Aptos" panose="020B0004020202020204" pitchFamily="34" charset="0"/>
                          <a:ea typeface="Aptos" panose="020B0004020202020204" pitchFamily="34" charset="0"/>
                          <a:cs typeface="Times New Roman" panose="02020603050405020304" pitchFamily="18" charset="0"/>
                        </a:rPr>
                        <a:t>Page team to begin UAT testing from 20</a:t>
                      </a:r>
                      <a:r>
                        <a:rPr lang="en-US" sz="1600" kern="100" baseline="30000" dirty="0">
                          <a:effectLst/>
                          <a:latin typeface="Aptos" panose="020B0004020202020204" pitchFamily="34" charset="0"/>
                          <a:ea typeface="Aptos" panose="020B0004020202020204" pitchFamily="34" charset="0"/>
                          <a:cs typeface="Times New Roman" panose="02020603050405020304" pitchFamily="18" charset="0"/>
                        </a:rPr>
                        <a:t>th</a:t>
                      </a:r>
                      <a:r>
                        <a:rPr lang="en-US" sz="1600" kern="100" dirty="0">
                          <a:effectLst/>
                          <a:latin typeface="Aptos" panose="020B0004020202020204" pitchFamily="34" charset="0"/>
                          <a:ea typeface="Aptos" panose="020B0004020202020204" pitchFamily="34" charset="0"/>
                          <a:cs typeface="Times New Roman" panose="02020603050405020304" pitchFamily="18" charset="0"/>
                        </a:rPr>
                        <a:t> Apr</a:t>
                      </a:r>
                    </a:p>
                    <a:p>
                      <a:pPr marL="342900" marR="0" indent="-342900">
                        <a:buAutoNum type="arabicPeriod"/>
                      </a:pPr>
                      <a:r>
                        <a:rPr lang="en-US" sz="1600" kern="100" dirty="0">
                          <a:effectLst/>
                          <a:latin typeface="Aptos" panose="020B0004020202020204" pitchFamily="34" charset="0"/>
                          <a:ea typeface="Aptos" panose="020B0004020202020204" pitchFamily="34" charset="0"/>
                          <a:cs typeface="Times New Roman" panose="02020603050405020304" pitchFamily="18" charset="0"/>
                        </a:rPr>
                        <a:t>AMS team will work on EBO Bug reported by Page team</a:t>
                      </a:r>
                    </a:p>
                  </a:txBody>
                  <a:tcPr marL="30914" marR="30914" marT="0" marB="0"/>
                </a:tc>
                <a:extLst>
                  <a:ext uri="{0D108BD9-81ED-4DB2-BD59-A6C34878D82A}">
                    <a16:rowId xmlns:a16="http://schemas.microsoft.com/office/drawing/2014/main" val="1004492847"/>
                  </a:ext>
                </a:extLst>
              </a:tr>
              <a:tr h="2060320">
                <a:tc>
                  <a:txBody>
                    <a:bodyPr/>
                    <a:lstStyle/>
                    <a:p>
                      <a:pPr marL="0" marR="0">
                        <a:buNone/>
                      </a:pPr>
                      <a:r>
                        <a:rPr lang="en-US" sz="1600" kern="100" dirty="0">
                          <a:effectLst/>
                          <a:latin typeface="Aptos" panose="020B0004020202020204" pitchFamily="34" charset="0"/>
                          <a:ea typeface="Aptos" panose="020B0004020202020204" pitchFamily="34" charset="0"/>
                          <a:cs typeface="Times New Roman" panose="02020603050405020304" pitchFamily="18" charset="0"/>
                        </a:rPr>
                        <a:t>4</a:t>
                      </a:r>
                    </a:p>
                  </a:txBody>
                  <a:tcPr marL="30914" marR="30914" marT="0" marB="0"/>
                </a:tc>
                <a:tc>
                  <a:txBody>
                    <a:bodyPr/>
                    <a:lstStyle/>
                    <a:p>
                      <a:pPr marL="0" marR="0">
                        <a:buNone/>
                      </a:pPr>
                      <a:r>
                        <a:rPr lang="en-US" sz="1600" kern="100" dirty="0">
                          <a:effectLst/>
                          <a:latin typeface="Aptos" panose="020B0004020202020204" pitchFamily="34" charset="0"/>
                          <a:ea typeface="Aptos" panose="020B0004020202020204" pitchFamily="34" charset="0"/>
                          <a:cs typeface="Times New Roman" panose="02020603050405020304" pitchFamily="18" charset="0"/>
                        </a:rPr>
                        <a:t>STRIDE</a:t>
                      </a:r>
                    </a:p>
                  </a:txBody>
                  <a:tcPr marL="30914" marR="30914" marT="0" marB="0">
                    <a:solidFill>
                      <a:schemeClr val="bg1"/>
                    </a:solidFill>
                  </a:tcPr>
                </a:tc>
                <a:tc>
                  <a:txBody>
                    <a:bodyPr/>
                    <a:lstStyle/>
                    <a:p>
                      <a:pPr marL="0" marR="0">
                        <a:buNone/>
                      </a:pPr>
                      <a:r>
                        <a:rPr lang="en-US" sz="1600" kern="100" dirty="0">
                          <a:effectLst/>
                          <a:latin typeface="Aptos" panose="020B0004020202020204" pitchFamily="34" charset="0"/>
                          <a:ea typeface="Aptos" panose="020B0004020202020204" pitchFamily="34" charset="0"/>
                          <a:cs typeface="Times New Roman" panose="02020603050405020304" pitchFamily="18" charset="0"/>
                        </a:rPr>
                        <a:t>Paused</a:t>
                      </a:r>
                    </a:p>
                  </a:txBody>
                  <a:tcPr marL="30914" marR="30914" marT="0" marB="0">
                    <a:solidFill>
                      <a:schemeClr val="bg1"/>
                    </a:solidFill>
                  </a:tcPr>
                </a:tc>
                <a:tc>
                  <a:txBody>
                    <a:bodyPr/>
                    <a:lstStyle/>
                    <a:p>
                      <a:pPr marL="0" marR="0">
                        <a:buNone/>
                      </a:pPr>
                      <a:r>
                        <a:rPr lang="en-US" sz="1600" kern="100" dirty="0">
                          <a:solidFill>
                            <a:srgbClr val="FF0000"/>
                          </a:solidFill>
                          <a:effectLst/>
                          <a:latin typeface="Aptos" panose="020B0004020202020204" pitchFamily="34" charset="0"/>
                          <a:ea typeface="Aptos" panose="020B0004020202020204" pitchFamily="34" charset="0"/>
                          <a:cs typeface="Times New Roman" panose="02020603050405020304" pitchFamily="18" charset="0"/>
                        </a:rPr>
                        <a:t>High</a:t>
                      </a:r>
                    </a:p>
                  </a:txBody>
                  <a:tcPr marL="30914" marR="30914" marT="0" marB="0">
                    <a:solidFill>
                      <a:schemeClr val="bg1"/>
                    </a:solidFill>
                  </a:tcPr>
                </a:tc>
                <a:tc>
                  <a:txBody>
                    <a:bodyPr/>
                    <a:lstStyle/>
                    <a:p>
                      <a:pPr marL="0" marR="0">
                        <a:buNone/>
                      </a:pPr>
                      <a:r>
                        <a:rPr lang="en-US" sz="1600" kern="100" dirty="0">
                          <a:effectLst/>
                          <a:latin typeface="Aptos" panose="020B0004020202020204" pitchFamily="34" charset="0"/>
                          <a:ea typeface="Aptos" panose="020B0004020202020204" pitchFamily="34" charset="0"/>
                          <a:cs typeface="Times New Roman" panose="02020603050405020304" pitchFamily="18" charset="0"/>
                        </a:rPr>
                        <a:t>1. Development paused by KPMG due to 3-month delay in completion of Primary &amp; Masters from Page team. </a:t>
                      </a:r>
                    </a:p>
                    <a:p>
                      <a:pPr marL="0" marR="0">
                        <a:buNone/>
                      </a:pPr>
                      <a:r>
                        <a:rPr lang="en-US" sz="1600" kern="100" dirty="0">
                          <a:effectLst/>
                          <a:latin typeface="Aptos" panose="020B0004020202020204" pitchFamily="34" charset="0"/>
                          <a:ea typeface="Aptos" panose="020B0004020202020204" pitchFamily="34" charset="0"/>
                          <a:cs typeface="Times New Roman" panose="02020603050405020304" pitchFamily="18" charset="0"/>
                        </a:rPr>
                        <a:t>2. Date of completion now is 21</a:t>
                      </a:r>
                      <a:r>
                        <a:rPr lang="en-US" sz="1600" kern="100" baseline="30000" dirty="0">
                          <a:effectLst/>
                          <a:latin typeface="Aptos" panose="020B0004020202020204" pitchFamily="34" charset="0"/>
                          <a:ea typeface="Aptos" panose="020B0004020202020204" pitchFamily="34" charset="0"/>
                          <a:cs typeface="Times New Roman" panose="02020603050405020304" pitchFamily="18" charset="0"/>
                        </a:rPr>
                        <a:t>st</a:t>
                      </a:r>
                      <a:r>
                        <a:rPr lang="en-US" sz="1600" kern="100" dirty="0">
                          <a:effectLst/>
                          <a:latin typeface="Aptos" panose="020B0004020202020204" pitchFamily="34" charset="0"/>
                          <a:ea typeface="Aptos" panose="020B0004020202020204" pitchFamily="34" charset="0"/>
                          <a:cs typeface="Times New Roman" panose="02020603050405020304" pitchFamily="18" charset="0"/>
                        </a:rPr>
                        <a:t> April from Page team.</a:t>
                      </a:r>
                    </a:p>
                    <a:p>
                      <a:pPr marL="0" marR="0">
                        <a:buNone/>
                      </a:pPr>
                      <a:r>
                        <a:rPr lang="en-US" sz="1600" kern="100" dirty="0">
                          <a:effectLst/>
                          <a:latin typeface="Aptos" panose="020B0004020202020204" pitchFamily="34" charset="0"/>
                          <a:ea typeface="Aptos" panose="020B0004020202020204" pitchFamily="34" charset="0"/>
                          <a:cs typeface="Times New Roman" panose="02020603050405020304" pitchFamily="18" charset="0"/>
                        </a:rPr>
                        <a:t>3. KPMG team will commence integration testing with Page from </a:t>
                      </a:r>
                      <a:r>
                        <a:rPr lang="en-US" sz="1600" b="1" kern="100" dirty="0">
                          <a:effectLst/>
                          <a:latin typeface="Aptos" panose="020B0004020202020204" pitchFamily="34" charset="0"/>
                          <a:ea typeface="Aptos" panose="020B0004020202020204" pitchFamily="34" charset="0"/>
                          <a:cs typeface="Times New Roman" panose="02020603050405020304" pitchFamily="18" charset="0"/>
                        </a:rPr>
                        <a:t>22</a:t>
                      </a:r>
                      <a:r>
                        <a:rPr lang="en-US" sz="1600" b="1" kern="100" baseline="30000" dirty="0">
                          <a:effectLst/>
                          <a:latin typeface="Aptos" panose="020B0004020202020204" pitchFamily="34" charset="0"/>
                          <a:ea typeface="Aptos" panose="020B0004020202020204" pitchFamily="34" charset="0"/>
                          <a:cs typeface="Times New Roman" panose="02020603050405020304" pitchFamily="18" charset="0"/>
                        </a:rPr>
                        <a:t>nd</a:t>
                      </a:r>
                      <a:r>
                        <a:rPr lang="en-US" sz="1600" b="1" kern="100" dirty="0">
                          <a:effectLst/>
                          <a:latin typeface="Aptos" panose="020B0004020202020204" pitchFamily="34" charset="0"/>
                          <a:ea typeface="Aptos" panose="020B0004020202020204" pitchFamily="34" charset="0"/>
                          <a:cs typeface="Times New Roman" panose="02020603050405020304" pitchFamily="18" charset="0"/>
                        </a:rPr>
                        <a:t> April.</a:t>
                      </a:r>
                    </a:p>
                    <a:p>
                      <a:pPr marL="0" marR="0">
                        <a:buNone/>
                      </a:pPr>
                      <a:r>
                        <a:rPr lang="en-US" sz="1600" kern="100" dirty="0">
                          <a:effectLst/>
                          <a:latin typeface="Aptos" panose="020B0004020202020204" pitchFamily="34" charset="0"/>
                          <a:ea typeface="Aptos" panose="020B0004020202020204" pitchFamily="34" charset="0"/>
                          <a:cs typeface="Times New Roman" panose="02020603050405020304" pitchFamily="18" charset="0"/>
                        </a:rPr>
                        <a:t>4. Frequent UAT deployments in BOLT 2.0 will impact HANA.</a:t>
                      </a:r>
                    </a:p>
                  </a:txBody>
                  <a:tcPr marL="30914" marR="30914" marT="0" marB="0">
                    <a:solidFill>
                      <a:schemeClr val="bg1"/>
                    </a:solidFill>
                  </a:tcPr>
                </a:tc>
                <a:extLst>
                  <a:ext uri="{0D108BD9-81ED-4DB2-BD59-A6C34878D82A}">
                    <a16:rowId xmlns:a16="http://schemas.microsoft.com/office/drawing/2014/main" val="4212488066"/>
                  </a:ext>
                </a:extLst>
              </a:tr>
            </a:tbl>
          </a:graphicData>
        </a:graphic>
      </p:graphicFrame>
    </p:spTree>
    <p:extLst>
      <p:ext uri="{BB962C8B-B14F-4D97-AF65-F5344CB8AC3E}">
        <p14:creationId xmlns:p14="http://schemas.microsoft.com/office/powerpoint/2010/main" val="15341273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C7401-A080-3B38-A7C9-3BB48FD77C17}"/>
              </a:ext>
            </a:extLst>
          </p:cNvPr>
          <p:cNvSpPr>
            <a:spLocks noGrp="1"/>
          </p:cNvSpPr>
          <p:nvPr>
            <p:ph type="title"/>
          </p:nvPr>
        </p:nvSpPr>
        <p:spPr>
          <a:xfrm>
            <a:off x="313150" y="102616"/>
            <a:ext cx="10204450" cy="533400"/>
          </a:xfrm>
        </p:spPr>
        <p:txBody>
          <a:bodyPr/>
          <a:lstStyle/>
          <a:p>
            <a:r>
              <a:rPr lang="en-US" dirty="0"/>
              <a:t>EBO Activities</a:t>
            </a:r>
          </a:p>
        </p:txBody>
      </p:sp>
      <p:graphicFrame>
        <p:nvGraphicFramePr>
          <p:cNvPr id="3" name="Table 2">
            <a:extLst>
              <a:ext uri="{FF2B5EF4-FFF2-40B4-BE49-F238E27FC236}">
                <a16:creationId xmlns:a16="http://schemas.microsoft.com/office/drawing/2014/main" id="{414EA434-AE43-DB2C-C1A8-2BC2F146554E}"/>
              </a:ext>
            </a:extLst>
          </p:cNvPr>
          <p:cNvGraphicFramePr>
            <a:graphicFrameLocks noGrp="1"/>
          </p:cNvGraphicFramePr>
          <p:nvPr>
            <p:extLst>
              <p:ext uri="{D42A27DB-BD31-4B8C-83A1-F6EECF244321}">
                <p14:modId xmlns:p14="http://schemas.microsoft.com/office/powerpoint/2010/main" val="2257912356"/>
              </p:ext>
            </p:extLst>
          </p:nvPr>
        </p:nvGraphicFramePr>
        <p:xfrm>
          <a:off x="313150" y="636016"/>
          <a:ext cx="11290585" cy="6022990"/>
        </p:xfrm>
        <a:graphic>
          <a:graphicData uri="http://schemas.openxmlformats.org/drawingml/2006/table">
            <a:tbl>
              <a:tblPr firstRow="1" firstCol="1" bandRow="1">
                <a:tableStyleId>{69012ECD-51FC-41F1-AA8D-1B2483CD663E}</a:tableStyleId>
              </a:tblPr>
              <a:tblGrid>
                <a:gridCol w="596367">
                  <a:extLst>
                    <a:ext uri="{9D8B030D-6E8A-4147-A177-3AD203B41FA5}">
                      <a16:colId xmlns:a16="http://schemas.microsoft.com/office/drawing/2014/main" val="1650329749"/>
                    </a:ext>
                  </a:extLst>
                </a:gridCol>
                <a:gridCol w="2273647">
                  <a:extLst>
                    <a:ext uri="{9D8B030D-6E8A-4147-A177-3AD203B41FA5}">
                      <a16:colId xmlns:a16="http://schemas.microsoft.com/office/drawing/2014/main" val="2545102372"/>
                    </a:ext>
                  </a:extLst>
                </a:gridCol>
                <a:gridCol w="2273647">
                  <a:extLst>
                    <a:ext uri="{9D8B030D-6E8A-4147-A177-3AD203B41FA5}">
                      <a16:colId xmlns:a16="http://schemas.microsoft.com/office/drawing/2014/main" val="4106945902"/>
                    </a:ext>
                  </a:extLst>
                </a:gridCol>
                <a:gridCol w="1226899">
                  <a:extLst>
                    <a:ext uri="{9D8B030D-6E8A-4147-A177-3AD203B41FA5}">
                      <a16:colId xmlns:a16="http://schemas.microsoft.com/office/drawing/2014/main" val="1965761394"/>
                    </a:ext>
                  </a:extLst>
                </a:gridCol>
                <a:gridCol w="1226899">
                  <a:extLst>
                    <a:ext uri="{9D8B030D-6E8A-4147-A177-3AD203B41FA5}">
                      <a16:colId xmlns:a16="http://schemas.microsoft.com/office/drawing/2014/main" val="557978196"/>
                    </a:ext>
                  </a:extLst>
                </a:gridCol>
                <a:gridCol w="3693126">
                  <a:extLst>
                    <a:ext uri="{9D8B030D-6E8A-4147-A177-3AD203B41FA5}">
                      <a16:colId xmlns:a16="http://schemas.microsoft.com/office/drawing/2014/main" val="1162969168"/>
                    </a:ext>
                  </a:extLst>
                </a:gridCol>
              </a:tblGrid>
              <a:tr h="148844">
                <a:tc>
                  <a:txBody>
                    <a:bodyPr/>
                    <a:lstStyle/>
                    <a:p>
                      <a:pPr marL="0" marR="0">
                        <a:buNone/>
                      </a:pPr>
                      <a:r>
                        <a:rPr lang="en-US" sz="1100" kern="0">
                          <a:effectLst/>
                          <a:latin typeface="+mn-lt"/>
                        </a:rPr>
                        <a:t>Sl No</a:t>
                      </a:r>
                      <a:endParaRPr lang="en-US" sz="1100" kern="100">
                        <a:effectLst/>
                        <a:latin typeface="+mn-lt"/>
                        <a:ea typeface="Aptos" panose="020B0004020202020204" pitchFamily="34" charset="0"/>
                        <a:cs typeface="Times New Roman" panose="02020603050405020304" pitchFamily="18" charset="0"/>
                      </a:endParaRPr>
                    </a:p>
                  </a:txBody>
                  <a:tcPr marL="30914" marR="30914" marT="0" marB="0"/>
                </a:tc>
                <a:tc>
                  <a:txBody>
                    <a:bodyPr/>
                    <a:lstStyle/>
                    <a:p>
                      <a:pPr marL="0" marR="0">
                        <a:buNone/>
                      </a:pPr>
                      <a:r>
                        <a:rPr lang="en-US" sz="1100" kern="0" dirty="0">
                          <a:effectLst/>
                          <a:latin typeface="+mn-lt"/>
                          <a:ea typeface="Aptos" panose="020B0004020202020204" pitchFamily="34" charset="0"/>
                          <a:cs typeface="Times New Roman" panose="02020603050405020304" pitchFamily="18" charset="0"/>
                        </a:rPr>
                        <a:t>Functionality</a:t>
                      </a:r>
                      <a:endParaRPr lang="en-US" sz="1100" kern="100" dirty="0">
                        <a:effectLst/>
                        <a:latin typeface="+mn-lt"/>
                        <a:ea typeface="Aptos" panose="020B0004020202020204" pitchFamily="34" charset="0"/>
                        <a:cs typeface="Times New Roman" panose="02020603050405020304" pitchFamily="18" charset="0"/>
                      </a:endParaRPr>
                    </a:p>
                  </a:txBody>
                  <a:tcPr marL="30914" marR="30914" marT="0" marB="0"/>
                </a:tc>
                <a:tc>
                  <a:txBody>
                    <a:bodyPr/>
                    <a:lstStyle/>
                    <a:p>
                      <a:pPr marL="0" marR="0">
                        <a:buNone/>
                      </a:pPr>
                      <a:r>
                        <a:rPr lang="en-US" sz="1100" kern="100" dirty="0">
                          <a:effectLst/>
                          <a:latin typeface="+mn-lt"/>
                          <a:ea typeface="Aptos" panose="020B0004020202020204" pitchFamily="34" charset="0"/>
                          <a:cs typeface="Times New Roman" panose="02020603050405020304" pitchFamily="18" charset="0"/>
                        </a:rPr>
                        <a:t>Task</a:t>
                      </a:r>
                    </a:p>
                  </a:txBody>
                  <a:tcPr marL="30914" marR="30914" marT="0" marB="0"/>
                </a:tc>
                <a:tc>
                  <a:txBody>
                    <a:bodyPr/>
                    <a:lstStyle/>
                    <a:p>
                      <a:pPr marL="0" marR="0">
                        <a:buNone/>
                      </a:pPr>
                      <a:r>
                        <a:rPr lang="en-US" sz="1100" kern="0">
                          <a:effectLst/>
                          <a:latin typeface="+mn-lt"/>
                        </a:rPr>
                        <a:t>Status</a:t>
                      </a:r>
                      <a:endParaRPr lang="en-US" sz="1100" kern="100">
                        <a:effectLst/>
                        <a:latin typeface="+mn-lt"/>
                        <a:ea typeface="Aptos" panose="020B0004020202020204" pitchFamily="34" charset="0"/>
                        <a:cs typeface="Times New Roman" panose="02020603050405020304" pitchFamily="18" charset="0"/>
                      </a:endParaRPr>
                    </a:p>
                  </a:txBody>
                  <a:tcPr marL="30914" marR="30914" marT="0" marB="0"/>
                </a:tc>
                <a:tc>
                  <a:txBody>
                    <a:bodyPr/>
                    <a:lstStyle/>
                    <a:p>
                      <a:pPr marL="0" marR="0">
                        <a:buNone/>
                      </a:pPr>
                      <a:r>
                        <a:rPr lang="en-US" sz="1100" kern="100" dirty="0">
                          <a:effectLst/>
                          <a:latin typeface="+mn-lt"/>
                          <a:ea typeface="Aptos" panose="020B0004020202020204" pitchFamily="34" charset="0"/>
                          <a:cs typeface="Times New Roman" panose="02020603050405020304" pitchFamily="18" charset="0"/>
                        </a:rPr>
                        <a:t>Due Date</a:t>
                      </a:r>
                    </a:p>
                  </a:txBody>
                  <a:tcPr marL="30914" marR="30914" marT="0" marB="0"/>
                </a:tc>
                <a:tc>
                  <a:txBody>
                    <a:bodyPr/>
                    <a:lstStyle/>
                    <a:p>
                      <a:pPr marL="0" marR="0">
                        <a:buNone/>
                      </a:pPr>
                      <a:r>
                        <a:rPr lang="en-US" sz="1100" kern="0">
                          <a:effectLst/>
                          <a:latin typeface="+mn-lt"/>
                        </a:rPr>
                        <a:t>KPMG Comments</a:t>
                      </a:r>
                      <a:endParaRPr lang="en-US" sz="1100" kern="100">
                        <a:effectLst/>
                        <a:latin typeface="+mn-lt"/>
                        <a:ea typeface="Aptos" panose="020B0004020202020204" pitchFamily="34" charset="0"/>
                        <a:cs typeface="Times New Roman" panose="02020603050405020304" pitchFamily="18" charset="0"/>
                      </a:endParaRPr>
                    </a:p>
                  </a:txBody>
                  <a:tcPr marL="30914" marR="30914" marT="0" marB="0"/>
                </a:tc>
                <a:extLst>
                  <a:ext uri="{0D108BD9-81ED-4DB2-BD59-A6C34878D82A}">
                    <a16:rowId xmlns:a16="http://schemas.microsoft.com/office/drawing/2014/main" val="3413391877"/>
                  </a:ext>
                </a:extLst>
              </a:tr>
              <a:tr h="844260">
                <a:tc>
                  <a:txBody>
                    <a:bodyPr/>
                    <a:lstStyle/>
                    <a:p>
                      <a:pPr marL="0" marR="0">
                        <a:buNone/>
                      </a:pPr>
                      <a:r>
                        <a:rPr lang="en-US" sz="1100" kern="0" dirty="0">
                          <a:effectLst/>
                          <a:latin typeface="+mn-lt"/>
                        </a:rPr>
                        <a:t>1</a:t>
                      </a:r>
                      <a:endParaRPr lang="en-US" sz="1100" kern="100" dirty="0">
                        <a:effectLst/>
                        <a:latin typeface="+mn-lt"/>
                        <a:ea typeface="Aptos" panose="020B0004020202020204" pitchFamily="34" charset="0"/>
                        <a:cs typeface="Times New Roman" panose="02020603050405020304" pitchFamily="18" charset="0"/>
                      </a:endParaRPr>
                    </a:p>
                  </a:txBody>
                  <a:tcPr marL="30914" marR="30914" marT="0" marB="0"/>
                </a:tc>
                <a:tc>
                  <a:txBody>
                    <a:bodyPr/>
                    <a:lstStyle/>
                    <a:p>
                      <a:pPr marL="0" marR="0">
                        <a:buNone/>
                      </a:pPr>
                      <a:r>
                        <a:rPr lang="en-US" sz="1100" kern="100" dirty="0">
                          <a:solidFill>
                            <a:srgbClr val="000000"/>
                          </a:solidFill>
                          <a:effectLst/>
                          <a:latin typeface="+mn-lt"/>
                          <a:ea typeface="Aptos" panose="020B0004020202020204" pitchFamily="34" charset="0"/>
                          <a:cs typeface="Times New Roman" panose="02020603050405020304" pitchFamily="18" charset="0"/>
                        </a:rPr>
                        <a:t>Secondary Orders</a:t>
                      </a:r>
                    </a:p>
                  </a:txBody>
                  <a:tcPr marL="30914" marR="30914" marT="0" marB="0"/>
                </a:tc>
                <a:tc>
                  <a:txBody>
                    <a:bodyPr/>
                    <a:lstStyle/>
                    <a:p>
                      <a:pPr marL="0" marR="0">
                        <a:buNone/>
                      </a:pPr>
                      <a:r>
                        <a:rPr lang="en-US" sz="1100" kern="100" dirty="0">
                          <a:solidFill>
                            <a:srgbClr val="000000"/>
                          </a:solidFill>
                          <a:effectLst/>
                          <a:latin typeface="+mn-lt"/>
                          <a:ea typeface="Aptos" panose="020B0004020202020204" pitchFamily="34" charset="0"/>
                          <a:cs typeface="Times New Roman" panose="02020603050405020304" pitchFamily="18" charset="0"/>
                        </a:rPr>
                        <a:t>Syncing of Orders from </a:t>
                      </a:r>
                      <a:r>
                        <a:rPr lang="en-US" sz="1100" kern="100" dirty="0" err="1">
                          <a:solidFill>
                            <a:srgbClr val="000000"/>
                          </a:solidFill>
                          <a:effectLst/>
                          <a:latin typeface="+mn-lt"/>
                          <a:ea typeface="Aptos" panose="020B0004020202020204" pitchFamily="34" charset="0"/>
                          <a:cs typeface="Times New Roman" panose="02020603050405020304" pitchFamily="18" charset="0"/>
                        </a:rPr>
                        <a:t>Wondersoft</a:t>
                      </a:r>
                      <a:r>
                        <a:rPr lang="en-US" sz="1100" kern="100" dirty="0">
                          <a:solidFill>
                            <a:srgbClr val="000000"/>
                          </a:solidFill>
                          <a:effectLst/>
                          <a:latin typeface="+mn-lt"/>
                          <a:ea typeface="Aptos" panose="020B0004020202020204" pitchFamily="34" charset="0"/>
                          <a:cs typeface="Times New Roman" panose="02020603050405020304" pitchFamily="18" charset="0"/>
                        </a:rPr>
                        <a:t> into SFDC</a:t>
                      </a:r>
                    </a:p>
                  </a:txBody>
                  <a:tcPr marL="30914" marR="30914" marT="0" marB="0"/>
                </a:tc>
                <a:tc>
                  <a:txBody>
                    <a:bodyPr/>
                    <a:lstStyle/>
                    <a:p>
                      <a:pPr marL="0" marR="0">
                        <a:buNone/>
                      </a:pPr>
                      <a:r>
                        <a:rPr lang="en-US" sz="1100" kern="100" dirty="0">
                          <a:effectLst/>
                          <a:latin typeface="+mn-lt"/>
                          <a:ea typeface="Aptos" panose="020B0004020202020204" pitchFamily="34" charset="0"/>
                          <a:cs typeface="Times New Roman" panose="02020603050405020304" pitchFamily="18" charset="0"/>
                        </a:rPr>
                        <a:t>UAT Ready</a:t>
                      </a:r>
                    </a:p>
                  </a:txBody>
                  <a:tcPr marL="30914" marR="30914" marT="0" marB="0"/>
                </a:tc>
                <a:tc>
                  <a:txBody>
                    <a:bodyPr/>
                    <a:lstStyle/>
                    <a:p>
                      <a:pPr marL="0" marR="0">
                        <a:buNone/>
                      </a:pPr>
                      <a:r>
                        <a:rPr lang="en-US" sz="1100" kern="100" dirty="0">
                          <a:effectLst/>
                          <a:latin typeface="+mn-lt"/>
                          <a:ea typeface="Aptos" panose="020B0004020202020204" pitchFamily="34" charset="0"/>
                          <a:cs typeface="Times New Roman" panose="02020603050405020304" pitchFamily="18" charset="0"/>
                        </a:rPr>
                        <a:t>9</a:t>
                      </a:r>
                      <a:r>
                        <a:rPr lang="en-US" sz="1100" kern="100" baseline="30000" dirty="0">
                          <a:effectLst/>
                          <a:latin typeface="+mn-lt"/>
                          <a:ea typeface="Aptos" panose="020B0004020202020204" pitchFamily="34" charset="0"/>
                          <a:cs typeface="Times New Roman" panose="02020603050405020304" pitchFamily="18" charset="0"/>
                        </a:rPr>
                        <a:t>th</a:t>
                      </a:r>
                      <a:r>
                        <a:rPr lang="en-US" sz="1100" kern="100" dirty="0">
                          <a:effectLst/>
                          <a:latin typeface="+mn-lt"/>
                          <a:ea typeface="Aptos" panose="020B0004020202020204" pitchFamily="34" charset="0"/>
                          <a:cs typeface="Times New Roman" panose="02020603050405020304" pitchFamily="18" charset="0"/>
                        </a:rPr>
                        <a:t> Apr</a:t>
                      </a:r>
                    </a:p>
                  </a:txBody>
                  <a:tcPr marL="30914" marR="30914" marT="0" marB="0"/>
                </a:tc>
                <a:tc>
                  <a: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sz="1100" kern="100" dirty="0">
                          <a:solidFill>
                            <a:srgbClr val="000000"/>
                          </a:solidFill>
                          <a:effectLst/>
                          <a:latin typeface="+mn-lt"/>
                          <a:ea typeface="Aptos" panose="020B0004020202020204" pitchFamily="34" charset="0"/>
                          <a:cs typeface="Times New Roman" panose="02020603050405020304" pitchFamily="18" charset="0"/>
                        </a:rPr>
                        <a:t>Optimizations required were completed and shared with Page team for changes on </a:t>
                      </a:r>
                      <a:r>
                        <a:rPr lang="en-US" sz="1100" kern="100" dirty="0" err="1">
                          <a:solidFill>
                            <a:srgbClr val="000000"/>
                          </a:solidFill>
                          <a:effectLst/>
                          <a:latin typeface="+mn-lt"/>
                          <a:ea typeface="Aptos" panose="020B0004020202020204" pitchFamily="34" charset="0"/>
                          <a:cs typeface="Times New Roman" panose="02020603050405020304" pitchFamily="18" charset="0"/>
                        </a:rPr>
                        <a:t>Wondersoft</a:t>
                      </a:r>
                      <a:r>
                        <a:rPr lang="en-US" sz="1100" kern="100" dirty="0">
                          <a:solidFill>
                            <a:srgbClr val="000000"/>
                          </a:solidFill>
                          <a:effectLst/>
                          <a:latin typeface="+mn-lt"/>
                          <a:ea typeface="Aptos" panose="020B0004020202020204" pitchFamily="34" charset="0"/>
                          <a:cs typeface="Times New Roman" panose="02020603050405020304" pitchFamily="18" charset="0"/>
                        </a:rPr>
                        <a:t> end</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sz="1100" kern="100" dirty="0">
                          <a:solidFill>
                            <a:srgbClr val="000000"/>
                          </a:solidFill>
                          <a:effectLst/>
                          <a:latin typeface="+mn-lt"/>
                          <a:ea typeface="Aptos" panose="020B0004020202020204" pitchFamily="34" charset="0"/>
                          <a:cs typeface="Times New Roman" panose="02020603050405020304" pitchFamily="18" charset="0"/>
                        </a:rPr>
                        <a:t>Page team had asked to create staging tables to handle volume of orders. In recent discussion, Page team has agreed to check if sending orders </a:t>
                      </a:r>
                      <a:r>
                        <a:rPr lang="en-US" sz="1100" kern="100" dirty="0" err="1">
                          <a:solidFill>
                            <a:srgbClr val="000000"/>
                          </a:solidFill>
                          <a:effectLst/>
                          <a:latin typeface="+mn-lt"/>
                          <a:ea typeface="Aptos" panose="020B0004020202020204" pitchFamily="34" charset="0"/>
                          <a:cs typeface="Times New Roman" panose="02020603050405020304" pitchFamily="18" charset="0"/>
                        </a:rPr>
                        <a:t>storewise</a:t>
                      </a:r>
                      <a:r>
                        <a:rPr lang="en-US" sz="1100" kern="100" dirty="0">
                          <a:solidFill>
                            <a:srgbClr val="000000"/>
                          </a:solidFill>
                          <a:effectLst/>
                          <a:latin typeface="+mn-lt"/>
                          <a:ea typeface="Aptos" panose="020B0004020202020204" pitchFamily="34" charset="0"/>
                          <a:cs typeface="Times New Roman" panose="02020603050405020304" pitchFamily="18" charset="0"/>
                        </a:rPr>
                        <a:t> can reduce the volume instead.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kern="100" dirty="0">
                        <a:solidFill>
                          <a:srgbClr val="000000"/>
                        </a:solidFill>
                        <a:effectLst/>
                        <a:latin typeface="+mn-lt"/>
                        <a:ea typeface="Aptos" panose="020B0004020202020204" pitchFamily="34" charset="0"/>
                        <a:cs typeface="Times New Roman" panose="02020603050405020304" pitchFamily="18" charset="0"/>
                      </a:endParaRPr>
                    </a:p>
                  </a:txBody>
                  <a:tcPr marL="30914" marR="30914" marT="0" marB="0"/>
                </a:tc>
                <a:extLst>
                  <a:ext uri="{0D108BD9-81ED-4DB2-BD59-A6C34878D82A}">
                    <a16:rowId xmlns:a16="http://schemas.microsoft.com/office/drawing/2014/main" val="129323507"/>
                  </a:ext>
                </a:extLst>
              </a:tr>
              <a:tr h="714177">
                <a:tc>
                  <a:txBody>
                    <a:bodyPr/>
                    <a:lstStyle/>
                    <a:p>
                      <a:pPr marL="0" marR="0">
                        <a:buNone/>
                      </a:pPr>
                      <a:r>
                        <a:rPr lang="en-US" sz="1100" kern="0" dirty="0">
                          <a:effectLst/>
                          <a:latin typeface="+mn-lt"/>
                        </a:rPr>
                        <a:t>2</a:t>
                      </a:r>
                      <a:endParaRPr lang="en-US" sz="1100" kern="100" dirty="0">
                        <a:effectLst/>
                        <a:latin typeface="+mn-lt"/>
                        <a:ea typeface="Aptos" panose="020B0004020202020204" pitchFamily="34" charset="0"/>
                        <a:cs typeface="Times New Roman" panose="02020603050405020304" pitchFamily="18" charset="0"/>
                      </a:endParaRPr>
                    </a:p>
                  </a:txBody>
                  <a:tcPr marL="30914" marR="30914" marT="0" marB="0"/>
                </a:tc>
                <a:tc>
                  <a:txBody>
                    <a:bodyPr/>
                    <a:lstStyle/>
                    <a:p>
                      <a:pPr marL="0" marR="0">
                        <a:buNone/>
                      </a:pPr>
                      <a:r>
                        <a:rPr lang="en-US" sz="1100" kern="100" dirty="0">
                          <a:solidFill>
                            <a:srgbClr val="000000"/>
                          </a:solidFill>
                          <a:effectLst/>
                          <a:latin typeface="+mn-lt"/>
                          <a:ea typeface="Aptos" panose="020B0004020202020204" pitchFamily="34" charset="0"/>
                          <a:cs typeface="Times New Roman" panose="02020603050405020304" pitchFamily="18" charset="0"/>
                        </a:rPr>
                        <a:t>Stock Allocation</a:t>
                      </a:r>
                    </a:p>
                  </a:txBody>
                  <a:tcPr marL="30914" marR="30914" marT="0" marB="0"/>
                </a:tc>
                <a:tc>
                  <a:txBody>
                    <a:bodyPr/>
                    <a:lstStyle/>
                    <a:p>
                      <a:pPr marL="0" marR="0">
                        <a:buNone/>
                      </a:pPr>
                      <a:r>
                        <a:rPr lang="en-US" sz="1100" kern="100" dirty="0">
                          <a:solidFill>
                            <a:srgbClr val="000000"/>
                          </a:solidFill>
                          <a:effectLst/>
                          <a:latin typeface="+mn-lt"/>
                          <a:ea typeface="Aptos" panose="020B0004020202020204" pitchFamily="34" charset="0"/>
                          <a:cs typeface="Times New Roman" panose="02020603050405020304" pitchFamily="18" charset="0"/>
                        </a:rPr>
                        <a:t>As the user will not require to take any action on the Stock Allocation screen, this functionality is to be automated through batch process</a:t>
                      </a:r>
                    </a:p>
                  </a:txBody>
                  <a:tcPr marL="30914" marR="30914" marT="0" marB="0"/>
                </a:tc>
                <a:tc>
                  <a:txBody>
                    <a:bodyPr/>
                    <a:lstStyle/>
                    <a:p>
                      <a:pPr marL="0" marR="0">
                        <a:buNone/>
                      </a:pPr>
                      <a:r>
                        <a:rPr lang="en-US" sz="1100" kern="100" dirty="0">
                          <a:effectLst/>
                          <a:latin typeface="+mn-lt"/>
                          <a:ea typeface="Aptos" panose="020B0004020202020204" pitchFamily="34" charset="0"/>
                          <a:cs typeface="Times New Roman" panose="02020603050405020304" pitchFamily="18" charset="0"/>
                        </a:rPr>
                        <a:t>UAT Ready</a:t>
                      </a:r>
                    </a:p>
                  </a:txBody>
                  <a:tcPr marL="30914" marR="30914" marT="0" marB="0"/>
                </a:tc>
                <a:tc>
                  <a:txBody>
                    <a:bodyPr/>
                    <a:lstStyle/>
                    <a:p>
                      <a:pPr marL="0" marR="0">
                        <a:buNone/>
                      </a:pPr>
                      <a:r>
                        <a:rPr lang="en-US" sz="1100" kern="100" dirty="0">
                          <a:effectLst/>
                          <a:latin typeface="+mn-lt"/>
                          <a:ea typeface="Aptos" panose="020B0004020202020204" pitchFamily="34" charset="0"/>
                          <a:cs typeface="Times New Roman" panose="02020603050405020304" pitchFamily="18" charset="0"/>
                        </a:rPr>
                        <a:t>13</a:t>
                      </a:r>
                      <a:r>
                        <a:rPr lang="en-US" sz="1100" kern="100" baseline="30000" dirty="0">
                          <a:effectLst/>
                          <a:latin typeface="+mn-lt"/>
                          <a:ea typeface="Aptos" panose="020B0004020202020204" pitchFamily="34" charset="0"/>
                          <a:cs typeface="Times New Roman" panose="02020603050405020304" pitchFamily="18" charset="0"/>
                        </a:rPr>
                        <a:t>th</a:t>
                      </a:r>
                      <a:r>
                        <a:rPr lang="en-US" sz="1100" kern="100" dirty="0">
                          <a:effectLst/>
                          <a:latin typeface="+mn-lt"/>
                          <a:ea typeface="Aptos" panose="020B0004020202020204" pitchFamily="34" charset="0"/>
                          <a:cs typeface="Times New Roman" panose="02020603050405020304" pitchFamily="18" charset="0"/>
                        </a:rPr>
                        <a:t> Apr</a:t>
                      </a:r>
                    </a:p>
                  </a:txBody>
                  <a:tcPr marL="30914" marR="30914" marT="0" marB="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kern="100" dirty="0">
                          <a:effectLst/>
                          <a:latin typeface="+mn-lt"/>
                          <a:ea typeface="Aptos" panose="020B0004020202020204" pitchFamily="34" charset="0"/>
                          <a:cs typeface="Times New Roman" panose="02020603050405020304" pitchFamily="18" charset="0"/>
                        </a:rPr>
                        <a:t>Automation completed</a:t>
                      </a:r>
                    </a:p>
                    <a:p>
                      <a:pPr marL="0" marR="0">
                        <a:buNone/>
                      </a:pPr>
                      <a:endParaRPr lang="en-US" sz="1100" kern="100" dirty="0">
                        <a:solidFill>
                          <a:srgbClr val="000000"/>
                        </a:solidFill>
                        <a:effectLst/>
                        <a:latin typeface="+mn-lt"/>
                        <a:ea typeface="Aptos" panose="020B0004020202020204" pitchFamily="34" charset="0"/>
                        <a:cs typeface="Times New Roman" panose="02020603050405020304" pitchFamily="18" charset="0"/>
                      </a:endParaRPr>
                    </a:p>
                    <a:p>
                      <a:pPr marL="0" marR="0">
                        <a:buNone/>
                      </a:pPr>
                      <a:r>
                        <a:rPr lang="en-US" sz="1100" kern="100" dirty="0">
                          <a:solidFill>
                            <a:srgbClr val="000000"/>
                          </a:solidFill>
                          <a:effectLst/>
                          <a:latin typeface="+mn-lt"/>
                          <a:ea typeface="Aptos" panose="020B0004020202020204" pitchFamily="34" charset="0"/>
                          <a:cs typeface="Times New Roman" panose="02020603050405020304" pitchFamily="18" charset="0"/>
                        </a:rPr>
                        <a:t>Dependency on HVPE to sync orders into Heroku since Stock Allocation is being conducted in Heroku for EBO.</a:t>
                      </a:r>
                    </a:p>
                    <a:p>
                      <a:pPr marL="0" marR="0">
                        <a:buNone/>
                      </a:pPr>
                      <a:r>
                        <a:rPr lang="en-US" sz="1100" kern="100" dirty="0">
                          <a:solidFill>
                            <a:srgbClr val="000000"/>
                          </a:solidFill>
                          <a:effectLst/>
                          <a:latin typeface="+mn-lt"/>
                          <a:ea typeface="Aptos" panose="020B0004020202020204" pitchFamily="34" charset="0"/>
                          <a:cs typeface="Times New Roman" panose="02020603050405020304" pitchFamily="18" charset="0"/>
                        </a:rPr>
                        <a:t>Need to arrive at a decision with Page if HVPE will sync this more frequently for EBO.</a:t>
                      </a:r>
                    </a:p>
                  </a:txBody>
                  <a:tcPr marL="30914" marR="30914" marT="0" marB="0"/>
                </a:tc>
                <a:extLst>
                  <a:ext uri="{0D108BD9-81ED-4DB2-BD59-A6C34878D82A}">
                    <a16:rowId xmlns:a16="http://schemas.microsoft.com/office/drawing/2014/main" val="2699163284"/>
                  </a:ext>
                </a:extLst>
              </a:tr>
              <a:tr h="844260">
                <a:tc>
                  <a:txBody>
                    <a:bodyPr/>
                    <a:lstStyle/>
                    <a:p>
                      <a:pPr marL="0" marR="0">
                        <a:buNone/>
                      </a:pPr>
                      <a:r>
                        <a:rPr lang="en-US" sz="1100" kern="0" dirty="0">
                          <a:effectLst/>
                          <a:latin typeface="+mn-lt"/>
                        </a:rPr>
                        <a:t>3</a:t>
                      </a:r>
                      <a:endParaRPr lang="en-US" sz="1100" kern="100" dirty="0">
                        <a:effectLst/>
                        <a:latin typeface="+mn-lt"/>
                        <a:ea typeface="Aptos" panose="020B0004020202020204" pitchFamily="34" charset="0"/>
                        <a:cs typeface="Times New Roman" panose="02020603050405020304" pitchFamily="18" charset="0"/>
                      </a:endParaRPr>
                    </a:p>
                  </a:txBody>
                  <a:tcPr marL="30914" marR="30914" marT="0" marB="0"/>
                </a:tc>
                <a:tc>
                  <a:txBody>
                    <a:bodyPr/>
                    <a:lstStyle/>
                    <a:p>
                      <a:pPr marL="0" marR="0">
                        <a:buNone/>
                      </a:pPr>
                      <a:r>
                        <a:rPr lang="en-US" sz="1100" kern="100" dirty="0" err="1">
                          <a:solidFill>
                            <a:srgbClr val="000000"/>
                          </a:solidFill>
                          <a:effectLst/>
                          <a:latin typeface="+mn-lt"/>
                          <a:ea typeface="Aptos" panose="020B0004020202020204" pitchFamily="34" charset="0"/>
                          <a:cs typeface="Times New Roman" panose="02020603050405020304" pitchFamily="18" charset="0"/>
                        </a:rPr>
                        <a:t>Pickslip</a:t>
                      </a:r>
                      <a:r>
                        <a:rPr lang="en-US" sz="1100" kern="100" dirty="0">
                          <a:solidFill>
                            <a:srgbClr val="000000"/>
                          </a:solidFill>
                          <a:effectLst/>
                          <a:latin typeface="+mn-lt"/>
                          <a:ea typeface="Aptos" panose="020B0004020202020204" pitchFamily="34" charset="0"/>
                          <a:cs typeface="Times New Roman" panose="02020603050405020304" pitchFamily="18" charset="0"/>
                        </a:rPr>
                        <a:t> Excel Generation</a:t>
                      </a:r>
                    </a:p>
                  </a:txBody>
                  <a:tcPr marL="30914" marR="30914" marT="0" marB="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kern="100" dirty="0">
                          <a:solidFill>
                            <a:srgbClr val="000000"/>
                          </a:solidFill>
                          <a:effectLst/>
                          <a:latin typeface="+mn-lt"/>
                          <a:ea typeface="Aptos" panose="020B0004020202020204" pitchFamily="34" charset="0"/>
                          <a:cs typeface="Times New Roman" panose="02020603050405020304" pitchFamily="18" charset="0"/>
                        </a:rPr>
                        <a:t>As the user will not require to take any action on the Stock Allocation screen, this functionality is to be automated through batch process</a:t>
                      </a:r>
                    </a:p>
                    <a:p>
                      <a:pPr marL="0" marR="0">
                        <a:buNone/>
                      </a:pPr>
                      <a:endParaRPr lang="en-US" sz="1100" kern="100" dirty="0">
                        <a:effectLst/>
                        <a:latin typeface="+mn-lt"/>
                        <a:ea typeface="Aptos" panose="020B0004020202020204" pitchFamily="34" charset="0"/>
                        <a:cs typeface="Times New Roman" panose="02020603050405020304" pitchFamily="18" charset="0"/>
                      </a:endParaRPr>
                    </a:p>
                  </a:txBody>
                  <a:tcPr marL="30914" marR="30914" marT="0" marB="0"/>
                </a:tc>
                <a:tc>
                  <a:txBody>
                    <a:bodyPr/>
                    <a:lstStyle/>
                    <a:p>
                      <a:pPr marL="0" marR="0">
                        <a:buNone/>
                      </a:pPr>
                      <a:r>
                        <a:rPr lang="en-US" sz="1100" kern="100" dirty="0">
                          <a:effectLst/>
                          <a:latin typeface="+mn-lt"/>
                          <a:ea typeface="Aptos" panose="020B0004020202020204" pitchFamily="34" charset="0"/>
                          <a:cs typeface="Times New Roman" panose="02020603050405020304" pitchFamily="18" charset="0"/>
                        </a:rPr>
                        <a:t>UAT Ready</a:t>
                      </a:r>
                    </a:p>
                  </a:txBody>
                  <a:tcPr marL="30914" marR="30914" marT="0" marB="0"/>
                </a:tc>
                <a:tc>
                  <a:txBody>
                    <a:bodyPr/>
                    <a:lstStyle/>
                    <a:p>
                      <a:pPr marL="0" marR="0">
                        <a:buNone/>
                      </a:pPr>
                      <a:r>
                        <a:rPr lang="en-US" sz="1100" kern="100" dirty="0">
                          <a:effectLst/>
                          <a:latin typeface="+mn-lt"/>
                          <a:ea typeface="Aptos" panose="020B0004020202020204" pitchFamily="34" charset="0"/>
                          <a:cs typeface="Times New Roman" panose="02020603050405020304" pitchFamily="18" charset="0"/>
                        </a:rPr>
                        <a:t>15</a:t>
                      </a:r>
                      <a:r>
                        <a:rPr lang="en-US" sz="1100" kern="100" baseline="30000" dirty="0">
                          <a:effectLst/>
                          <a:latin typeface="+mn-lt"/>
                          <a:ea typeface="Aptos" panose="020B0004020202020204" pitchFamily="34" charset="0"/>
                          <a:cs typeface="Times New Roman" panose="02020603050405020304" pitchFamily="18" charset="0"/>
                        </a:rPr>
                        <a:t>th</a:t>
                      </a:r>
                      <a:r>
                        <a:rPr lang="en-US" sz="1100" kern="100" dirty="0">
                          <a:effectLst/>
                          <a:latin typeface="+mn-lt"/>
                          <a:ea typeface="Aptos" panose="020B0004020202020204" pitchFamily="34" charset="0"/>
                          <a:cs typeface="Times New Roman" panose="02020603050405020304" pitchFamily="18" charset="0"/>
                        </a:rPr>
                        <a:t> Apr</a:t>
                      </a:r>
                    </a:p>
                  </a:txBody>
                  <a:tcPr marL="30914" marR="30914" marT="0" marB="0"/>
                </a:tc>
                <a:tc>
                  <a:txBody>
                    <a:bodyPr/>
                    <a:lstStyle/>
                    <a:p>
                      <a:pPr marL="0" marR="0">
                        <a:buNone/>
                      </a:pPr>
                      <a:r>
                        <a:rPr lang="en-US" sz="1100" kern="100" dirty="0">
                          <a:effectLst/>
                          <a:latin typeface="+mn-lt"/>
                          <a:ea typeface="Aptos" panose="020B0004020202020204" pitchFamily="34" charset="0"/>
                          <a:cs typeface="Times New Roman" panose="02020603050405020304" pitchFamily="18" charset="0"/>
                        </a:rPr>
                        <a:t>Automation completed</a:t>
                      </a:r>
                    </a:p>
                    <a:p>
                      <a:pPr marL="0" marR="0">
                        <a:buNone/>
                      </a:pPr>
                      <a:endParaRPr lang="en-US" sz="1100" kern="100" dirty="0">
                        <a:effectLst/>
                        <a:latin typeface="+mn-lt"/>
                        <a:ea typeface="Aptos" panose="020B0004020202020204" pitchFamily="34" charset="0"/>
                        <a:cs typeface="Times New Roman" panose="02020603050405020304" pitchFamily="18" charset="0"/>
                      </a:endParaRPr>
                    </a:p>
                    <a:p>
                      <a:pPr marL="0" marR="0">
                        <a:buNone/>
                      </a:pPr>
                      <a:r>
                        <a:rPr lang="en-US" sz="1100" kern="100" dirty="0">
                          <a:effectLst/>
                          <a:latin typeface="+mn-lt"/>
                          <a:ea typeface="Aptos" panose="020B0004020202020204" pitchFamily="34" charset="0"/>
                          <a:cs typeface="Times New Roman" panose="02020603050405020304" pitchFamily="18" charset="0"/>
                        </a:rPr>
                        <a:t>1 scenario was closed with Page last week.</a:t>
                      </a:r>
                    </a:p>
                    <a:p>
                      <a:pPr marL="0" marR="0">
                        <a:buNone/>
                      </a:pPr>
                      <a:r>
                        <a:rPr lang="en-US" sz="1100" kern="100" dirty="0">
                          <a:effectLst/>
                          <a:latin typeface="+mn-lt"/>
                          <a:ea typeface="Aptos" panose="020B0004020202020204" pitchFamily="34" charset="0"/>
                          <a:cs typeface="Times New Roman" panose="02020603050405020304" pitchFamily="18" charset="0"/>
                        </a:rPr>
                        <a:t>In case of partial stock allocation, should </a:t>
                      </a:r>
                      <a:r>
                        <a:rPr lang="en-US" sz="1100" kern="100" dirty="0" err="1">
                          <a:effectLst/>
                          <a:latin typeface="+mn-lt"/>
                          <a:ea typeface="Aptos" panose="020B0004020202020204" pitchFamily="34" charset="0"/>
                          <a:cs typeface="Times New Roman" panose="02020603050405020304" pitchFamily="18" charset="0"/>
                        </a:rPr>
                        <a:t>pickslip</a:t>
                      </a:r>
                      <a:r>
                        <a:rPr lang="en-US" sz="1100" kern="100" dirty="0">
                          <a:effectLst/>
                          <a:latin typeface="+mn-lt"/>
                          <a:ea typeface="Aptos" panose="020B0004020202020204" pitchFamily="34" charset="0"/>
                          <a:cs typeface="Times New Roman" panose="02020603050405020304" pitchFamily="18" charset="0"/>
                        </a:rPr>
                        <a:t> be generated or should the order be blocked till full allocation is done.</a:t>
                      </a:r>
                    </a:p>
                  </a:txBody>
                  <a:tcPr marL="30914" marR="30914" marT="0" marB="0"/>
                </a:tc>
                <a:extLst>
                  <a:ext uri="{0D108BD9-81ED-4DB2-BD59-A6C34878D82A}">
                    <a16:rowId xmlns:a16="http://schemas.microsoft.com/office/drawing/2014/main" val="3778700900"/>
                  </a:ext>
                </a:extLst>
              </a:tr>
              <a:tr h="695015">
                <a:tc>
                  <a:txBody>
                    <a:bodyPr/>
                    <a:lstStyle/>
                    <a:p>
                      <a:pPr marL="0" marR="0">
                        <a:buNone/>
                      </a:pPr>
                      <a:r>
                        <a:rPr lang="en-US" sz="1100" kern="0" dirty="0">
                          <a:effectLst/>
                          <a:latin typeface="+mn-lt"/>
                        </a:rPr>
                        <a:t>4</a:t>
                      </a:r>
                      <a:endParaRPr lang="en-US" sz="1100" kern="100" dirty="0">
                        <a:effectLst/>
                        <a:latin typeface="+mn-lt"/>
                        <a:ea typeface="Aptos" panose="020B0004020202020204" pitchFamily="34" charset="0"/>
                        <a:cs typeface="Times New Roman" panose="02020603050405020304" pitchFamily="18" charset="0"/>
                      </a:endParaRPr>
                    </a:p>
                  </a:txBody>
                  <a:tcPr marL="30914" marR="30914" marT="0" marB="0"/>
                </a:tc>
                <a:tc>
                  <a:txBody>
                    <a:bodyPr/>
                    <a:lstStyle/>
                    <a:p>
                      <a:pPr marL="0" marR="0">
                        <a:buNone/>
                      </a:pPr>
                      <a:r>
                        <a:rPr lang="en-US" sz="1100" kern="100" dirty="0">
                          <a:effectLst/>
                          <a:latin typeface="+mn-lt"/>
                          <a:ea typeface="Aptos" panose="020B0004020202020204" pitchFamily="34" charset="0"/>
                          <a:cs typeface="Times New Roman" panose="02020603050405020304" pitchFamily="18" charset="0"/>
                        </a:rPr>
                        <a:t>Secondary Invoicing</a:t>
                      </a:r>
                    </a:p>
                  </a:txBody>
                  <a:tcPr marL="30914" marR="30914" marT="0" marB="0"/>
                </a:tc>
                <a:tc>
                  <a:txBody>
                    <a:bodyPr/>
                    <a:lstStyle/>
                    <a:p>
                      <a:pPr marL="0" marR="0">
                        <a:buNone/>
                      </a:pPr>
                      <a:r>
                        <a:rPr lang="en-US" sz="1100" kern="100" dirty="0">
                          <a:effectLst/>
                          <a:latin typeface="+mn-lt"/>
                          <a:ea typeface="Aptos" panose="020B0004020202020204" pitchFamily="34" charset="0"/>
                          <a:cs typeface="Times New Roman" panose="02020603050405020304" pitchFamily="18" charset="0"/>
                        </a:rPr>
                        <a:t>Invoicing secondary orders</a:t>
                      </a:r>
                    </a:p>
                  </a:txBody>
                  <a:tcPr marL="30914" marR="30914" marT="0" marB="0"/>
                </a:tc>
                <a:tc>
                  <a:txBody>
                    <a:bodyPr/>
                    <a:lstStyle/>
                    <a:p>
                      <a:pPr marL="0" marR="0">
                        <a:buNone/>
                      </a:pPr>
                      <a:r>
                        <a:rPr lang="en-US" sz="1100" kern="100" dirty="0">
                          <a:effectLst/>
                          <a:latin typeface="+mn-lt"/>
                          <a:ea typeface="Aptos" panose="020B0004020202020204" pitchFamily="34" charset="0"/>
                          <a:cs typeface="Times New Roman" panose="02020603050405020304" pitchFamily="18" charset="0"/>
                        </a:rPr>
                        <a:t>UAT Ready</a:t>
                      </a:r>
                    </a:p>
                  </a:txBody>
                  <a:tcPr marL="30914" marR="30914" marT="0" marB="0"/>
                </a:tc>
                <a:tc>
                  <a:txBody>
                    <a:bodyPr/>
                    <a:lstStyle/>
                    <a:p>
                      <a:pPr marL="0" marR="0">
                        <a:buNone/>
                      </a:pPr>
                      <a:r>
                        <a:rPr lang="en-US" sz="1100" kern="100" dirty="0">
                          <a:effectLst/>
                          <a:latin typeface="+mn-lt"/>
                          <a:ea typeface="Aptos" panose="020B0004020202020204" pitchFamily="34" charset="0"/>
                          <a:cs typeface="Times New Roman" panose="02020603050405020304" pitchFamily="18" charset="0"/>
                        </a:rPr>
                        <a:t>13</a:t>
                      </a:r>
                      <a:r>
                        <a:rPr lang="en-US" sz="1100" kern="100" baseline="30000" dirty="0">
                          <a:effectLst/>
                          <a:latin typeface="+mn-lt"/>
                          <a:ea typeface="Aptos" panose="020B0004020202020204" pitchFamily="34" charset="0"/>
                          <a:cs typeface="Times New Roman" panose="02020603050405020304" pitchFamily="18" charset="0"/>
                        </a:rPr>
                        <a:t>th</a:t>
                      </a:r>
                      <a:r>
                        <a:rPr lang="en-US" sz="1100" kern="100" dirty="0">
                          <a:effectLst/>
                          <a:latin typeface="+mn-lt"/>
                          <a:ea typeface="Aptos" panose="020B0004020202020204" pitchFamily="34" charset="0"/>
                          <a:cs typeface="Times New Roman" panose="02020603050405020304" pitchFamily="18" charset="0"/>
                        </a:rPr>
                        <a:t> Apr</a:t>
                      </a:r>
                    </a:p>
                  </a:txBody>
                  <a:tcPr marL="30914" marR="30914" marT="0" marB="0"/>
                </a:tc>
                <a:tc>
                  <a:txBody>
                    <a:bodyPr/>
                    <a:lstStyle/>
                    <a:p>
                      <a:pPr marL="0" marR="0">
                        <a:buNone/>
                      </a:pPr>
                      <a:r>
                        <a:rPr lang="en-US" sz="1100" kern="100" dirty="0">
                          <a:effectLst/>
                          <a:latin typeface="+mn-lt"/>
                          <a:ea typeface="Aptos" panose="020B0004020202020204" pitchFamily="34" charset="0"/>
                          <a:cs typeface="Times New Roman" panose="02020603050405020304" pitchFamily="18" charset="0"/>
                        </a:rPr>
                        <a:t>We will be utilizing the GT SFA Invoicing screen for EBO invoicing as well since it has all the optimizations and the latest UI changes.</a:t>
                      </a:r>
                    </a:p>
                  </a:txBody>
                  <a:tcPr marL="30914" marR="30914" marT="0" marB="0"/>
                </a:tc>
                <a:extLst>
                  <a:ext uri="{0D108BD9-81ED-4DB2-BD59-A6C34878D82A}">
                    <a16:rowId xmlns:a16="http://schemas.microsoft.com/office/drawing/2014/main" val="3925200833"/>
                  </a:ext>
                </a:extLst>
              </a:tr>
              <a:tr h="695015">
                <a:tc>
                  <a:txBody>
                    <a:bodyPr/>
                    <a:lstStyle/>
                    <a:p>
                      <a:pPr marL="0" marR="0">
                        <a:buNone/>
                      </a:pPr>
                      <a:r>
                        <a:rPr lang="en-US" sz="1100" kern="100" dirty="0">
                          <a:effectLst/>
                          <a:latin typeface="+mn-lt"/>
                          <a:ea typeface="Aptos" panose="020B0004020202020204" pitchFamily="34" charset="0"/>
                          <a:cs typeface="Times New Roman" panose="02020603050405020304" pitchFamily="18" charset="0"/>
                        </a:rPr>
                        <a:t>5</a:t>
                      </a:r>
                    </a:p>
                  </a:txBody>
                  <a:tcPr marL="30914" marR="30914" marT="0" marB="0"/>
                </a:tc>
                <a:tc>
                  <a:txBody>
                    <a:bodyPr/>
                    <a:lstStyle/>
                    <a:p>
                      <a:pPr marL="0" marR="0">
                        <a:buNone/>
                      </a:pPr>
                      <a:r>
                        <a:rPr lang="en-US" sz="1100" kern="100" dirty="0">
                          <a:effectLst/>
                          <a:latin typeface="+mn-lt"/>
                          <a:ea typeface="Aptos" panose="020B0004020202020204" pitchFamily="34" charset="0"/>
                          <a:cs typeface="Times New Roman" panose="02020603050405020304" pitchFamily="18" charset="0"/>
                        </a:rPr>
                        <a:t>Approval Processes</a:t>
                      </a:r>
                    </a:p>
                  </a:txBody>
                  <a:tcPr marL="30914" marR="30914" marT="0" marB="0"/>
                </a:tc>
                <a:tc>
                  <a:txBody>
                    <a:bodyPr/>
                    <a:lstStyle/>
                    <a:p>
                      <a:pPr marL="0" marR="0">
                        <a:buNone/>
                      </a:pPr>
                      <a:r>
                        <a:rPr lang="en-US" sz="1100" kern="100" dirty="0">
                          <a:effectLst/>
                          <a:latin typeface="+mn-lt"/>
                          <a:ea typeface="Aptos" panose="020B0004020202020204" pitchFamily="34" charset="0"/>
                          <a:cs typeface="Times New Roman" panose="02020603050405020304" pitchFamily="18" charset="0"/>
                        </a:rPr>
                        <a:t>Std Approval Processes</a:t>
                      </a:r>
                    </a:p>
                  </a:txBody>
                  <a:tcPr marL="30914" marR="30914" marT="0" marB="0"/>
                </a:tc>
                <a:tc>
                  <a:txBody>
                    <a:bodyPr/>
                    <a:lstStyle/>
                    <a:p>
                      <a:pPr marL="0" marR="0">
                        <a:buNone/>
                      </a:pPr>
                      <a:r>
                        <a:rPr lang="en-US" sz="1100" kern="100" dirty="0">
                          <a:effectLst/>
                          <a:latin typeface="+mn-lt"/>
                          <a:ea typeface="Aptos" panose="020B0004020202020204" pitchFamily="34" charset="0"/>
                          <a:cs typeface="Times New Roman" panose="02020603050405020304" pitchFamily="18" charset="0"/>
                        </a:rPr>
                        <a:t>UAT Ready</a:t>
                      </a:r>
                    </a:p>
                  </a:txBody>
                  <a:tcPr marL="30914" marR="30914" marT="0" marB="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kern="100" dirty="0">
                          <a:effectLst/>
                          <a:latin typeface="+mn-lt"/>
                          <a:ea typeface="Aptos" panose="020B0004020202020204" pitchFamily="34" charset="0"/>
                          <a:cs typeface="Times New Roman" panose="02020603050405020304" pitchFamily="18" charset="0"/>
                        </a:rPr>
                        <a:t>13</a:t>
                      </a:r>
                      <a:r>
                        <a:rPr lang="en-US" sz="1100" kern="100" baseline="30000" dirty="0">
                          <a:effectLst/>
                          <a:latin typeface="+mn-lt"/>
                          <a:ea typeface="Aptos" panose="020B0004020202020204" pitchFamily="34" charset="0"/>
                          <a:cs typeface="Times New Roman" panose="02020603050405020304" pitchFamily="18" charset="0"/>
                        </a:rPr>
                        <a:t>th</a:t>
                      </a:r>
                      <a:r>
                        <a:rPr lang="en-US" sz="1100" kern="100" dirty="0">
                          <a:effectLst/>
                          <a:latin typeface="+mn-lt"/>
                          <a:ea typeface="Aptos" panose="020B0004020202020204" pitchFamily="34" charset="0"/>
                          <a:cs typeface="Times New Roman" panose="02020603050405020304" pitchFamily="18" charset="0"/>
                        </a:rPr>
                        <a:t> Apr</a:t>
                      </a:r>
                    </a:p>
                  </a:txBody>
                  <a:tcPr marL="30914" marR="30914" marT="0" marB="0"/>
                </a:tc>
                <a:tc>
                  <a:txBody>
                    <a:bodyPr/>
                    <a:lstStyle/>
                    <a:p>
                      <a:pPr marL="0" marR="0">
                        <a:buNone/>
                      </a:pPr>
                      <a:endParaRPr lang="en-US" sz="1100" kern="100" dirty="0">
                        <a:effectLst/>
                        <a:latin typeface="+mn-lt"/>
                        <a:ea typeface="Aptos" panose="020B0004020202020204" pitchFamily="34" charset="0"/>
                        <a:cs typeface="Times New Roman" panose="02020603050405020304" pitchFamily="18" charset="0"/>
                      </a:endParaRPr>
                    </a:p>
                  </a:txBody>
                  <a:tcPr marL="30914" marR="30914" marT="0" marB="0"/>
                </a:tc>
                <a:extLst>
                  <a:ext uri="{0D108BD9-81ED-4DB2-BD59-A6C34878D82A}">
                    <a16:rowId xmlns:a16="http://schemas.microsoft.com/office/drawing/2014/main" val="3142850651"/>
                  </a:ext>
                </a:extLst>
              </a:tr>
              <a:tr h="640080">
                <a:tc>
                  <a:txBody>
                    <a:bodyPr/>
                    <a:lstStyle/>
                    <a:p>
                      <a:pPr marL="0" marR="0">
                        <a:buNone/>
                      </a:pPr>
                      <a:r>
                        <a:rPr lang="en-US" sz="1100" kern="0" dirty="0">
                          <a:effectLst/>
                          <a:latin typeface="+mn-lt"/>
                          <a:ea typeface="Aptos" panose="020B0004020202020204" pitchFamily="34" charset="0"/>
                          <a:cs typeface="Times New Roman" panose="02020603050405020304" pitchFamily="18" charset="0"/>
                        </a:rPr>
                        <a:t>6</a:t>
                      </a:r>
                      <a:endParaRPr lang="en-US" sz="1100" kern="100" dirty="0">
                        <a:effectLst/>
                        <a:latin typeface="+mn-lt"/>
                        <a:ea typeface="Aptos" panose="020B0004020202020204" pitchFamily="34" charset="0"/>
                        <a:cs typeface="Times New Roman" panose="02020603050405020304" pitchFamily="18" charset="0"/>
                      </a:endParaRPr>
                    </a:p>
                  </a:txBody>
                  <a:tcPr marL="30914" marR="30914" marT="0" marB="0"/>
                </a:tc>
                <a:tc>
                  <a:txBody>
                    <a:bodyPr/>
                    <a:lstStyle/>
                    <a:p>
                      <a:pPr marL="0" marR="0">
                        <a:buNone/>
                      </a:pPr>
                      <a:r>
                        <a:rPr lang="en-US" sz="1100" kern="100" dirty="0">
                          <a:effectLst/>
                          <a:latin typeface="+mn-lt"/>
                          <a:ea typeface="Aptos" panose="020B0004020202020204" pitchFamily="34" charset="0"/>
                          <a:cs typeface="Times New Roman" panose="02020603050405020304" pitchFamily="18" charset="0"/>
                        </a:rPr>
                        <a:t>Retailer Onboarding</a:t>
                      </a:r>
                    </a:p>
                  </a:txBody>
                  <a:tcPr marL="30914" marR="30914" marT="0" marB="0"/>
                </a:tc>
                <a:tc>
                  <a:txBody>
                    <a:bodyPr/>
                    <a:lstStyle/>
                    <a:p>
                      <a:pPr marL="0" marR="0">
                        <a:buNone/>
                      </a:pPr>
                      <a:r>
                        <a:rPr lang="en-US" sz="1100" kern="100" dirty="0">
                          <a:effectLst/>
                          <a:latin typeface="+mn-lt"/>
                          <a:ea typeface="Aptos" panose="020B0004020202020204" pitchFamily="34" charset="0"/>
                          <a:cs typeface="Times New Roman" panose="02020603050405020304" pitchFamily="18" charset="0"/>
                        </a:rPr>
                        <a:t>As there is no SFA, Retailer Onboarding will be done in DMS</a:t>
                      </a:r>
                    </a:p>
                  </a:txBody>
                  <a:tcPr marL="30914" marR="30914" marT="0" marB="0"/>
                </a:tc>
                <a:tc>
                  <a:txBody>
                    <a:bodyPr/>
                    <a:lstStyle/>
                    <a:p>
                      <a:pPr marL="0" marR="0">
                        <a:buNone/>
                      </a:pPr>
                      <a:r>
                        <a:rPr lang="en-US" sz="1100" kern="100" dirty="0">
                          <a:effectLst/>
                          <a:latin typeface="+mn-lt"/>
                          <a:ea typeface="Aptos" panose="020B0004020202020204" pitchFamily="34" charset="0"/>
                          <a:cs typeface="Times New Roman" panose="02020603050405020304" pitchFamily="18" charset="0"/>
                        </a:rPr>
                        <a:t>UAT Ready</a:t>
                      </a:r>
                    </a:p>
                  </a:txBody>
                  <a:tcPr marL="30914" marR="30914" marT="0" marB="0"/>
                </a:tc>
                <a:tc>
                  <a:txBody>
                    <a:bodyPr/>
                    <a:lstStyle/>
                    <a:p>
                      <a:pPr marL="0" marR="0">
                        <a:buNone/>
                      </a:pPr>
                      <a:r>
                        <a:rPr lang="en-US" sz="1100" kern="100" dirty="0">
                          <a:effectLst/>
                          <a:latin typeface="+mn-lt"/>
                          <a:ea typeface="Aptos" panose="020B0004020202020204" pitchFamily="34" charset="0"/>
                          <a:cs typeface="Times New Roman" panose="02020603050405020304" pitchFamily="18" charset="0"/>
                        </a:rPr>
                        <a:t>13</a:t>
                      </a:r>
                      <a:r>
                        <a:rPr lang="en-US" sz="1100" kern="100" baseline="30000" dirty="0">
                          <a:effectLst/>
                          <a:latin typeface="+mn-lt"/>
                          <a:ea typeface="Aptos" panose="020B0004020202020204" pitchFamily="34" charset="0"/>
                          <a:cs typeface="Times New Roman" panose="02020603050405020304" pitchFamily="18" charset="0"/>
                        </a:rPr>
                        <a:t>th</a:t>
                      </a:r>
                      <a:r>
                        <a:rPr lang="en-US" sz="1100" kern="100" dirty="0">
                          <a:effectLst/>
                          <a:latin typeface="+mn-lt"/>
                          <a:ea typeface="Aptos" panose="020B0004020202020204" pitchFamily="34" charset="0"/>
                          <a:cs typeface="Times New Roman" panose="02020603050405020304" pitchFamily="18" charset="0"/>
                        </a:rPr>
                        <a:t> Apr</a:t>
                      </a:r>
                    </a:p>
                  </a:txBody>
                  <a:tcPr marL="30914" marR="30914" marT="0" marB="0"/>
                </a:tc>
                <a:tc>
                  <a:txBody>
                    <a:bodyPr/>
                    <a:lstStyle/>
                    <a:p>
                      <a:pPr marL="0" marR="0">
                        <a:buNone/>
                      </a:pPr>
                      <a:r>
                        <a:rPr lang="en-US" sz="1100" kern="100" dirty="0">
                          <a:effectLst/>
                          <a:latin typeface="+mn-lt"/>
                          <a:ea typeface="Aptos" panose="020B0004020202020204" pitchFamily="34" charset="0"/>
                          <a:cs typeface="Times New Roman" panose="02020603050405020304" pitchFamily="18" charset="0"/>
                        </a:rPr>
                        <a:t>This is a change request, and the details have been discussed with Page previously.</a:t>
                      </a:r>
                    </a:p>
                  </a:txBody>
                  <a:tcPr marL="30914" marR="30914" marT="0" marB="0"/>
                </a:tc>
                <a:extLst>
                  <a:ext uri="{0D108BD9-81ED-4DB2-BD59-A6C34878D82A}">
                    <a16:rowId xmlns:a16="http://schemas.microsoft.com/office/drawing/2014/main" val="3400278358"/>
                  </a:ext>
                </a:extLst>
              </a:tr>
              <a:tr h="640080">
                <a:tc>
                  <a:txBody>
                    <a:bodyPr/>
                    <a:lstStyle/>
                    <a:p>
                      <a:pPr marL="0" marR="0">
                        <a:buNone/>
                      </a:pPr>
                      <a:r>
                        <a:rPr lang="en-US" sz="1100" kern="100" dirty="0">
                          <a:effectLst/>
                          <a:latin typeface="+mn-lt"/>
                          <a:ea typeface="Aptos" panose="020B0004020202020204" pitchFamily="34" charset="0"/>
                          <a:cs typeface="Times New Roman" panose="02020603050405020304" pitchFamily="18" charset="0"/>
                        </a:rPr>
                        <a:t>7</a:t>
                      </a:r>
                    </a:p>
                  </a:txBody>
                  <a:tcPr marL="30914" marR="30914" marT="0" marB="0"/>
                </a:tc>
                <a:tc>
                  <a:txBody>
                    <a:bodyPr/>
                    <a:lstStyle/>
                    <a:p>
                      <a:pPr marL="0" marR="0">
                        <a:buNone/>
                      </a:pPr>
                      <a:r>
                        <a:rPr lang="en-US" sz="1100" kern="100" dirty="0">
                          <a:effectLst/>
                          <a:latin typeface="+mn-lt"/>
                          <a:ea typeface="Aptos" panose="020B0004020202020204" pitchFamily="34" charset="0"/>
                          <a:cs typeface="Times New Roman" panose="02020603050405020304" pitchFamily="18" charset="0"/>
                        </a:rPr>
                        <a:t>EBO Reports</a:t>
                      </a:r>
                    </a:p>
                  </a:txBody>
                  <a:tcPr marL="30914" marR="30914" marT="0" marB="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kern="100" dirty="0">
                          <a:effectLst/>
                          <a:latin typeface="+mn-lt"/>
                          <a:ea typeface="Aptos" panose="020B0004020202020204" pitchFamily="34" charset="0"/>
                          <a:cs typeface="Times New Roman" panose="02020603050405020304" pitchFamily="18" charset="0"/>
                        </a:rPr>
                        <a:t>Changes due to Gregorian Calendar</a:t>
                      </a:r>
                    </a:p>
                  </a:txBody>
                  <a:tcPr marL="30914" marR="30914" marT="0" marB="0"/>
                </a:tc>
                <a:tc>
                  <a:txBody>
                    <a:bodyPr/>
                    <a:lstStyle/>
                    <a:p>
                      <a:pPr marL="0" marR="0">
                        <a:buNone/>
                      </a:pPr>
                      <a:r>
                        <a:rPr lang="en-US" sz="1100" kern="100" dirty="0">
                          <a:effectLst/>
                          <a:latin typeface="+mn-lt"/>
                          <a:ea typeface="Aptos" panose="020B0004020202020204" pitchFamily="34" charset="0"/>
                          <a:cs typeface="Times New Roman" panose="02020603050405020304" pitchFamily="18" charset="0"/>
                        </a:rPr>
                        <a:t>Dev in progress</a:t>
                      </a:r>
                    </a:p>
                  </a:txBody>
                  <a:tcPr marL="30914" marR="30914" marT="0" marB="0"/>
                </a:tc>
                <a:tc>
                  <a:txBody>
                    <a:bodyPr/>
                    <a:lstStyle/>
                    <a:p>
                      <a:pPr marL="0" marR="0">
                        <a:buNone/>
                      </a:pPr>
                      <a:r>
                        <a:rPr lang="en-US" sz="1100" kern="100" dirty="0">
                          <a:effectLst/>
                          <a:latin typeface="+mn-lt"/>
                          <a:ea typeface="Aptos" panose="020B0004020202020204" pitchFamily="34" charset="0"/>
                          <a:cs typeface="Times New Roman" panose="02020603050405020304" pitchFamily="18" charset="0"/>
                        </a:rPr>
                        <a:t>TBD</a:t>
                      </a:r>
                    </a:p>
                  </a:txBody>
                  <a:tcPr marL="30914" marR="30914" marT="0" marB="0"/>
                </a:tc>
                <a:tc>
                  <a:txBody>
                    <a:bodyPr/>
                    <a:lstStyle/>
                    <a:p>
                      <a:pPr marL="0" marR="0">
                        <a:buNone/>
                      </a:pPr>
                      <a:r>
                        <a:rPr lang="en-US" sz="1100" kern="100" dirty="0">
                          <a:effectLst/>
                          <a:latin typeface="+mn-lt"/>
                          <a:ea typeface="Aptos" panose="020B0004020202020204" pitchFamily="34" charset="0"/>
                          <a:cs typeface="Times New Roman" panose="02020603050405020304" pitchFamily="18" charset="0"/>
                        </a:rPr>
                        <a:t>This is a change request, and the effort needs to be finalized. Currently focusing on closing Jockey CRMA issues.</a:t>
                      </a:r>
                    </a:p>
                  </a:txBody>
                  <a:tcPr marL="30914" marR="30914" marT="0" marB="0"/>
                </a:tc>
                <a:extLst>
                  <a:ext uri="{0D108BD9-81ED-4DB2-BD59-A6C34878D82A}">
                    <a16:rowId xmlns:a16="http://schemas.microsoft.com/office/drawing/2014/main" val="605229839"/>
                  </a:ext>
                </a:extLst>
              </a:tr>
            </a:tbl>
          </a:graphicData>
        </a:graphic>
      </p:graphicFrame>
    </p:spTree>
    <p:extLst>
      <p:ext uri="{BB962C8B-B14F-4D97-AF65-F5344CB8AC3E}">
        <p14:creationId xmlns:p14="http://schemas.microsoft.com/office/powerpoint/2010/main" val="40891727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7B1FC9-8210-D105-4BF2-B769EA244442}"/>
              </a:ext>
            </a:extLst>
          </p:cNvPr>
          <p:cNvSpPr>
            <a:spLocks noGrp="1"/>
          </p:cNvSpPr>
          <p:nvPr>
            <p:ph type="title"/>
          </p:nvPr>
        </p:nvSpPr>
        <p:spPr/>
        <p:txBody>
          <a:bodyPr/>
          <a:lstStyle/>
          <a:p>
            <a:r>
              <a:rPr lang="en-US" dirty="0"/>
              <a:t>STRIDE Activities (Pending with Page team)</a:t>
            </a:r>
          </a:p>
        </p:txBody>
      </p:sp>
      <p:graphicFrame>
        <p:nvGraphicFramePr>
          <p:cNvPr id="4" name="Table 3">
            <a:extLst>
              <a:ext uri="{FF2B5EF4-FFF2-40B4-BE49-F238E27FC236}">
                <a16:creationId xmlns:a16="http://schemas.microsoft.com/office/drawing/2014/main" id="{989DAC17-D645-CD13-90C6-08FE737F38E2}"/>
              </a:ext>
            </a:extLst>
          </p:cNvPr>
          <p:cNvGraphicFramePr>
            <a:graphicFrameLocks noGrp="1"/>
          </p:cNvGraphicFramePr>
          <p:nvPr>
            <p:extLst>
              <p:ext uri="{D42A27DB-BD31-4B8C-83A1-F6EECF244321}">
                <p14:modId xmlns:p14="http://schemas.microsoft.com/office/powerpoint/2010/main" val="131278313"/>
              </p:ext>
            </p:extLst>
          </p:nvPr>
        </p:nvGraphicFramePr>
        <p:xfrm>
          <a:off x="626302" y="965200"/>
          <a:ext cx="8927880" cy="5277961"/>
        </p:xfrm>
        <a:graphic>
          <a:graphicData uri="http://schemas.openxmlformats.org/drawingml/2006/table">
            <a:tbl>
              <a:tblPr firstRow="1" firstCol="1" bandRow="1">
                <a:tableStyleId>{69012ECD-51FC-41F1-AA8D-1B2483CD663E}</a:tableStyleId>
              </a:tblPr>
              <a:tblGrid>
                <a:gridCol w="2899061">
                  <a:extLst>
                    <a:ext uri="{9D8B030D-6E8A-4147-A177-3AD203B41FA5}">
                      <a16:colId xmlns:a16="http://schemas.microsoft.com/office/drawing/2014/main" val="1194567594"/>
                    </a:ext>
                  </a:extLst>
                </a:gridCol>
                <a:gridCol w="1676732">
                  <a:extLst>
                    <a:ext uri="{9D8B030D-6E8A-4147-A177-3AD203B41FA5}">
                      <a16:colId xmlns:a16="http://schemas.microsoft.com/office/drawing/2014/main" val="2667361928"/>
                    </a:ext>
                  </a:extLst>
                </a:gridCol>
                <a:gridCol w="854804">
                  <a:extLst>
                    <a:ext uri="{9D8B030D-6E8A-4147-A177-3AD203B41FA5}">
                      <a16:colId xmlns:a16="http://schemas.microsoft.com/office/drawing/2014/main" val="773050820"/>
                    </a:ext>
                  </a:extLst>
                </a:gridCol>
                <a:gridCol w="3497283">
                  <a:extLst>
                    <a:ext uri="{9D8B030D-6E8A-4147-A177-3AD203B41FA5}">
                      <a16:colId xmlns:a16="http://schemas.microsoft.com/office/drawing/2014/main" val="1275551128"/>
                    </a:ext>
                  </a:extLst>
                </a:gridCol>
              </a:tblGrid>
              <a:tr h="144314">
                <a:tc>
                  <a:txBody>
                    <a:bodyPr/>
                    <a:lstStyle/>
                    <a:p>
                      <a:pPr marL="0" marR="0">
                        <a:buNone/>
                      </a:pPr>
                      <a:r>
                        <a:rPr lang="en-US" sz="1200" b="1" dirty="0">
                          <a:solidFill>
                            <a:schemeClr val="bg1"/>
                          </a:solidFill>
                          <a:effectLst/>
                        </a:rPr>
                        <a:t>Integrations</a:t>
                      </a:r>
                      <a:endParaRPr lang="en-US" sz="1200" dirty="0">
                        <a:solidFill>
                          <a:schemeClr val="bg1"/>
                        </a:solidFill>
                        <a:effectLst/>
                        <a:latin typeface="Aptos" panose="020B0004020202020204" pitchFamily="34" charset="0"/>
                        <a:ea typeface="Aptos" panose="020B0004020202020204" pitchFamily="34" charset="0"/>
                        <a:cs typeface="Aptos" panose="020B0004020202020204" pitchFamily="34" charset="0"/>
                      </a:endParaRPr>
                    </a:p>
                  </a:txBody>
                  <a:tcPr marL="7144" marR="7144" marT="7144" marB="0" anchor="b"/>
                </a:tc>
                <a:tc>
                  <a:txBody>
                    <a:bodyPr/>
                    <a:lstStyle/>
                    <a:p>
                      <a:pPr marL="0" marR="0">
                        <a:buNone/>
                      </a:pPr>
                      <a:r>
                        <a:rPr lang="en-US" sz="1200" b="1" dirty="0">
                          <a:solidFill>
                            <a:schemeClr val="bg1"/>
                          </a:solidFill>
                          <a:effectLst/>
                        </a:rPr>
                        <a:t>Status</a:t>
                      </a:r>
                      <a:endParaRPr lang="en-US" sz="1200" dirty="0">
                        <a:solidFill>
                          <a:schemeClr val="bg1"/>
                        </a:solidFill>
                        <a:effectLst/>
                        <a:latin typeface="Aptos" panose="020B0004020202020204" pitchFamily="34" charset="0"/>
                        <a:ea typeface="Aptos" panose="020B0004020202020204" pitchFamily="34" charset="0"/>
                        <a:cs typeface="Aptos" panose="020B0004020202020204" pitchFamily="34" charset="0"/>
                      </a:endParaRPr>
                    </a:p>
                  </a:txBody>
                  <a:tcPr marL="7144" marR="7144" marT="7144" marB="0" anchor="b"/>
                </a:tc>
                <a:tc>
                  <a:txBody>
                    <a:bodyPr/>
                    <a:lstStyle/>
                    <a:p>
                      <a:pPr marL="0" marR="0">
                        <a:buNone/>
                      </a:pPr>
                      <a:r>
                        <a:rPr lang="en-US" sz="1200" b="1" dirty="0">
                          <a:solidFill>
                            <a:schemeClr val="bg1"/>
                          </a:solidFill>
                          <a:effectLst/>
                        </a:rPr>
                        <a:t>Date </a:t>
                      </a:r>
                      <a:endParaRPr lang="en-US" sz="1200" dirty="0">
                        <a:solidFill>
                          <a:schemeClr val="bg1"/>
                        </a:solidFill>
                        <a:effectLst/>
                        <a:latin typeface="Aptos" panose="020B0004020202020204" pitchFamily="34" charset="0"/>
                        <a:ea typeface="Aptos" panose="020B0004020202020204" pitchFamily="34" charset="0"/>
                        <a:cs typeface="Aptos" panose="020B0004020202020204" pitchFamily="34" charset="0"/>
                      </a:endParaRPr>
                    </a:p>
                  </a:txBody>
                  <a:tcPr marL="7144" marR="7144" marT="7144" marB="0" anchor="b"/>
                </a:tc>
                <a:tc>
                  <a:txBody>
                    <a:bodyPr/>
                    <a:lstStyle/>
                    <a:p>
                      <a:pPr marL="0" marR="0">
                        <a:buNone/>
                      </a:pPr>
                      <a:r>
                        <a:rPr lang="en-US" sz="1200" b="1" dirty="0">
                          <a:solidFill>
                            <a:schemeClr val="bg1"/>
                          </a:solidFill>
                          <a:effectLst/>
                        </a:rPr>
                        <a:t>Remark</a:t>
                      </a:r>
                      <a:endParaRPr lang="en-US" sz="1200" dirty="0">
                        <a:solidFill>
                          <a:schemeClr val="bg1"/>
                        </a:solidFill>
                        <a:effectLst/>
                        <a:latin typeface="Aptos" panose="020B0004020202020204" pitchFamily="34" charset="0"/>
                        <a:ea typeface="Aptos" panose="020B0004020202020204" pitchFamily="34" charset="0"/>
                        <a:cs typeface="Aptos" panose="020B0004020202020204" pitchFamily="34" charset="0"/>
                      </a:endParaRPr>
                    </a:p>
                  </a:txBody>
                  <a:tcPr marL="7144" marR="7144" marT="7144" marB="0" anchor="b"/>
                </a:tc>
                <a:extLst>
                  <a:ext uri="{0D108BD9-81ED-4DB2-BD59-A6C34878D82A}">
                    <a16:rowId xmlns:a16="http://schemas.microsoft.com/office/drawing/2014/main" val="4147269886"/>
                  </a:ext>
                </a:extLst>
              </a:tr>
              <a:tr h="144314">
                <a:tc>
                  <a:txBody>
                    <a:bodyPr/>
                    <a:lstStyle/>
                    <a:p>
                      <a:pPr marL="0" marR="0">
                        <a:buNone/>
                      </a:pPr>
                      <a:r>
                        <a:rPr lang="en-US" sz="1200" b="0" dirty="0">
                          <a:solidFill>
                            <a:srgbClr val="000000"/>
                          </a:solidFill>
                          <a:effectLst/>
                        </a:rPr>
                        <a:t>Product Master</a:t>
                      </a:r>
                      <a:endParaRPr lang="en-US" sz="1200" b="0" dirty="0">
                        <a:effectLst/>
                        <a:latin typeface="Aptos" panose="020B0004020202020204" pitchFamily="34" charset="0"/>
                        <a:ea typeface="Aptos" panose="020B0004020202020204" pitchFamily="34" charset="0"/>
                        <a:cs typeface="Aptos" panose="020B0004020202020204" pitchFamily="34" charset="0"/>
                      </a:endParaRPr>
                    </a:p>
                  </a:txBody>
                  <a:tcPr marL="7144" marR="7144" marT="7144" marB="0" anchor="b"/>
                </a:tc>
                <a:tc>
                  <a:txBody>
                    <a:bodyPr/>
                    <a:lstStyle/>
                    <a:p>
                      <a:pPr marL="0" marR="0">
                        <a:buNone/>
                      </a:pPr>
                      <a:r>
                        <a:rPr lang="en-US" sz="1200" b="0">
                          <a:solidFill>
                            <a:srgbClr val="000000"/>
                          </a:solidFill>
                          <a:effectLst/>
                        </a:rPr>
                        <a:t>Completed</a:t>
                      </a:r>
                      <a:endParaRPr lang="en-US" sz="1200" b="0">
                        <a:effectLst/>
                        <a:latin typeface="Aptos" panose="020B0004020202020204" pitchFamily="34" charset="0"/>
                        <a:ea typeface="Aptos" panose="020B0004020202020204" pitchFamily="34" charset="0"/>
                        <a:cs typeface="Aptos" panose="020B0004020202020204" pitchFamily="34" charset="0"/>
                      </a:endParaRPr>
                    </a:p>
                  </a:txBody>
                  <a:tcPr marL="7144" marR="7144" marT="7144" marB="0" anchor="b"/>
                </a:tc>
                <a:tc>
                  <a:txBody>
                    <a:bodyPr/>
                    <a:lstStyle/>
                    <a:p>
                      <a:pPr marL="0" marR="0" algn="l">
                        <a:buNone/>
                      </a:pPr>
                      <a:r>
                        <a:rPr lang="en-US" sz="1200" b="0" dirty="0">
                          <a:solidFill>
                            <a:srgbClr val="000000"/>
                          </a:solidFill>
                          <a:effectLst/>
                        </a:rPr>
                        <a:t> </a:t>
                      </a:r>
                      <a:endParaRPr lang="en-US" sz="1200" b="0" dirty="0">
                        <a:effectLst/>
                        <a:latin typeface="Aptos" panose="020B0004020202020204" pitchFamily="34" charset="0"/>
                        <a:ea typeface="Aptos" panose="020B0004020202020204" pitchFamily="34" charset="0"/>
                        <a:cs typeface="Aptos" panose="020B0004020202020204" pitchFamily="34" charset="0"/>
                      </a:endParaRPr>
                    </a:p>
                  </a:txBody>
                  <a:tcPr marL="7144" marR="7144" marT="7144" marB="0" anchor="b"/>
                </a:tc>
                <a:tc>
                  <a:txBody>
                    <a:bodyPr/>
                    <a:lstStyle/>
                    <a:p>
                      <a:pPr marL="0" marR="0">
                        <a:buNone/>
                      </a:pPr>
                      <a:r>
                        <a:rPr lang="en-US" sz="1200" b="0" dirty="0">
                          <a:solidFill>
                            <a:srgbClr val="000000"/>
                          </a:solidFill>
                          <a:effectLst/>
                        </a:rPr>
                        <a:t>Integration tested </a:t>
                      </a:r>
                      <a:endParaRPr lang="en-US" sz="1200" b="0" dirty="0">
                        <a:effectLst/>
                        <a:latin typeface="Aptos" panose="020B0004020202020204" pitchFamily="34" charset="0"/>
                        <a:ea typeface="Aptos" panose="020B0004020202020204" pitchFamily="34" charset="0"/>
                        <a:cs typeface="Aptos" panose="020B0004020202020204" pitchFamily="34" charset="0"/>
                      </a:endParaRPr>
                    </a:p>
                  </a:txBody>
                  <a:tcPr marL="7144" marR="7144" marT="7144" marB="0" anchor="b"/>
                </a:tc>
                <a:extLst>
                  <a:ext uri="{0D108BD9-81ED-4DB2-BD59-A6C34878D82A}">
                    <a16:rowId xmlns:a16="http://schemas.microsoft.com/office/drawing/2014/main" val="3080937911"/>
                  </a:ext>
                </a:extLst>
              </a:tr>
              <a:tr h="144314">
                <a:tc>
                  <a:txBody>
                    <a:bodyPr/>
                    <a:lstStyle/>
                    <a:p>
                      <a:pPr marL="0" marR="0">
                        <a:buNone/>
                      </a:pPr>
                      <a:r>
                        <a:rPr lang="en-US" sz="1200" b="0" dirty="0">
                          <a:solidFill>
                            <a:srgbClr val="000000"/>
                          </a:solidFill>
                          <a:effectLst/>
                        </a:rPr>
                        <a:t>Order - PO</a:t>
                      </a:r>
                      <a:endParaRPr lang="en-US" sz="1200" b="0" dirty="0">
                        <a:effectLst/>
                        <a:latin typeface="Aptos" panose="020B0004020202020204" pitchFamily="34" charset="0"/>
                        <a:ea typeface="Aptos" panose="020B0004020202020204" pitchFamily="34" charset="0"/>
                        <a:cs typeface="Aptos" panose="020B0004020202020204" pitchFamily="34" charset="0"/>
                      </a:endParaRPr>
                    </a:p>
                  </a:txBody>
                  <a:tcPr marL="7144" marR="7144" marT="7144" marB="0" anchor="b"/>
                </a:tc>
                <a:tc>
                  <a:txBody>
                    <a:bodyPr/>
                    <a:lstStyle/>
                    <a:p>
                      <a:pPr marL="0" marR="0">
                        <a:buNone/>
                      </a:pPr>
                      <a:r>
                        <a:rPr lang="en-US" sz="1200" b="0">
                          <a:solidFill>
                            <a:srgbClr val="000000"/>
                          </a:solidFill>
                          <a:effectLst/>
                        </a:rPr>
                        <a:t>Completed</a:t>
                      </a:r>
                      <a:endParaRPr lang="en-US" sz="1200" b="0">
                        <a:effectLst/>
                        <a:latin typeface="Aptos" panose="020B0004020202020204" pitchFamily="34" charset="0"/>
                        <a:ea typeface="Aptos" panose="020B0004020202020204" pitchFamily="34" charset="0"/>
                        <a:cs typeface="Aptos" panose="020B0004020202020204" pitchFamily="34" charset="0"/>
                      </a:endParaRPr>
                    </a:p>
                  </a:txBody>
                  <a:tcPr marL="7144" marR="7144" marT="7144" marB="0" anchor="b"/>
                </a:tc>
                <a:tc>
                  <a:txBody>
                    <a:bodyPr/>
                    <a:lstStyle/>
                    <a:p>
                      <a:pPr marL="0" marR="0" algn="l">
                        <a:buNone/>
                      </a:pPr>
                      <a:r>
                        <a:rPr lang="en-US" sz="1200" b="0" dirty="0">
                          <a:solidFill>
                            <a:srgbClr val="000000"/>
                          </a:solidFill>
                          <a:effectLst/>
                        </a:rPr>
                        <a:t> </a:t>
                      </a:r>
                      <a:endParaRPr lang="en-US" sz="1200" b="0" dirty="0">
                        <a:effectLst/>
                        <a:latin typeface="Aptos" panose="020B0004020202020204" pitchFamily="34" charset="0"/>
                        <a:ea typeface="Aptos" panose="020B0004020202020204" pitchFamily="34" charset="0"/>
                        <a:cs typeface="Aptos" panose="020B0004020202020204" pitchFamily="34" charset="0"/>
                      </a:endParaRPr>
                    </a:p>
                  </a:txBody>
                  <a:tcPr marL="7144" marR="7144" marT="7144" marB="0" anchor="b"/>
                </a:tc>
                <a:tc>
                  <a:txBody>
                    <a:bodyPr/>
                    <a:lstStyle/>
                    <a:p>
                      <a:pPr marL="0" marR="0">
                        <a:buNone/>
                      </a:pPr>
                      <a:r>
                        <a:rPr lang="en-US" sz="1200" b="0">
                          <a:solidFill>
                            <a:srgbClr val="000000"/>
                          </a:solidFill>
                          <a:effectLst/>
                        </a:rPr>
                        <a:t>Integration tested </a:t>
                      </a:r>
                      <a:endParaRPr lang="en-US" sz="1200" b="0">
                        <a:effectLst/>
                        <a:latin typeface="Aptos" panose="020B0004020202020204" pitchFamily="34" charset="0"/>
                        <a:ea typeface="Aptos" panose="020B0004020202020204" pitchFamily="34" charset="0"/>
                        <a:cs typeface="Aptos" panose="020B0004020202020204" pitchFamily="34" charset="0"/>
                      </a:endParaRPr>
                    </a:p>
                  </a:txBody>
                  <a:tcPr marL="7144" marR="7144" marT="7144" marB="0" anchor="b"/>
                </a:tc>
                <a:extLst>
                  <a:ext uri="{0D108BD9-81ED-4DB2-BD59-A6C34878D82A}">
                    <a16:rowId xmlns:a16="http://schemas.microsoft.com/office/drawing/2014/main" val="496093148"/>
                  </a:ext>
                </a:extLst>
              </a:tr>
              <a:tr h="144314">
                <a:tc>
                  <a:txBody>
                    <a:bodyPr/>
                    <a:lstStyle/>
                    <a:p>
                      <a:pPr marL="0" marR="0">
                        <a:buNone/>
                      </a:pPr>
                      <a:r>
                        <a:rPr lang="en-US" sz="1200" b="0" dirty="0">
                          <a:solidFill>
                            <a:srgbClr val="000000"/>
                          </a:solidFill>
                          <a:effectLst/>
                        </a:rPr>
                        <a:t>DB-Product Mapping</a:t>
                      </a:r>
                      <a:endParaRPr lang="en-US" sz="1200" b="0" dirty="0">
                        <a:effectLst/>
                        <a:latin typeface="Aptos" panose="020B0004020202020204" pitchFamily="34" charset="0"/>
                        <a:ea typeface="Aptos" panose="020B0004020202020204" pitchFamily="34" charset="0"/>
                        <a:cs typeface="Aptos" panose="020B0004020202020204" pitchFamily="34" charset="0"/>
                      </a:endParaRPr>
                    </a:p>
                  </a:txBody>
                  <a:tcPr marL="7144" marR="7144" marT="7144" marB="0" anchor="b"/>
                </a:tc>
                <a:tc>
                  <a:txBody>
                    <a:bodyPr/>
                    <a:lstStyle/>
                    <a:p>
                      <a:pPr marL="0" marR="0">
                        <a:buNone/>
                      </a:pPr>
                      <a:r>
                        <a:rPr lang="en-US" sz="1200" b="0">
                          <a:solidFill>
                            <a:srgbClr val="000000"/>
                          </a:solidFill>
                          <a:effectLst/>
                        </a:rPr>
                        <a:t>Completed</a:t>
                      </a:r>
                      <a:endParaRPr lang="en-US" sz="1200" b="0">
                        <a:effectLst/>
                        <a:latin typeface="Aptos" panose="020B0004020202020204" pitchFamily="34" charset="0"/>
                        <a:ea typeface="Aptos" panose="020B0004020202020204" pitchFamily="34" charset="0"/>
                        <a:cs typeface="Aptos" panose="020B0004020202020204" pitchFamily="34" charset="0"/>
                      </a:endParaRPr>
                    </a:p>
                  </a:txBody>
                  <a:tcPr marL="7144" marR="7144" marT="7144" marB="0" anchor="b"/>
                </a:tc>
                <a:tc>
                  <a:txBody>
                    <a:bodyPr/>
                    <a:lstStyle/>
                    <a:p>
                      <a:pPr marL="0" marR="0" algn="l">
                        <a:buNone/>
                      </a:pPr>
                      <a:r>
                        <a:rPr lang="en-US" sz="1200" b="0">
                          <a:solidFill>
                            <a:srgbClr val="000000"/>
                          </a:solidFill>
                          <a:effectLst/>
                        </a:rPr>
                        <a:t> </a:t>
                      </a:r>
                      <a:endParaRPr lang="en-US" sz="1200" b="0">
                        <a:effectLst/>
                        <a:latin typeface="Aptos" panose="020B0004020202020204" pitchFamily="34" charset="0"/>
                        <a:ea typeface="Aptos" panose="020B0004020202020204" pitchFamily="34" charset="0"/>
                        <a:cs typeface="Aptos" panose="020B0004020202020204" pitchFamily="34" charset="0"/>
                      </a:endParaRPr>
                    </a:p>
                  </a:txBody>
                  <a:tcPr marL="7144" marR="7144" marT="7144" marB="0" anchor="b"/>
                </a:tc>
                <a:tc>
                  <a:txBody>
                    <a:bodyPr/>
                    <a:lstStyle/>
                    <a:p>
                      <a:pPr marL="0" marR="0">
                        <a:buNone/>
                      </a:pPr>
                      <a:r>
                        <a:rPr lang="en-US" sz="1200" b="0">
                          <a:solidFill>
                            <a:srgbClr val="000000"/>
                          </a:solidFill>
                          <a:effectLst/>
                        </a:rPr>
                        <a:t>Integration tested </a:t>
                      </a:r>
                      <a:endParaRPr lang="en-US" sz="1200" b="0">
                        <a:effectLst/>
                        <a:latin typeface="Aptos" panose="020B0004020202020204" pitchFamily="34" charset="0"/>
                        <a:ea typeface="Aptos" panose="020B0004020202020204" pitchFamily="34" charset="0"/>
                        <a:cs typeface="Aptos" panose="020B0004020202020204" pitchFamily="34" charset="0"/>
                      </a:endParaRPr>
                    </a:p>
                  </a:txBody>
                  <a:tcPr marL="7144" marR="7144" marT="7144" marB="0" anchor="b"/>
                </a:tc>
                <a:extLst>
                  <a:ext uri="{0D108BD9-81ED-4DB2-BD59-A6C34878D82A}">
                    <a16:rowId xmlns:a16="http://schemas.microsoft.com/office/drawing/2014/main" val="1291648423"/>
                  </a:ext>
                </a:extLst>
              </a:tr>
              <a:tr h="144314">
                <a:tc>
                  <a:txBody>
                    <a:bodyPr/>
                    <a:lstStyle/>
                    <a:p>
                      <a:pPr marL="0" marR="0">
                        <a:buNone/>
                      </a:pPr>
                      <a:r>
                        <a:rPr lang="en-US" sz="1200" b="0">
                          <a:solidFill>
                            <a:srgbClr val="000000"/>
                          </a:solidFill>
                          <a:effectLst/>
                        </a:rPr>
                        <a:t>Account Master - Distributor</a:t>
                      </a:r>
                      <a:endParaRPr lang="en-US" sz="1200" b="0">
                        <a:effectLst/>
                        <a:latin typeface="Aptos" panose="020B0004020202020204" pitchFamily="34" charset="0"/>
                        <a:ea typeface="Aptos" panose="020B0004020202020204" pitchFamily="34" charset="0"/>
                        <a:cs typeface="Aptos" panose="020B0004020202020204" pitchFamily="34" charset="0"/>
                      </a:endParaRPr>
                    </a:p>
                  </a:txBody>
                  <a:tcPr marL="7144" marR="7144" marT="7144" marB="0" anchor="b"/>
                </a:tc>
                <a:tc>
                  <a:txBody>
                    <a:bodyPr/>
                    <a:lstStyle/>
                    <a:p>
                      <a:pPr marL="0" marR="0">
                        <a:buNone/>
                      </a:pPr>
                      <a:r>
                        <a:rPr lang="en-US" sz="1200" b="0">
                          <a:solidFill>
                            <a:srgbClr val="000000"/>
                          </a:solidFill>
                          <a:effectLst/>
                        </a:rPr>
                        <a:t>Completed</a:t>
                      </a:r>
                      <a:endParaRPr lang="en-US" sz="1200" b="0">
                        <a:effectLst/>
                        <a:latin typeface="Aptos" panose="020B0004020202020204" pitchFamily="34" charset="0"/>
                        <a:ea typeface="Aptos" panose="020B0004020202020204" pitchFamily="34" charset="0"/>
                        <a:cs typeface="Aptos" panose="020B0004020202020204" pitchFamily="34" charset="0"/>
                      </a:endParaRPr>
                    </a:p>
                  </a:txBody>
                  <a:tcPr marL="7144" marR="7144" marT="7144" marB="0" anchor="b"/>
                </a:tc>
                <a:tc>
                  <a:txBody>
                    <a:bodyPr/>
                    <a:lstStyle/>
                    <a:p>
                      <a:pPr marL="0" marR="0" algn="l">
                        <a:buNone/>
                      </a:pPr>
                      <a:r>
                        <a:rPr lang="en-US" sz="1200" b="0" dirty="0">
                          <a:solidFill>
                            <a:srgbClr val="000000"/>
                          </a:solidFill>
                          <a:effectLst/>
                        </a:rPr>
                        <a:t> </a:t>
                      </a:r>
                      <a:endParaRPr lang="en-US" sz="1200" b="0" dirty="0">
                        <a:effectLst/>
                        <a:latin typeface="Aptos" panose="020B0004020202020204" pitchFamily="34" charset="0"/>
                        <a:ea typeface="Aptos" panose="020B0004020202020204" pitchFamily="34" charset="0"/>
                        <a:cs typeface="Aptos" panose="020B0004020202020204" pitchFamily="34" charset="0"/>
                      </a:endParaRPr>
                    </a:p>
                  </a:txBody>
                  <a:tcPr marL="7144" marR="7144" marT="7144" marB="0" anchor="b"/>
                </a:tc>
                <a:tc>
                  <a:txBody>
                    <a:bodyPr/>
                    <a:lstStyle/>
                    <a:p>
                      <a:pPr marL="0" marR="0">
                        <a:buNone/>
                      </a:pPr>
                      <a:r>
                        <a:rPr lang="en-US" sz="1200" b="0">
                          <a:solidFill>
                            <a:srgbClr val="000000"/>
                          </a:solidFill>
                          <a:effectLst/>
                        </a:rPr>
                        <a:t>Integration tested </a:t>
                      </a:r>
                      <a:endParaRPr lang="en-US" sz="1200" b="0">
                        <a:effectLst/>
                        <a:latin typeface="Aptos" panose="020B0004020202020204" pitchFamily="34" charset="0"/>
                        <a:ea typeface="Aptos" panose="020B0004020202020204" pitchFamily="34" charset="0"/>
                        <a:cs typeface="Aptos" panose="020B0004020202020204" pitchFamily="34" charset="0"/>
                      </a:endParaRPr>
                    </a:p>
                  </a:txBody>
                  <a:tcPr marL="7144" marR="7144" marT="7144" marB="0" anchor="b"/>
                </a:tc>
                <a:extLst>
                  <a:ext uri="{0D108BD9-81ED-4DB2-BD59-A6C34878D82A}">
                    <a16:rowId xmlns:a16="http://schemas.microsoft.com/office/drawing/2014/main" val="1336129821"/>
                  </a:ext>
                </a:extLst>
              </a:tr>
              <a:tr h="144314">
                <a:tc>
                  <a:txBody>
                    <a:bodyPr/>
                    <a:lstStyle/>
                    <a:p>
                      <a:pPr marL="0" marR="0">
                        <a:buNone/>
                      </a:pPr>
                      <a:r>
                        <a:rPr lang="en-US" sz="1200" b="0" dirty="0">
                          <a:solidFill>
                            <a:srgbClr val="000000"/>
                          </a:solidFill>
                          <a:effectLst/>
                        </a:rPr>
                        <a:t>Geography Master</a:t>
                      </a:r>
                      <a:endParaRPr lang="en-US" sz="1200" b="0" dirty="0">
                        <a:effectLst/>
                        <a:latin typeface="Aptos" panose="020B0004020202020204" pitchFamily="34" charset="0"/>
                        <a:ea typeface="Aptos" panose="020B0004020202020204" pitchFamily="34" charset="0"/>
                        <a:cs typeface="Aptos" panose="020B0004020202020204" pitchFamily="34" charset="0"/>
                      </a:endParaRPr>
                    </a:p>
                  </a:txBody>
                  <a:tcPr marL="7144" marR="7144" marT="7144" marB="0" anchor="b"/>
                </a:tc>
                <a:tc>
                  <a:txBody>
                    <a:bodyPr/>
                    <a:lstStyle/>
                    <a:p>
                      <a:pPr marL="0" marR="0">
                        <a:buNone/>
                      </a:pPr>
                      <a:r>
                        <a:rPr lang="en-US" sz="1200" b="0">
                          <a:solidFill>
                            <a:srgbClr val="000000"/>
                          </a:solidFill>
                          <a:effectLst/>
                        </a:rPr>
                        <a:t>Completed</a:t>
                      </a:r>
                      <a:endParaRPr lang="en-US" sz="1200" b="0">
                        <a:effectLst/>
                        <a:latin typeface="Aptos" panose="020B0004020202020204" pitchFamily="34" charset="0"/>
                        <a:ea typeface="Aptos" panose="020B0004020202020204" pitchFamily="34" charset="0"/>
                        <a:cs typeface="Aptos" panose="020B0004020202020204" pitchFamily="34" charset="0"/>
                      </a:endParaRPr>
                    </a:p>
                  </a:txBody>
                  <a:tcPr marL="7144" marR="7144" marT="7144" marB="0" anchor="b"/>
                </a:tc>
                <a:tc>
                  <a:txBody>
                    <a:bodyPr/>
                    <a:lstStyle/>
                    <a:p>
                      <a:pPr marL="0" marR="0" algn="l">
                        <a:buNone/>
                      </a:pPr>
                      <a:r>
                        <a:rPr lang="en-US" sz="1200" b="0">
                          <a:solidFill>
                            <a:srgbClr val="000000"/>
                          </a:solidFill>
                          <a:effectLst/>
                        </a:rPr>
                        <a:t> </a:t>
                      </a:r>
                      <a:endParaRPr lang="en-US" sz="1200" b="0">
                        <a:effectLst/>
                        <a:latin typeface="Aptos" panose="020B0004020202020204" pitchFamily="34" charset="0"/>
                        <a:ea typeface="Aptos" panose="020B0004020202020204" pitchFamily="34" charset="0"/>
                        <a:cs typeface="Aptos" panose="020B0004020202020204" pitchFamily="34" charset="0"/>
                      </a:endParaRPr>
                    </a:p>
                  </a:txBody>
                  <a:tcPr marL="7144" marR="7144" marT="7144" marB="0" anchor="b"/>
                </a:tc>
                <a:tc>
                  <a:txBody>
                    <a:bodyPr/>
                    <a:lstStyle/>
                    <a:p>
                      <a:pPr marL="0" marR="0">
                        <a:buNone/>
                      </a:pPr>
                      <a:r>
                        <a:rPr lang="en-US" sz="1200" b="0">
                          <a:solidFill>
                            <a:srgbClr val="000000"/>
                          </a:solidFill>
                          <a:effectLst/>
                        </a:rPr>
                        <a:t>Integration tested </a:t>
                      </a:r>
                      <a:endParaRPr lang="en-US" sz="1200" b="0">
                        <a:effectLst/>
                        <a:latin typeface="Aptos" panose="020B0004020202020204" pitchFamily="34" charset="0"/>
                        <a:ea typeface="Aptos" panose="020B0004020202020204" pitchFamily="34" charset="0"/>
                        <a:cs typeface="Aptos" panose="020B0004020202020204" pitchFamily="34" charset="0"/>
                      </a:endParaRPr>
                    </a:p>
                  </a:txBody>
                  <a:tcPr marL="7144" marR="7144" marT="7144" marB="0" anchor="b"/>
                </a:tc>
                <a:extLst>
                  <a:ext uri="{0D108BD9-81ED-4DB2-BD59-A6C34878D82A}">
                    <a16:rowId xmlns:a16="http://schemas.microsoft.com/office/drawing/2014/main" val="2432749685"/>
                  </a:ext>
                </a:extLst>
              </a:tr>
              <a:tr h="281483">
                <a:tc>
                  <a:txBody>
                    <a:bodyPr/>
                    <a:lstStyle/>
                    <a:p>
                      <a:pPr marL="0" marR="0">
                        <a:buNone/>
                      </a:pPr>
                      <a:r>
                        <a:rPr lang="en-US" sz="1200" b="0">
                          <a:solidFill>
                            <a:srgbClr val="000000"/>
                          </a:solidFill>
                          <a:effectLst/>
                        </a:rPr>
                        <a:t>Asset Master</a:t>
                      </a:r>
                      <a:endParaRPr lang="en-US" sz="1200" b="0">
                        <a:effectLst/>
                        <a:latin typeface="Aptos" panose="020B0004020202020204" pitchFamily="34" charset="0"/>
                        <a:ea typeface="Aptos" panose="020B0004020202020204" pitchFamily="34" charset="0"/>
                        <a:cs typeface="Aptos" panose="020B0004020202020204" pitchFamily="34" charset="0"/>
                      </a:endParaRPr>
                    </a:p>
                  </a:txBody>
                  <a:tcPr marL="7144" marR="7144" marT="7144" marB="0" anchor="b"/>
                </a:tc>
                <a:tc>
                  <a:txBody>
                    <a:bodyPr/>
                    <a:lstStyle/>
                    <a:p>
                      <a:pPr marL="0" marR="0">
                        <a:buNone/>
                      </a:pPr>
                      <a:r>
                        <a:rPr lang="en-US" sz="1200" b="0">
                          <a:solidFill>
                            <a:srgbClr val="000000"/>
                          </a:solidFill>
                          <a:effectLst/>
                        </a:rPr>
                        <a:t>Ready for Testing</a:t>
                      </a:r>
                      <a:endParaRPr lang="en-US" sz="1200" b="0">
                        <a:effectLst/>
                        <a:latin typeface="Aptos" panose="020B0004020202020204" pitchFamily="34" charset="0"/>
                        <a:ea typeface="Aptos" panose="020B0004020202020204" pitchFamily="34" charset="0"/>
                        <a:cs typeface="Aptos" panose="020B0004020202020204" pitchFamily="34" charset="0"/>
                      </a:endParaRPr>
                    </a:p>
                  </a:txBody>
                  <a:tcPr marL="7144" marR="7144" marT="7144" marB="0" anchor="b"/>
                </a:tc>
                <a:tc>
                  <a:txBody>
                    <a:bodyPr/>
                    <a:lstStyle/>
                    <a:p>
                      <a:pPr marL="0" marR="0" algn="l">
                        <a:buNone/>
                      </a:pPr>
                      <a:r>
                        <a:rPr lang="en-US" sz="1200" b="0" dirty="0">
                          <a:solidFill>
                            <a:srgbClr val="000000"/>
                          </a:solidFill>
                          <a:effectLst/>
                        </a:rPr>
                        <a:t> </a:t>
                      </a:r>
                      <a:endParaRPr lang="en-US" sz="1200" b="0" dirty="0">
                        <a:effectLst/>
                        <a:latin typeface="Aptos" panose="020B0004020202020204" pitchFamily="34" charset="0"/>
                        <a:ea typeface="Aptos" panose="020B0004020202020204" pitchFamily="34" charset="0"/>
                        <a:cs typeface="Aptos" panose="020B0004020202020204" pitchFamily="34" charset="0"/>
                      </a:endParaRPr>
                    </a:p>
                  </a:txBody>
                  <a:tcPr marL="7144" marR="7144" marT="7144" marB="0" anchor="b"/>
                </a:tc>
                <a:tc>
                  <a:txBody>
                    <a:bodyPr/>
                    <a:lstStyle/>
                    <a:p>
                      <a:pPr marL="0" marR="0">
                        <a:buNone/>
                      </a:pPr>
                      <a:r>
                        <a:rPr lang="en-US" sz="1200" b="0">
                          <a:solidFill>
                            <a:srgbClr val="000000"/>
                          </a:solidFill>
                          <a:effectLst/>
                        </a:rPr>
                        <a:t>Need KPMG  help to test</a:t>
                      </a:r>
                      <a:endParaRPr lang="en-US" sz="1200" b="0">
                        <a:effectLst/>
                        <a:latin typeface="Aptos" panose="020B0004020202020204" pitchFamily="34" charset="0"/>
                        <a:ea typeface="Aptos" panose="020B0004020202020204" pitchFamily="34" charset="0"/>
                        <a:cs typeface="Aptos" panose="020B0004020202020204" pitchFamily="34" charset="0"/>
                      </a:endParaRPr>
                    </a:p>
                  </a:txBody>
                  <a:tcPr marL="7144" marR="7144" marT="7144" marB="0" anchor="b"/>
                </a:tc>
                <a:extLst>
                  <a:ext uri="{0D108BD9-81ED-4DB2-BD59-A6C34878D82A}">
                    <a16:rowId xmlns:a16="http://schemas.microsoft.com/office/drawing/2014/main" val="4009975271"/>
                  </a:ext>
                </a:extLst>
              </a:tr>
              <a:tr h="281483">
                <a:tc>
                  <a:txBody>
                    <a:bodyPr/>
                    <a:lstStyle/>
                    <a:p>
                      <a:pPr marL="0" marR="0">
                        <a:buNone/>
                      </a:pPr>
                      <a:r>
                        <a:rPr lang="en-US" sz="1200" b="0" dirty="0">
                          <a:solidFill>
                            <a:srgbClr val="000000"/>
                          </a:solidFill>
                          <a:effectLst/>
                        </a:rPr>
                        <a:t>Invoice Create/ update</a:t>
                      </a:r>
                      <a:endParaRPr lang="en-US" sz="1200" b="0" dirty="0">
                        <a:effectLst/>
                        <a:latin typeface="Aptos" panose="020B0004020202020204" pitchFamily="34" charset="0"/>
                        <a:ea typeface="Aptos" panose="020B0004020202020204" pitchFamily="34" charset="0"/>
                        <a:cs typeface="Aptos" panose="020B0004020202020204" pitchFamily="34" charset="0"/>
                      </a:endParaRPr>
                    </a:p>
                  </a:txBody>
                  <a:tcPr marL="7144" marR="7144" marT="7144" marB="0" anchor="b"/>
                </a:tc>
                <a:tc>
                  <a:txBody>
                    <a:bodyPr/>
                    <a:lstStyle/>
                    <a:p>
                      <a:pPr marL="0" marR="0">
                        <a:buNone/>
                      </a:pPr>
                      <a:r>
                        <a:rPr lang="en-US" sz="1200" b="0">
                          <a:solidFill>
                            <a:srgbClr val="000000"/>
                          </a:solidFill>
                          <a:effectLst/>
                        </a:rPr>
                        <a:t>Ready for Testing</a:t>
                      </a:r>
                      <a:endParaRPr lang="en-US" sz="1200" b="0">
                        <a:effectLst/>
                        <a:latin typeface="Aptos" panose="020B0004020202020204" pitchFamily="34" charset="0"/>
                        <a:ea typeface="Aptos" panose="020B0004020202020204" pitchFamily="34" charset="0"/>
                        <a:cs typeface="Aptos" panose="020B0004020202020204" pitchFamily="34" charset="0"/>
                      </a:endParaRPr>
                    </a:p>
                  </a:txBody>
                  <a:tcPr marL="7144" marR="7144" marT="7144" marB="0" anchor="b"/>
                </a:tc>
                <a:tc>
                  <a:txBody>
                    <a:bodyPr/>
                    <a:lstStyle/>
                    <a:p>
                      <a:pPr marL="0" marR="0" algn="l">
                        <a:buNone/>
                      </a:pPr>
                      <a:r>
                        <a:rPr lang="en-US" sz="1200" b="0">
                          <a:solidFill>
                            <a:srgbClr val="000000"/>
                          </a:solidFill>
                          <a:effectLst/>
                        </a:rPr>
                        <a:t> </a:t>
                      </a:r>
                      <a:endParaRPr lang="en-US" sz="1200" b="0">
                        <a:effectLst/>
                        <a:latin typeface="Aptos" panose="020B0004020202020204" pitchFamily="34" charset="0"/>
                        <a:ea typeface="Aptos" panose="020B0004020202020204" pitchFamily="34" charset="0"/>
                        <a:cs typeface="Aptos" panose="020B0004020202020204" pitchFamily="34" charset="0"/>
                      </a:endParaRPr>
                    </a:p>
                  </a:txBody>
                  <a:tcPr marL="7144" marR="7144" marT="7144" marB="0" anchor="b"/>
                </a:tc>
                <a:tc>
                  <a:txBody>
                    <a:bodyPr/>
                    <a:lstStyle/>
                    <a:p>
                      <a:pPr marL="0" marR="0">
                        <a:buNone/>
                      </a:pPr>
                      <a:r>
                        <a:rPr lang="en-US" sz="1200" b="0">
                          <a:solidFill>
                            <a:srgbClr val="000000"/>
                          </a:solidFill>
                          <a:effectLst/>
                        </a:rPr>
                        <a:t>Need KPMG  help to test</a:t>
                      </a:r>
                      <a:endParaRPr lang="en-US" sz="1200" b="0">
                        <a:effectLst/>
                        <a:latin typeface="Aptos" panose="020B0004020202020204" pitchFamily="34" charset="0"/>
                        <a:ea typeface="Aptos" panose="020B0004020202020204" pitchFamily="34" charset="0"/>
                        <a:cs typeface="Aptos" panose="020B0004020202020204" pitchFamily="34" charset="0"/>
                      </a:endParaRPr>
                    </a:p>
                  </a:txBody>
                  <a:tcPr marL="7144" marR="7144" marT="7144" marB="0" anchor="b"/>
                </a:tc>
                <a:extLst>
                  <a:ext uri="{0D108BD9-81ED-4DB2-BD59-A6C34878D82A}">
                    <a16:rowId xmlns:a16="http://schemas.microsoft.com/office/drawing/2014/main" val="800620225"/>
                  </a:ext>
                </a:extLst>
              </a:tr>
              <a:tr h="281483">
                <a:tc>
                  <a:txBody>
                    <a:bodyPr/>
                    <a:lstStyle/>
                    <a:p>
                      <a:pPr marL="0" marR="0">
                        <a:buNone/>
                      </a:pPr>
                      <a:r>
                        <a:rPr lang="en-US" sz="1200" b="0">
                          <a:solidFill>
                            <a:srgbClr val="000000"/>
                          </a:solidFill>
                          <a:effectLst/>
                        </a:rPr>
                        <a:t>Invoice Cancellation</a:t>
                      </a:r>
                      <a:endParaRPr lang="en-US" sz="1200" b="0">
                        <a:effectLst/>
                        <a:latin typeface="Aptos" panose="020B0004020202020204" pitchFamily="34" charset="0"/>
                        <a:ea typeface="Aptos" panose="020B0004020202020204" pitchFamily="34" charset="0"/>
                        <a:cs typeface="Aptos" panose="020B0004020202020204" pitchFamily="34" charset="0"/>
                      </a:endParaRPr>
                    </a:p>
                  </a:txBody>
                  <a:tcPr marL="7144" marR="7144" marT="7144" marB="0" anchor="b"/>
                </a:tc>
                <a:tc>
                  <a:txBody>
                    <a:bodyPr/>
                    <a:lstStyle/>
                    <a:p>
                      <a:pPr marL="0" marR="0">
                        <a:buNone/>
                      </a:pPr>
                      <a:r>
                        <a:rPr lang="en-US" sz="1200" b="0" dirty="0">
                          <a:solidFill>
                            <a:srgbClr val="000000"/>
                          </a:solidFill>
                          <a:effectLst/>
                        </a:rPr>
                        <a:t>Ready for Testing</a:t>
                      </a:r>
                      <a:endParaRPr lang="en-US" sz="1200" b="0" dirty="0">
                        <a:effectLst/>
                        <a:latin typeface="Aptos" panose="020B0004020202020204" pitchFamily="34" charset="0"/>
                        <a:ea typeface="Aptos" panose="020B0004020202020204" pitchFamily="34" charset="0"/>
                        <a:cs typeface="Aptos" panose="020B0004020202020204" pitchFamily="34" charset="0"/>
                      </a:endParaRPr>
                    </a:p>
                  </a:txBody>
                  <a:tcPr marL="7144" marR="7144" marT="7144" marB="0" anchor="b"/>
                </a:tc>
                <a:tc>
                  <a:txBody>
                    <a:bodyPr/>
                    <a:lstStyle/>
                    <a:p>
                      <a:pPr marL="0" marR="0" algn="l">
                        <a:buNone/>
                      </a:pPr>
                      <a:r>
                        <a:rPr lang="en-US" sz="1200" b="0">
                          <a:solidFill>
                            <a:srgbClr val="000000"/>
                          </a:solidFill>
                          <a:effectLst/>
                        </a:rPr>
                        <a:t> </a:t>
                      </a:r>
                      <a:endParaRPr lang="en-US" sz="1200" b="0">
                        <a:effectLst/>
                        <a:latin typeface="Aptos" panose="020B0004020202020204" pitchFamily="34" charset="0"/>
                        <a:ea typeface="Aptos" panose="020B0004020202020204" pitchFamily="34" charset="0"/>
                        <a:cs typeface="Aptos" panose="020B0004020202020204" pitchFamily="34" charset="0"/>
                      </a:endParaRPr>
                    </a:p>
                  </a:txBody>
                  <a:tcPr marL="7144" marR="7144" marT="7144" marB="0" anchor="b"/>
                </a:tc>
                <a:tc>
                  <a:txBody>
                    <a:bodyPr/>
                    <a:lstStyle/>
                    <a:p>
                      <a:pPr marL="0" marR="0">
                        <a:buNone/>
                      </a:pPr>
                      <a:r>
                        <a:rPr lang="en-US" sz="1200" b="0" dirty="0">
                          <a:solidFill>
                            <a:srgbClr val="000000"/>
                          </a:solidFill>
                          <a:effectLst/>
                        </a:rPr>
                        <a:t>Need KPMG  help to test</a:t>
                      </a:r>
                      <a:endParaRPr lang="en-US" sz="1200" b="0" dirty="0">
                        <a:effectLst/>
                        <a:latin typeface="Aptos" panose="020B0004020202020204" pitchFamily="34" charset="0"/>
                        <a:ea typeface="Aptos" panose="020B0004020202020204" pitchFamily="34" charset="0"/>
                        <a:cs typeface="Aptos" panose="020B0004020202020204" pitchFamily="34" charset="0"/>
                      </a:endParaRPr>
                    </a:p>
                  </a:txBody>
                  <a:tcPr marL="7144" marR="7144" marT="7144" marB="0" anchor="b"/>
                </a:tc>
                <a:extLst>
                  <a:ext uri="{0D108BD9-81ED-4DB2-BD59-A6C34878D82A}">
                    <a16:rowId xmlns:a16="http://schemas.microsoft.com/office/drawing/2014/main" val="2948063086"/>
                  </a:ext>
                </a:extLst>
              </a:tr>
              <a:tr h="281483">
                <a:tc>
                  <a:txBody>
                    <a:bodyPr/>
                    <a:lstStyle/>
                    <a:p>
                      <a:pPr marL="0" marR="0">
                        <a:buNone/>
                      </a:pPr>
                      <a:r>
                        <a:rPr lang="en-US" sz="1200" b="0" dirty="0">
                          <a:solidFill>
                            <a:srgbClr val="000000"/>
                          </a:solidFill>
                          <a:effectLst/>
                        </a:rPr>
                        <a:t>Inventory Color coding - Jokey/Speedo/Promo</a:t>
                      </a:r>
                      <a:endParaRPr lang="en-US" sz="1200" b="0" dirty="0">
                        <a:effectLst/>
                        <a:latin typeface="Aptos" panose="020B0004020202020204" pitchFamily="34" charset="0"/>
                        <a:ea typeface="Aptos" panose="020B0004020202020204" pitchFamily="34" charset="0"/>
                        <a:cs typeface="Aptos" panose="020B0004020202020204" pitchFamily="34" charset="0"/>
                      </a:endParaRPr>
                    </a:p>
                  </a:txBody>
                  <a:tcPr marL="7144" marR="7144" marT="7144" marB="0" anchor="b"/>
                </a:tc>
                <a:tc>
                  <a:txBody>
                    <a:bodyPr/>
                    <a:lstStyle/>
                    <a:p>
                      <a:pPr marL="0" marR="0">
                        <a:buNone/>
                      </a:pPr>
                      <a:r>
                        <a:rPr lang="en-US" sz="1200" b="0">
                          <a:solidFill>
                            <a:srgbClr val="000000"/>
                          </a:solidFill>
                          <a:effectLst/>
                        </a:rPr>
                        <a:t>Ready for Testing</a:t>
                      </a:r>
                      <a:endParaRPr lang="en-US" sz="1200" b="0">
                        <a:effectLst/>
                        <a:latin typeface="Aptos" panose="020B0004020202020204" pitchFamily="34" charset="0"/>
                        <a:ea typeface="Aptos" panose="020B0004020202020204" pitchFamily="34" charset="0"/>
                        <a:cs typeface="Aptos" panose="020B0004020202020204" pitchFamily="34" charset="0"/>
                      </a:endParaRPr>
                    </a:p>
                  </a:txBody>
                  <a:tcPr marL="7144" marR="7144" marT="7144" marB="0" anchor="b"/>
                </a:tc>
                <a:tc>
                  <a:txBody>
                    <a:bodyPr/>
                    <a:lstStyle/>
                    <a:p>
                      <a:pPr marL="0" marR="0" algn="l">
                        <a:buNone/>
                      </a:pPr>
                      <a:r>
                        <a:rPr lang="en-US" sz="1200" b="0" dirty="0">
                          <a:solidFill>
                            <a:srgbClr val="000000"/>
                          </a:solidFill>
                          <a:effectLst/>
                        </a:rPr>
                        <a:t> </a:t>
                      </a:r>
                      <a:endParaRPr lang="en-US" sz="1200" b="0" dirty="0">
                        <a:effectLst/>
                        <a:latin typeface="Aptos" panose="020B0004020202020204" pitchFamily="34" charset="0"/>
                        <a:ea typeface="Aptos" panose="020B0004020202020204" pitchFamily="34" charset="0"/>
                        <a:cs typeface="Aptos" panose="020B0004020202020204" pitchFamily="34" charset="0"/>
                      </a:endParaRPr>
                    </a:p>
                  </a:txBody>
                  <a:tcPr marL="7144" marR="7144" marT="7144" marB="0" anchor="b"/>
                </a:tc>
                <a:tc>
                  <a:txBody>
                    <a:bodyPr/>
                    <a:lstStyle/>
                    <a:p>
                      <a:pPr marL="0" marR="0">
                        <a:buNone/>
                      </a:pPr>
                      <a:r>
                        <a:rPr lang="en-US" sz="1200" b="0" dirty="0">
                          <a:solidFill>
                            <a:srgbClr val="000000"/>
                          </a:solidFill>
                          <a:effectLst/>
                        </a:rPr>
                        <a:t>Need KPMG  help to test</a:t>
                      </a:r>
                      <a:endParaRPr lang="en-US" sz="1200" b="0" dirty="0">
                        <a:effectLst/>
                        <a:latin typeface="Aptos" panose="020B0004020202020204" pitchFamily="34" charset="0"/>
                        <a:ea typeface="Aptos" panose="020B0004020202020204" pitchFamily="34" charset="0"/>
                        <a:cs typeface="Aptos" panose="020B0004020202020204" pitchFamily="34" charset="0"/>
                      </a:endParaRPr>
                    </a:p>
                  </a:txBody>
                  <a:tcPr marL="7144" marR="7144" marT="7144" marB="0" anchor="b"/>
                </a:tc>
                <a:extLst>
                  <a:ext uri="{0D108BD9-81ED-4DB2-BD59-A6C34878D82A}">
                    <a16:rowId xmlns:a16="http://schemas.microsoft.com/office/drawing/2014/main" val="1789164080"/>
                  </a:ext>
                </a:extLst>
              </a:tr>
              <a:tr h="281483">
                <a:tc>
                  <a:txBody>
                    <a:bodyPr/>
                    <a:lstStyle/>
                    <a:p>
                      <a:pPr marL="0" marR="0">
                        <a:buNone/>
                      </a:pPr>
                      <a:r>
                        <a:rPr lang="en-US" sz="1200" b="0">
                          <a:solidFill>
                            <a:srgbClr val="000000"/>
                          </a:solidFill>
                          <a:effectLst/>
                        </a:rPr>
                        <a:t>Order Cancellation Request</a:t>
                      </a:r>
                      <a:endParaRPr lang="en-US" sz="1200" b="0">
                        <a:effectLst/>
                        <a:latin typeface="Aptos" panose="020B0004020202020204" pitchFamily="34" charset="0"/>
                        <a:ea typeface="Aptos" panose="020B0004020202020204" pitchFamily="34" charset="0"/>
                        <a:cs typeface="Aptos" panose="020B0004020202020204" pitchFamily="34" charset="0"/>
                      </a:endParaRPr>
                    </a:p>
                  </a:txBody>
                  <a:tcPr marL="7144" marR="7144" marT="7144" marB="0" anchor="b"/>
                </a:tc>
                <a:tc>
                  <a:txBody>
                    <a:bodyPr/>
                    <a:lstStyle/>
                    <a:p>
                      <a:pPr marL="0" marR="0">
                        <a:buNone/>
                      </a:pPr>
                      <a:r>
                        <a:rPr lang="en-US" sz="1200" b="0">
                          <a:solidFill>
                            <a:srgbClr val="000000"/>
                          </a:solidFill>
                          <a:effectLst/>
                        </a:rPr>
                        <a:t>Ready for Testing</a:t>
                      </a:r>
                      <a:endParaRPr lang="en-US" sz="1200" b="0">
                        <a:effectLst/>
                        <a:latin typeface="Aptos" panose="020B0004020202020204" pitchFamily="34" charset="0"/>
                        <a:ea typeface="Aptos" panose="020B0004020202020204" pitchFamily="34" charset="0"/>
                        <a:cs typeface="Aptos" panose="020B0004020202020204" pitchFamily="34" charset="0"/>
                      </a:endParaRPr>
                    </a:p>
                  </a:txBody>
                  <a:tcPr marL="7144" marR="7144" marT="7144" marB="0" anchor="b"/>
                </a:tc>
                <a:tc>
                  <a:txBody>
                    <a:bodyPr/>
                    <a:lstStyle/>
                    <a:p>
                      <a:pPr marL="0" marR="0" algn="l">
                        <a:buNone/>
                      </a:pPr>
                      <a:r>
                        <a:rPr lang="en-US" sz="1200" b="0">
                          <a:solidFill>
                            <a:srgbClr val="000000"/>
                          </a:solidFill>
                          <a:effectLst/>
                        </a:rPr>
                        <a:t> </a:t>
                      </a:r>
                      <a:endParaRPr lang="en-US" sz="1200" b="0">
                        <a:effectLst/>
                        <a:latin typeface="Aptos" panose="020B0004020202020204" pitchFamily="34" charset="0"/>
                        <a:ea typeface="Aptos" panose="020B0004020202020204" pitchFamily="34" charset="0"/>
                        <a:cs typeface="Aptos" panose="020B0004020202020204" pitchFamily="34" charset="0"/>
                      </a:endParaRPr>
                    </a:p>
                  </a:txBody>
                  <a:tcPr marL="7144" marR="7144" marT="7144" marB="0" anchor="b"/>
                </a:tc>
                <a:tc>
                  <a:txBody>
                    <a:bodyPr/>
                    <a:lstStyle/>
                    <a:p>
                      <a:pPr marL="0" marR="0">
                        <a:buNone/>
                      </a:pPr>
                      <a:r>
                        <a:rPr lang="en-US" sz="1200" b="0" dirty="0">
                          <a:solidFill>
                            <a:srgbClr val="000000"/>
                          </a:solidFill>
                          <a:effectLst/>
                        </a:rPr>
                        <a:t>Need KPMG  help to test</a:t>
                      </a:r>
                      <a:endParaRPr lang="en-US" sz="1200" b="0" dirty="0">
                        <a:effectLst/>
                        <a:latin typeface="Aptos" panose="020B0004020202020204" pitchFamily="34" charset="0"/>
                        <a:ea typeface="Aptos" panose="020B0004020202020204" pitchFamily="34" charset="0"/>
                        <a:cs typeface="Aptos" panose="020B0004020202020204" pitchFamily="34" charset="0"/>
                      </a:endParaRPr>
                    </a:p>
                  </a:txBody>
                  <a:tcPr marL="7144" marR="7144" marT="7144" marB="0" anchor="b"/>
                </a:tc>
                <a:extLst>
                  <a:ext uri="{0D108BD9-81ED-4DB2-BD59-A6C34878D82A}">
                    <a16:rowId xmlns:a16="http://schemas.microsoft.com/office/drawing/2014/main" val="1283937256"/>
                  </a:ext>
                </a:extLst>
              </a:tr>
              <a:tr h="281483">
                <a:tc>
                  <a:txBody>
                    <a:bodyPr/>
                    <a:lstStyle/>
                    <a:p>
                      <a:pPr marL="0" marR="0">
                        <a:buNone/>
                      </a:pPr>
                      <a:r>
                        <a:rPr lang="en-US" sz="1200" b="0">
                          <a:solidFill>
                            <a:srgbClr val="000000"/>
                          </a:solidFill>
                          <a:effectLst/>
                        </a:rPr>
                        <a:t>BG API</a:t>
                      </a:r>
                      <a:endParaRPr lang="en-US" sz="1200" b="0">
                        <a:effectLst/>
                        <a:latin typeface="Aptos" panose="020B0004020202020204" pitchFamily="34" charset="0"/>
                        <a:ea typeface="Aptos" panose="020B0004020202020204" pitchFamily="34" charset="0"/>
                        <a:cs typeface="Aptos" panose="020B0004020202020204" pitchFamily="34" charset="0"/>
                      </a:endParaRPr>
                    </a:p>
                  </a:txBody>
                  <a:tcPr marL="7144" marR="7144" marT="7144" marB="0" anchor="b"/>
                </a:tc>
                <a:tc>
                  <a:txBody>
                    <a:bodyPr/>
                    <a:lstStyle/>
                    <a:p>
                      <a:pPr marL="0" marR="0">
                        <a:buNone/>
                      </a:pPr>
                      <a:r>
                        <a:rPr lang="en-US" sz="1200" b="0" dirty="0">
                          <a:solidFill>
                            <a:srgbClr val="000000"/>
                          </a:solidFill>
                          <a:effectLst/>
                        </a:rPr>
                        <a:t>Ready for Testing</a:t>
                      </a:r>
                      <a:endParaRPr lang="en-US" sz="1200" b="0" dirty="0">
                        <a:effectLst/>
                        <a:latin typeface="Aptos" panose="020B0004020202020204" pitchFamily="34" charset="0"/>
                        <a:ea typeface="Aptos" panose="020B0004020202020204" pitchFamily="34" charset="0"/>
                        <a:cs typeface="Aptos" panose="020B0004020202020204" pitchFamily="34" charset="0"/>
                      </a:endParaRPr>
                    </a:p>
                  </a:txBody>
                  <a:tcPr marL="7144" marR="7144" marT="7144" marB="0" anchor="b"/>
                </a:tc>
                <a:tc>
                  <a:txBody>
                    <a:bodyPr/>
                    <a:lstStyle/>
                    <a:p>
                      <a:pPr marL="0" marR="0" algn="l">
                        <a:buNone/>
                      </a:pPr>
                      <a:r>
                        <a:rPr lang="en-US" sz="1200" b="0">
                          <a:solidFill>
                            <a:srgbClr val="000000"/>
                          </a:solidFill>
                          <a:effectLst/>
                        </a:rPr>
                        <a:t> </a:t>
                      </a:r>
                      <a:endParaRPr lang="en-US" sz="1200" b="0">
                        <a:effectLst/>
                        <a:latin typeface="Aptos" panose="020B0004020202020204" pitchFamily="34" charset="0"/>
                        <a:ea typeface="Aptos" panose="020B0004020202020204" pitchFamily="34" charset="0"/>
                        <a:cs typeface="Aptos" panose="020B0004020202020204" pitchFamily="34" charset="0"/>
                      </a:endParaRPr>
                    </a:p>
                  </a:txBody>
                  <a:tcPr marL="7144" marR="7144" marT="7144" marB="0" anchor="b"/>
                </a:tc>
                <a:tc>
                  <a:txBody>
                    <a:bodyPr/>
                    <a:lstStyle/>
                    <a:p>
                      <a:pPr marL="0" marR="0">
                        <a:buNone/>
                      </a:pPr>
                      <a:r>
                        <a:rPr lang="en-US" sz="1200" b="0" dirty="0">
                          <a:solidFill>
                            <a:srgbClr val="000000"/>
                          </a:solidFill>
                          <a:effectLst/>
                        </a:rPr>
                        <a:t>Need KPMG  help to test</a:t>
                      </a:r>
                      <a:endParaRPr lang="en-US" sz="1200" b="0" dirty="0">
                        <a:effectLst/>
                        <a:latin typeface="Aptos" panose="020B0004020202020204" pitchFamily="34" charset="0"/>
                        <a:ea typeface="Aptos" panose="020B0004020202020204" pitchFamily="34" charset="0"/>
                        <a:cs typeface="Aptos" panose="020B0004020202020204" pitchFamily="34" charset="0"/>
                      </a:endParaRPr>
                    </a:p>
                  </a:txBody>
                  <a:tcPr marL="7144" marR="7144" marT="7144" marB="0" anchor="b"/>
                </a:tc>
                <a:extLst>
                  <a:ext uri="{0D108BD9-81ED-4DB2-BD59-A6C34878D82A}">
                    <a16:rowId xmlns:a16="http://schemas.microsoft.com/office/drawing/2014/main" val="4209212196"/>
                  </a:ext>
                </a:extLst>
              </a:tr>
              <a:tr h="281483">
                <a:tc>
                  <a:txBody>
                    <a:bodyPr/>
                    <a:lstStyle/>
                    <a:p>
                      <a:pPr marL="0" marR="0">
                        <a:buNone/>
                      </a:pPr>
                      <a:r>
                        <a:rPr lang="en-US" sz="1200" b="0">
                          <a:solidFill>
                            <a:srgbClr val="000000"/>
                          </a:solidFill>
                          <a:effectLst/>
                        </a:rPr>
                        <a:t>SD API</a:t>
                      </a:r>
                      <a:endParaRPr lang="en-US" sz="1200" b="0">
                        <a:effectLst/>
                        <a:latin typeface="Aptos" panose="020B0004020202020204" pitchFamily="34" charset="0"/>
                        <a:ea typeface="Aptos" panose="020B0004020202020204" pitchFamily="34" charset="0"/>
                        <a:cs typeface="Aptos" panose="020B0004020202020204" pitchFamily="34" charset="0"/>
                      </a:endParaRPr>
                    </a:p>
                  </a:txBody>
                  <a:tcPr marL="7144" marR="7144" marT="7144" marB="0" anchor="b"/>
                </a:tc>
                <a:tc>
                  <a:txBody>
                    <a:bodyPr/>
                    <a:lstStyle/>
                    <a:p>
                      <a:pPr marL="0" marR="0">
                        <a:buNone/>
                      </a:pPr>
                      <a:r>
                        <a:rPr lang="en-US" sz="1200" b="0">
                          <a:solidFill>
                            <a:srgbClr val="000000"/>
                          </a:solidFill>
                          <a:effectLst/>
                        </a:rPr>
                        <a:t>Ready for Testing</a:t>
                      </a:r>
                      <a:endParaRPr lang="en-US" sz="1200" b="0">
                        <a:effectLst/>
                        <a:latin typeface="Aptos" panose="020B0004020202020204" pitchFamily="34" charset="0"/>
                        <a:ea typeface="Aptos" panose="020B0004020202020204" pitchFamily="34" charset="0"/>
                        <a:cs typeface="Aptos" panose="020B0004020202020204" pitchFamily="34" charset="0"/>
                      </a:endParaRPr>
                    </a:p>
                  </a:txBody>
                  <a:tcPr marL="7144" marR="7144" marT="7144" marB="0" anchor="b"/>
                </a:tc>
                <a:tc>
                  <a:txBody>
                    <a:bodyPr/>
                    <a:lstStyle/>
                    <a:p>
                      <a:pPr marL="0" marR="0" algn="l">
                        <a:buNone/>
                      </a:pPr>
                      <a:r>
                        <a:rPr lang="en-US" sz="1200" b="0" dirty="0">
                          <a:solidFill>
                            <a:srgbClr val="000000"/>
                          </a:solidFill>
                          <a:effectLst/>
                        </a:rPr>
                        <a:t> </a:t>
                      </a:r>
                      <a:endParaRPr lang="en-US" sz="1200" b="0" dirty="0">
                        <a:effectLst/>
                        <a:latin typeface="Aptos" panose="020B0004020202020204" pitchFamily="34" charset="0"/>
                        <a:ea typeface="Aptos" panose="020B0004020202020204" pitchFamily="34" charset="0"/>
                        <a:cs typeface="Aptos" panose="020B0004020202020204" pitchFamily="34" charset="0"/>
                      </a:endParaRPr>
                    </a:p>
                  </a:txBody>
                  <a:tcPr marL="7144" marR="7144" marT="7144" marB="0" anchor="b"/>
                </a:tc>
                <a:tc>
                  <a:txBody>
                    <a:bodyPr/>
                    <a:lstStyle/>
                    <a:p>
                      <a:pPr marL="0" marR="0">
                        <a:buNone/>
                      </a:pPr>
                      <a:r>
                        <a:rPr lang="en-US" sz="1200" b="0" dirty="0">
                          <a:solidFill>
                            <a:srgbClr val="000000"/>
                          </a:solidFill>
                          <a:effectLst/>
                        </a:rPr>
                        <a:t>Need KPMG  help to test</a:t>
                      </a:r>
                      <a:endParaRPr lang="en-US" sz="1200" b="0" dirty="0">
                        <a:effectLst/>
                        <a:latin typeface="Aptos" panose="020B0004020202020204" pitchFamily="34" charset="0"/>
                        <a:ea typeface="Aptos" panose="020B0004020202020204" pitchFamily="34" charset="0"/>
                        <a:cs typeface="Aptos" panose="020B0004020202020204" pitchFamily="34" charset="0"/>
                      </a:endParaRPr>
                    </a:p>
                  </a:txBody>
                  <a:tcPr marL="7144" marR="7144" marT="7144" marB="0" anchor="b"/>
                </a:tc>
                <a:extLst>
                  <a:ext uri="{0D108BD9-81ED-4DB2-BD59-A6C34878D82A}">
                    <a16:rowId xmlns:a16="http://schemas.microsoft.com/office/drawing/2014/main" val="2784747442"/>
                  </a:ext>
                </a:extLst>
              </a:tr>
              <a:tr h="144314">
                <a:tc>
                  <a:txBody>
                    <a:bodyPr/>
                    <a:lstStyle/>
                    <a:p>
                      <a:pPr marL="0" marR="0">
                        <a:buNone/>
                      </a:pPr>
                      <a:r>
                        <a:rPr lang="en-US" sz="1200" b="0">
                          <a:solidFill>
                            <a:srgbClr val="000000"/>
                          </a:solidFill>
                          <a:effectLst/>
                        </a:rPr>
                        <a:t>BB-IP Details</a:t>
                      </a:r>
                      <a:endParaRPr lang="en-US" sz="1200" b="0">
                        <a:effectLst/>
                        <a:latin typeface="Aptos" panose="020B0004020202020204" pitchFamily="34" charset="0"/>
                        <a:ea typeface="Aptos" panose="020B0004020202020204" pitchFamily="34" charset="0"/>
                        <a:cs typeface="Aptos" panose="020B0004020202020204" pitchFamily="34" charset="0"/>
                      </a:endParaRPr>
                    </a:p>
                  </a:txBody>
                  <a:tcPr marL="7144" marR="7144" marT="7144" marB="0" anchor="b"/>
                </a:tc>
                <a:tc>
                  <a:txBody>
                    <a:bodyPr/>
                    <a:lstStyle/>
                    <a:p>
                      <a:pPr marL="0" marR="0">
                        <a:buNone/>
                      </a:pPr>
                      <a:r>
                        <a:rPr lang="en-US" sz="1200" b="0" dirty="0">
                          <a:solidFill>
                            <a:srgbClr val="000000"/>
                          </a:solidFill>
                          <a:effectLst/>
                        </a:rPr>
                        <a:t>Not Ready</a:t>
                      </a:r>
                      <a:endParaRPr lang="en-US" sz="1200" b="0" dirty="0">
                        <a:effectLst/>
                        <a:latin typeface="Aptos" panose="020B0004020202020204" pitchFamily="34" charset="0"/>
                        <a:ea typeface="Aptos" panose="020B0004020202020204" pitchFamily="34" charset="0"/>
                        <a:cs typeface="Aptos" panose="020B0004020202020204" pitchFamily="34" charset="0"/>
                      </a:endParaRPr>
                    </a:p>
                  </a:txBody>
                  <a:tcPr marL="7144" marR="7144" marT="7144" marB="0" anchor="b"/>
                </a:tc>
                <a:tc>
                  <a:txBody>
                    <a:bodyPr/>
                    <a:lstStyle/>
                    <a:p>
                      <a:pPr marL="0" marR="0" algn="l">
                        <a:buNone/>
                      </a:pPr>
                      <a:r>
                        <a:rPr lang="en-US" sz="1200" b="0">
                          <a:solidFill>
                            <a:srgbClr val="000000"/>
                          </a:solidFill>
                          <a:effectLst/>
                        </a:rPr>
                        <a:t>21-04-2026</a:t>
                      </a:r>
                      <a:endParaRPr lang="en-US" sz="1200" b="0">
                        <a:effectLst/>
                        <a:latin typeface="Aptos" panose="020B0004020202020204" pitchFamily="34" charset="0"/>
                        <a:ea typeface="Aptos" panose="020B0004020202020204" pitchFamily="34" charset="0"/>
                        <a:cs typeface="Aptos" panose="020B0004020202020204" pitchFamily="34" charset="0"/>
                      </a:endParaRPr>
                    </a:p>
                  </a:txBody>
                  <a:tcPr marL="7144" marR="7144" marT="7144" marB="0" anchor="b"/>
                </a:tc>
                <a:tc>
                  <a:txBody>
                    <a:bodyPr/>
                    <a:lstStyle/>
                    <a:p>
                      <a:pPr marL="0" marR="0">
                        <a:buNone/>
                      </a:pPr>
                      <a:r>
                        <a:rPr lang="en-US" sz="1200" b="0">
                          <a:solidFill>
                            <a:srgbClr val="000000"/>
                          </a:solidFill>
                          <a:effectLst/>
                        </a:rPr>
                        <a:t> </a:t>
                      </a:r>
                      <a:endParaRPr lang="en-US" sz="1200" b="0">
                        <a:effectLst/>
                        <a:latin typeface="Aptos" panose="020B0004020202020204" pitchFamily="34" charset="0"/>
                        <a:ea typeface="Aptos" panose="020B0004020202020204" pitchFamily="34" charset="0"/>
                        <a:cs typeface="Aptos" panose="020B0004020202020204" pitchFamily="34" charset="0"/>
                      </a:endParaRPr>
                    </a:p>
                  </a:txBody>
                  <a:tcPr marL="7144" marR="7144" marT="7144" marB="0" anchor="b"/>
                </a:tc>
                <a:extLst>
                  <a:ext uri="{0D108BD9-81ED-4DB2-BD59-A6C34878D82A}">
                    <a16:rowId xmlns:a16="http://schemas.microsoft.com/office/drawing/2014/main" val="4253233929"/>
                  </a:ext>
                </a:extLst>
              </a:tr>
              <a:tr h="144314">
                <a:tc>
                  <a:txBody>
                    <a:bodyPr/>
                    <a:lstStyle/>
                    <a:p>
                      <a:pPr marL="0" marR="0">
                        <a:buNone/>
                      </a:pPr>
                      <a:r>
                        <a:rPr lang="en-US" sz="1200" b="0">
                          <a:solidFill>
                            <a:srgbClr val="000000"/>
                          </a:solidFill>
                          <a:effectLst/>
                        </a:rPr>
                        <a:t>Price Master</a:t>
                      </a:r>
                      <a:endParaRPr lang="en-US" sz="1200" b="0">
                        <a:effectLst/>
                        <a:latin typeface="Aptos" panose="020B0004020202020204" pitchFamily="34" charset="0"/>
                        <a:ea typeface="Aptos" panose="020B0004020202020204" pitchFamily="34" charset="0"/>
                        <a:cs typeface="Aptos" panose="020B0004020202020204" pitchFamily="34" charset="0"/>
                      </a:endParaRPr>
                    </a:p>
                  </a:txBody>
                  <a:tcPr marL="7144" marR="7144" marT="7144" marB="0" anchor="b"/>
                </a:tc>
                <a:tc>
                  <a:txBody>
                    <a:bodyPr/>
                    <a:lstStyle/>
                    <a:p>
                      <a:pPr marL="0" marR="0">
                        <a:buNone/>
                      </a:pPr>
                      <a:r>
                        <a:rPr lang="en-US" sz="1200" b="0">
                          <a:solidFill>
                            <a:srgbClr val="000000"/>
                          </a:solidFill>
                          <a:effectLst/>
                        </a:rPr>
                        <a:t>Not Ready</a:t>
                      </a:r>
                      <a:endParaRPr lang="en-US" sz="1200" b="0">
                        <a:effectLst/>
                        <a:latin typeface="Aptos" panose="020B0004020202020204" pitchFamily="34" charset="0"/>
                        <a:ea typeface="Aptos" panose="020B0004020202020204" pitchFamily="34" charset="0"/>
                        <a:cs typeface="Aptos" panose="020B0004020202020204" pitchFamily="34" charset="0"/>
                      </a:endParaRPr>
                    </a:p>
                  </a:txBody>
                  <a:tcPr marL="7144" marR="7144" marT="7144" marB="0" anchor="b"/>
                </a:tc>
                <a:tc>
                  <a:txBody>
                    <a:bodyPr/>
                    <a:lstStyle/>
                    <a:p>
                      <a:pPr marL="0" marR="0" algn="l">
                        <a:buNone/>
                      </a:pPr>
                      <a:r>
                        <a:rPr lang="en-US" sz="1200" b="0">
                          <a:solidFill>
                            <a:srgbClr val="000000"/>
                          </a:solidFill>
                          <a:effectLst/>
                        </a:rPr>
                        <a:t>21-04-2026</a:t>
                      </a:r>
                      <a:endParaRPr lang="en-US" sz="1200" b="0">
                        <a:effectLst/>
                        <a:latin typeface="Aptos" panose="020B0004020202020204" pitchFamily="34" charset="0"/>
                        <a:ea typeface="Aptos" panose="020B0004020202020204" pitchFamily="34" charset="0"/>
                        <a:cs typeface="Aptos" panose="020B0004020202020204" pitchFamily="34" charset="0"/>
                      </a:endParaRPr>
                    </a:p>
                  </a:txBody>
                  <a:tcPr marL="7144" marR="7144" marT="7144" marB="0" anchor="b"/>
                </a:tc>
                <a:tc>
                  <a:txBody>
                    <a:bodyPr/>
                    <a:lstStyle/>
                    <a:p>
                      <a:pPr marL="0" marR="0">
                        <a:buNone/>
                      </a:pPr>
                      <a:r>
                        <a:rPr lang="en-US" sz="1200" b="0" dirty="0">
                          <a:solidFill>
                            <a:srgbClr val="000000"/>
                          </a:solidFill>
                          <a:effectLst/>
                        </a:rPr>
                        <a:t> </a:t>
                      </a:r>
                      <a:endParaRPr lang="en-US" sz="1200" b="0" dirty="0">
                        <a:effectLst/>
                        <a:latin typeface="Aptos" panose="020B0004020202020204" pitchFamily="34" charset="0"/>
                        <a:ea typeface="Aptos" panose="020B0004020202020204" pitchFamily="34" charset="0"/>
                        <a:cs typeface="Aptos" panose="020B0004020202020204" pitchFamily="34" charset="0"/>
                      </a:endParaRPr>
                    </a:p>
                  </a:txBody>
                  <a:tcPr marL="7144" marR="7144" marT="7144" marB="0" anchor="b"/>
                </a:tc>
                <a:extLst>
                  <a:ext uri="{0D108BD9-81ED-4DB2-BD59-A6C34878D82A}">
                    <a16:rowId xmlns:a16="http://schemas.microsoft.com/office/drawing/2014/main" val="2104268433"/>
                  </a:ext>
                </a:extLst>
              </a:tr>
              <a:tr h="144314">
                <a:tc>
                  <a:txBody>
                    <a:bodyPr/>
                    <a:lstStyle/>
                    <a:p>
                      <a:pPr marL="0" marR="0">
                        <a:buNone/>
                      </a:pPr>
                      <a:r>
                        <a:rPr lang="en-US" sz="1200" b="0">
                          <a:solidFill>
                            <a:srgbClr val="000000"/>
                          </a:solidFill>
                          <a:effectLst/>
                        </a:rPr>
                        <a:t>Payment Calculator</a:t>
                      </a:r>
                      <a:endParaRPr lang="en-US" sz="1200" b="0">
                        <a:effectLst/>
                        <a:latin typeface="Aptos" panose="020B0004020202020204" pitchFamily="34" charset="0"/>
                        <a:ea typeface="Aptos" panose="020B0004020202020204" pitchFamily="34" charset="0"/>
                        <a:cs typeface="Aptos" panose="020B0004020202020204" pitchFamily="34" charset="0"/>
                      </a:endParaRPr>
                    </a:p>
                  </a:txBody>
                  <a:tcPr marL="7144" marR="7144" marT="7144" marB="0" anchor="b"/>
                </a:tc>
                <a:tc>
                  <a:txBody>
                    <a:bodyPr/>
                    <a:lstStyle/>
                    <a:p>
                      <a:pPr marL="0" marR="0">
                        <a:buNone/>
                      </a:pPr>
                      <a:r>
                        <a:rPr lang="en-US" sz="1200" b="0">
                          <a:solidFill>
                            <a:srgbClr val="000000"/>
                          </a:solidFill>
                          <a:effectLst/>
                        </a:rPr>
                        <a:t>Not Ready</a:t>
                      </a:r>
                      <a:endParaRPr lang="en-US" sz="1200" b="0">
                        <a:effectLst/>
                        <a:latin typeface="Aptos" panose="020B0004020202020204" pitchFamily="34" charset="0"/>
                        <a:ea typeface="Aptos" panose="020B0004020202020204" pitchFamily="34" charset="0"/>
                        <a:cs typeface="Aptos" panose="020B0004020202020204" pitchFamily="34" charset="0"/>
                      </a:endParaRPr>
                    </a:p>
                  </a:txBody>
                  <a:tcPr marL="7144" marR="7144" marT="7144" marB="0" anchor="b"/>
                </a:tc>
                <a:tc>
                  <a:txBody>
                    <a:bodyPr/>
                    <a:lstStyle/>
                    <a:p>
                      <a:pPr marL="0" marR="0" algn="l">
                        <a:buNone/>
                      </a:pPr>
                      <a:r>
                        <a:rPr lang="en-US" sz="1200" b="0" dirty="0">
                          <a:solidFill>
                            <a:srgbClr val="000000"/>
                          </a:solidFill>
                          <a:effectLst/>
                        </a:rPr>
                        <a:t>21-04-2026</a:t>
                      </a:r>
                      <a:endParaRPr lang="en-US" sz="1200" b="0" dirty="0">
                        <a:effectLst/>
                        <a:latin typeface="Aptos" panose="020B0004020202020204" pitchFamily="34" charset="0"/>
                        <a:ea typeface="Aptos" panose="020B0004020202020204" pitchFamily="34" charset="0"/>
                        <a:cs typeface="Aptos" panose="020B0004020202020204" pitchFamily="34" charset="0"/>
                      </a:endParaRPr>
                    </a:p>
                  </a:txBody>
                  <a:tcPr marL="7144" marR="7144" marT="7144" marB="0" anchor="b"/>
                </a:tc>
                <a:tc>
                  <a:txBody>
                    <a:bodyPr/>
                    <a:lstStyle/>
                    <a:p>
                      <a:pPr marL="0" marR="0">
                        <a:buNone/>
                      </a:pPr>
                      <a:r>
                        <a:rPr lang="en-US" sz="1200" b="0" dirty="0">
                          <a:solidFill>
                            <a:srgbClr val="000000"/>
                          </a:solidFill>
                          <a:effectLst/>
                        </a:rPr>
                        <a:t> </a:t>
                      </a:r>
                      <a:endParaRPr lang="en-US" sz="1200" b="0" dirty="0">
                        <a:effectLst/>
                        <a:latin typeface="Aptos" panose="020B0004020202020204" pitchFamily="34" charset="0"/>
                        <a:ea typeface="Aptos" panose="020B0004020202020204" pitchFamily="34" charset="0"/>
                        <a:cs typeface="Aptos" panose="020B0004020202020204" pitchFamily="34" charset="0"/>
                      </a:endParaRPr>
                    </a:p>
                  </a:txBody>
                  <a:tcPr marL="7144" marR="7144" marT="7144" marB="0" anchor="b"/>
                </a:tc>
                <a:extLst>
                  <a:ext uri="{0D108BD9-81ED-4DB2-BD59-A6C34878D82A}">
                    <a16:rowId xmlns:a16="http://schemas.microsoft.com/office/drawing/2014/main" val="1097902219"/>
                  </a:ext>
                </a:extLst>
              </a:tr>
              <a:tr h="144314">
                <a:tc>
                  <a:txBody>
                    <a:bodyPr/>
                    <a:lstStyle/>
                    <a:p>
                      <a:pPr marL="0" marR="0">
                        <a:buNone/>
                      </a:pPr>
                      <a:r>
                        <a:rPr lang="en-US" sz="1200" b="0">
                          <a:solidFill>
                            <a:srgbClr val="000000"/>
                          </a:solidFill>
                          <a:effectLst/>
                        </a:rPr>
                        <a:t>DB Onboarding</a:t>
                      </a:r>
                      <a:endParaRPr lang="en-US" sz="1200" b="0">
                        <a:effectLst/>
                        <a:latin typeface="Aptos" panose="020B0004020202020204" pitchFamily="34" charset="0"/>
                        <a:ea typeface="Aptos" panose="020B0004020202020204" pitchFamily="34" charset="0"/>
                        <a:cs typeface="Aptos" panose="020B0004020202020204" pitchFamily="34" charset="0"/>
                      </a:endParaRPr>
                    </a:p>
                  </a:txBody>
                  <a:tcPr marL="7144" marR="7144" marT="7144" marB="0" anchor="b"/>
                </a:tc>
                <a:tc>
                  <a:txBody>
                    <a:bodyPr/>
                    <a:lstStyle/>
                    <a:p>
                      <a:pPr marL="0" marR="0">
                        <a:buNone/>
                      </a:pPr>
                      <a:r>
                        <a:rPr lang="en-US" sz="1200" b="0">
                          <a:solidFill>
                            <a:srgbClr val="000000"/>
                          </a:solidFill>
                          <a:effectLst/>
                        </a:rPr>
                        <a:t>Not Ready</a:t>
                      </a:r>
                      <a:endParaRPr lang="en-US" sz="1200" b="0">
                        <a:effectLst/>
                        <a:latin typeface="Aptos" panose="020B0004020202020204" pitchFamily="34" charset="0"/>
                        <a:ea typeface="Aptos" panose="020B0004020202020204" pitchFamily="34" charset="0"/>
                        <a:cs typeface="Aptos" panose="020B0004020202020204" pitchFamily="34" charset="0"/>
                      </a:endParaRPr>
                    </a:p>
                  </a:txBody>
                  <a:tcPr marL="7144" marR="7144" marT="7144" marB="0" anchor="b"/>
                </a:tc>
                <a:tc>
                  <a:txBody>
                    <a:bodyPr/>
                    <a:lstStyle/>
                    <a:p>
                      <a:pPr marL="0" marR="0" algn="l">
                        <a:buNone/>
                      </a:pPr>
                      <a:r>
                        <a:rPr lang="en-US" sz="1200" b="0">
                          <a:solidFill>
                            <a:srgbClr val="000000"/>
                          </a:solidFill>
                          <a:effectLst/>
                        </a:rPr>
                        <a:t>21-04-2026</a:t>
                      </a:r>
                      <a:endParaRPr lang="en-US" sz="1200" b="0">
                        <a:effectLst/>
                        <a:latin typeface="Aptos" panose="020B0004020202020204" pitchFamily="34" charset="0"/>
                        <a:ea typeface="Aptos" panose="020B0004020202020204" pitchFamily="34" charset="0"/>
                        <a:cs typeface="Aptos" panose="020B0004020202020204" pitchFamily="34" charset="0"/>
                      </a:endParaRPr>
                    </a:p>
                  </a:txBody>
                  <a:tcPr marL="7144" marR="7144" marT="7144" marB="0" anchor="b"/>
                </a:tc>
                <a:tc>
                  <a:txBody>
                    <a:bodyPr/>
                    <a:lstStyle/>
                    <a:p>
                      <a:pPr marL="0" marR="0">
                        <a:buNone/>
                      </a:pPr>
                      <a:r>
                        <a:rPr lang="en-US" sz="1200" b="0">
                          <a:solidFill>
                            <a:srgbClr val="000000"/>
                          </a:solidFill>
                          <a:effectLst/>
                        </a:rPr>
                        <a:t> </a:t>
                      </a:r>
                      <a:endParaRPr lang="en-US" sz="1200" b="0">
                        <a:effectLst/>
                        <a:latin typeface="Aptos" panose="020B0004020202020204" pitchFamily="34" charset="0"/>
                        <a:ea typeface="Aptos" panose="020B0004020202020204" pitchFamily="34" charset="0"/>
                        <a:cs typeface="Aptos" panose="020B0004020202020204" pitchFamily="34" charset="0"/>
                      </a:endParaRPr>
                    </a:p>
                  </a:txBody>
                  <a:tcPr marL="7144" marR="7144" marT="7144" marB="0" anchor="b"/>
                </a:tc>
                <a:extLst>
                  <a:ext uri="{0D108BD9-81ED-4DB2-BD59-A6C34878D82A}">
                    <a16:rowId xmlns:a16="http://schemas.microsoft.com/office/drawing/2014/main" val="1811157582"/>
                  </a:ext>
                </a:extLst>
              </a:tr>
              <a:tr h="144314">
                <a:tc>
                  <a:txBody>
                    <a:bodyPr/>
                    <a:lstStyle/>
                    <a:p>
                      <a:pPr marL="0" marR="0">
                        <a:buNone/>
                      </a:pPr>
                      <a:r>
                        <a:rPr lang="en-US" sz="1200" b="0">
                          <a:solidFill>
                            <a:srgbClr val="000000"/>
                          </a:solidFill>
                          <a:effectLst/>
                        </a:rPr>
                        <a:t>Retailer Onboarding - Create/Update</a:t>
                      </a:r>
                      <a:endParaRPr lang="en-US" sz="1200" b="0">
                        <a:effectLst/>
                        <a:latin typeface="Aptos" panose="020B0004020202020204" pitchFamily="34" charset="0"/>
                        <a:ea typeface="Aptos" panose="020B0004020202020204" pitchFamily="34" charset="0"/>
                        <a:cs typeface="Aptos" panose="020B0004020202020204" pitchFamily="34" charset="0"/>
                      </a:endParaRPr>
                    </a:p>
                  </a:txBody>
                  <a:tcPr marL="7144" marR="7144" marT="7144" marB="0" anchor="b"/>
                </a:tc>
                <a:tc>
                  <a:txBody>
                    <a:bodyPr/>
                    <a:lstStyle/>
                    <a:p>
                      <a:pPr marL="0" marR="0">
                        <a:buNone/>
                      </a:pPr>
                      <a:r>
                        <a:rPr lang="en-US" sz="1200" b="0">
                          <a:solidFill>
                            <a:srgbClr val="000000"/>
                          </a:solidFill>
                          <a:effectLst/>
                        </a:rPr>
                        <a:t>Not Ready</a:t>
                      </a:r>
                      <a:endParaRPr lang="en-US" sz="1200" b="0">
                        <a:effectLst/>
                        <a:latin typeface="Aptos" panose="020B0004020202020204" pitchFamily="34" charset="0"/>
                        <a:ea typeface="Aptos" panose="020B0004020202020204" pitchFamily="34" charset="0"/>
                        <a:cs typeface="Aptos" panose="020B0004020202020204" pitchFamily="34" charset="0"/>
                      </a:endParaRPr>
                    </a:p>
                  </a:txBody>
                  <a:tcPr marL="7144" marR="7144" marT="7144" marB="0" anchor="b"/>
                </a:tc>
                <a:tc>
                  <a:txBody>
                    <a:bodyPr/>
                    <a:lstStyle/>
                    <a:p>
                      <a:pPr marL="0" marR="0" algn="l">
                        <a:buNone/>
                      </a:pPr>
                      <a:r>
                        <a:rPr lang="en-US" sz="1200" b="0" dirty="0">
                          <a:solidFill>
                            <a:srgbClr val="000000"/>
                          </a:solidFill>
                          <a:effectLst/>
                        </a:rPr>
                        <a:t>21-04-2026</a:t>
                      </a:r>
                      <a:endParaRPr lang="en-US" sz="1200" b="0" dirty="0">
                        <a:effectLst/>
                        <a:latin typeface="Aptos" panose="020B0004020202020204" pitchFamily="34" charset="0"/>
                        <a:ea typeface="Aptos" panose="020B0004020202020204" pitchFamily="34" charset="0"/>
                        <a:cs typeface="Aptos" panose="020B0004020202020204" pitchFamily="34" charset="0"/>
                      </a:endParaRPr>
                    </a:p>
                  </a:txBody>
                  <a:tcPr marL="7144" marR="7144" marT="7144" marB="0" anchor="b"/>
                </a:tc>
                <a:tc>
                  <a:txBody>
                    <a:bodyPr/>
                    <a:lstStyle/>
                    <a:p>
                      <a:pPr marL="0" marR="0">
                        <a:buNone/>
                      </a:pPr>
                      <a:r>
                        <a:rPr lang="en-US" sz="1200" b="0" dirty="0">
                          <a:solidFill>
                            <a:srgbClr val="000000"/>
                          </a:solidFill>
                          <a:effectLst/>
                        </a:rPr>
                        <a:t> </a:t>
                      </a:r>
                      <a:endParaRPr lang="en-US" sz="1200" b="0" dirty="0">
                        <a:effectLst/>
                        <a:latin typeface="Aptos" panose="020B0004020202020204" pitchFamily="34" charset="0"/>
                        <a:ea typeface="Aptos" panose="020B0004020202020204" pitchFamily="34" charset="0"/>
                        <a:cs typeface="Aptos" panose="020B0004020202020204" pitchFamily="34" charset="0"/>
                      </a:endParaRPr>
                    </a:p>
                  </a:txBody>
                  <a:tcPr marL="7144" marR="7144" marT="7144" marB="0" anchor="b"/>
                </a:tc>
                <a:extLst>
                  <a:ext uri="{0D108BD9-81ED-4DB2-BD59-A6C34878D82A}">
                    <a16:rowId xmlns:a16="http://schemas.microsoft.com/office/drawing/2014/main" val="1054976277"/>
                  </a:ext>
                </a:extLst>
              </a:tr>
              <a:tr h="144314">
                <a:tc>
                  <a:txBody>
                    <a:bodyPr/>
                    <a:lstStyle/>
                    <a:p>
                      <a:pPr marL="0" marR="0">
                        <a:buNone/>
                      </a:pPr>
                      <a:r>
                        <a:rPr lang="en-US" sz="1200" b="0">
                          <a:solidFill>
                            <a:srgbClr val="000000"/>
                          </a:solidFill>
                          <a:effectLst/>
                        </a:rPr>
                        <a:t>Sales Order creation/update</a:t>
                      </a:r>
                      <a:endParaRPr lang="en-US" sz="1200" b="0">
                        <a:effectLst/>
                        <a:latin typeface="Aptos" panose="020B0004020202020204" pitchFamily="34" charset="0"/>
                        <a:ea typeface="Aptos" panose="020B0004020202020204" pitchFamily="34" charset="0"/>
                        <a:cs typeface="Aptos" panose="020B0004020202020204" pitchFamily="34" charset="0"/>
                      </a:endParaRPr>
                    </a:p>
                  </a:txBody>
                  <a:tcPr marL="7144" marR="7144" marT="7144" marB="0" anchor="b"/>
                </a:tc>
                <a:tc>
                  <a:txBody>
                    <a:bodyPr/>
                    <a:lstStyle/>
                    <a:p>
                      <a:pPr marL="0" marR="0">
                        <a:buNone/>
                      </a:pPr>
                      <a:r>
                        <a:rPr lang="en-US" sz="1200" b="0">
                          <a:solidFill>
                            <a:srgbClr val="000000"/>
                          </a:solidFill>
                          <a:effectLst/>
                        </a:rPr>
                        <a:t>Not Ready</a:t>
                      </a:r>
                      <a:endParaRPr lang="en-US" sz="1200" b="0">
                        <a:effectLst/>
                        <a:latin typeface="Aptos" panose="020B0004020202020204" pitchFamily="34" charset="0"/>
                        <a:ea typeface="Aptos" panose="020B0004020202020204" pitchFamily="34" charset="0"/>
                        <a:cs typeface="Aptos" panose="020B0004020202020204" pitchFamily="34" charset="0"/>
                      </a:endParaRPr>
                    </a:p>
                  </a:txBody>
                  <a:tcPr marL="7144" marR="7144" marT="7144" marB="0" anchor="b"/>
                </a:tc>
                <a:tc>
                  <a:txBody>
                    <a:bodyPr/>
                    <a:lstStyle/>
                    <a:p>
                      <a:pPr marL="0" marR="0" algn="l">
                        <a:buNone/>
                      </a:pPr>
                      <a:r>
                        <a:rPr lang="en-US" sz="1200" b="0">
                          <a:solidFill>
                            <a:srgbClr val="000000"/>
                          </a:solidFill>
                          <a:effectLst/>
                        </a:rPr>
                        <a:t>21-04-2026</a:t>
                      </a:r>
                      <a:endParaRPr lang="en-US" sz="1200" b="0">
                        <a:effectLst/>
                        <a:latin typeface="Aptos" panose="020B0004020202020204" pitchFamily="34" charset="0"/>
                        <a:ea typeface="Aptos" panose="020B0004020202020204" pitchFamily="34" charset="0"/>
                        <a:cs typeface="Aptos" panose="020B0004020202020204" pitchFamily="34" charset="0"/>
                      </a:endParaRPr>
                    </a:p>
                  </a:txBody>
                  <a:tcPr marL="7144" marR="7144" marT="7144" marB="0" anchor="b"/>
                </a:tc>
                <a:tc>
                  <a:txBody>
                    <a:bodyPr/>
                    <a:lstStyle/>
                    <a:p>
                      <a:pPr marL="0" marR="0">
                        <a:buNone/>
                      </a:pPr>
                      <a:r>
                        <a:rPr lang="en-US" sz="1200" b="0">
                          <a:solidFill>
                            <a:srgbClr val="000000"/>
                          </a:solidFill>
                          <a:effectLst/>
                        </a:rPr>
                        <a:t> </a:t>
                      </a:r>
                      <a:endParaRPr lang="en-US" sz="1200" b="0">
                        <a:effectLst/>
                        <a:latin typeface="Aptos" panose="020B0004020202020204" pitchFamily="34" charset="0"/>
                        <a:ea typeface="Aptos" panose="020B0004020202020204" pitchFamily="34" charset="0"/>
                        <a:cs typeface="Aptos" panose="020B0004020202020204" pitchFamily="34" charset="0"/>
                      </a:endParaRPr>
                    </a:p>
                  </a:txBody>
                  <a:tcPr marL="7144" marR="7144" marT="7144" marB="0" anchor="b"/>
                </a:tc>
                <a:extLst>
                  <a:ext uri="{0D108BD9-81ED-4DB2-BD59-A6C34878D82A}">
                    <a16:rowId xmlns:a16="http://schemas.microsoft.com/office/drawing/2014/main" val="3673034088"/>
                  </a:ext>
                </a:extLst>
              </a:tr>
              <a:tr h="555823">
                <a:tc>
                  <a:txBody>
                    <a:bodyPr/>
                    <a:lstStyle/>
                    <a:p>
                      <a:pPr marL="0" marR="0">
                        <a:buNone/>
                      </a:pPr>
                      <a:r>
                        <a:rPr lang="en-US" sz="1200" b="0">
                          <a:solidFill>
                            <a:srgbClr val="000000"/>
                          </a:solidFill>
                          <a:effectLst/>
                        </a:rPr>
                        <a:t>GRTF</a:t>
                      </a:r>
                      <a:endParaRPr lang="en-US" sz="1200" b="0">
                        <a:effectLst/>
                        <a:latin typeface="Aptos" panose="020B0004020202020204" pitchFamily="34" charset="0"/>
                        <a:ea typeface="Aptos" panose="020B0004020202020204" pitchFamily="34" charset="0"/>
                        <a:cs typeface="Aptos" panose="020B0004020202020204" pitchFamily="34" charset="0"/>
                      </a:endParaRPr>
                    </a:p>
                  </a:txBody>
                  <a:tcPr marL="7144" marR="7144" marT="7144" marB="0" anchor="b"/>
                </a:tc>
                <a:tc>
                  <a:txBody>
                    <a:bodyPr/>
                    <a:lstStyle/>
                    <a:p>
                      <a:pPr marL="0" marR="0">
                        <a:buNone/>
                      </a:pPr>
                      <a:r>
                        <a:rPr lang="en-US" sz="1200" b="0">
                          <a:solidFill>
                            <a:srgbClr val="000000"/>
                          </a:solidFill>
                          <a:effectLst/>
                        </a:rPr>
                        <a:t>Not Ready</a:t>
                      </a:r>
                      <a:endParaRPr lang="en-US" sz="1200" b="0">
                        <a:effectLst/>
                        <a:latin typeface="Aptos" panose="020B0004020202020204" pitchFamily="34" charset="0"/>
                        <a:ea typeface="Aptos" panose="020B0004020202020204" pitchFamily="34" charset="0"/>
                        <a:cs typeface="Aptos" panose="020B0004020202020204" pitchFamily="34" charset="0"/>
                      </a:endParaRPr>
                    </a:p>
                  </a:txBody>
                  <a:tcPr marL="7144" marR="7144" marT="7144" marB="0" anchor="b"/>
                </a:tc>
                <a:tc>
                  <a:txBody>
                    <a:bodyPr/>
                    <a:lstStyle/>
                    <a:p>
                      <a:pPr marL="0" marR="0" algn="l">
                        <a:buNone/>
                      </a:pPr>
                      <a:r>
                        <a:rPr lang="en-US" sz="1200" b="0" dirty="0">
                          <a:solidFill>
                            <a:srgbClr val="000000"/>
                          </a:solidFill>
                          <a:effectLst/>
                        </a:rPr>
                        <a:t> </a:t>
                      </a:r>
                      <a:endParaRPr lang="en-US" sz="1200" b="0" dirty="0">
                        <a:effectLst/>
                        <a:latin typeface="Aptos" panose="020B0004020202020204" pitchFamily="34" charset="0"/>
                        <a:ea typeface="Aptos" panose="020B0004020202020204" pitchFamily="34" charset="0"/>
                        <a:cs typeface="Aptos" panose="020B0004020202020204" pitchFamily="34" charset="0"/>
                      </a:endParaRPr>
                    </a:p>
                  </a:txBody>
                  <a:tcPr marL="7144" marR="7144" marT="7144" marB="0" anchor="b"/>
                </a:tc>
                <a:tc>
                  <a:txBody>
                    <a:bodyPr/>
                    <a:lstStyle/>
                    <a:p>
                      <a:pPr marL="0" marR="0">
                        <a:buNone/>
                      </a:pPr>
                      <a:r>
                        <a:rPr lang="en-US" sz="1200" b="0" dirty="0">
                          <a:solidFill>
                            <a:srgbClr val="000000"/>
                          </a:solidFill>
                          <a:effectLst/>
                        </a:rPr>
                        <a:t>KPMG team to confirm status.</a:t>
                      </a:r>
                      <a:br>
                        <a:rPr lang="en-US" sz="1200" b="0" dirty="0">
                          <a:solidFill>
                            <a:srgbClr val="000000"/>
                          </a:solidFill>
                          <a:effectLst/>
                        </a:rPr>
                      </a:br>
                      <a:r>
                        <a:rPr lang="en-US" sz="1200" b="0" dirty="0">
                          <a:solidFill>
                            <a:srgbClr val="000000"/>
                          </a:solidFill>
                          <a:effectLst/>
                        </a:rPr>
                        <a:t>API released by Page team</a:t>
                      </a:r>
                      <a:endParaRPr lang="en-US" sz="1200" b="0" dirty="0">
                        <a:effectLst/>
                        <a:latin typeface="Aptos" panose="020B0004020202020204" pitchFamily="34" charset="0"/>
                        <a:ea typeface="Aptos" panose="020B0004020202020204" pitchFamily="34" charset="0"/>
                        <a:cs typeface="Aptos" panose="020B0004020202020204" pitchFamily="34" charset="0"/>
                      </a:endParaRPr>
                    </a:p>
                  </a:txBody>
                  <a:tcPr marL="7144" marR="7144" marT="7144" marB="0" anchor="b"/>
                </a:tc>
                <a:extLst>
                  <a:ext uri="{0D108BD9-81ED-4DB2-BD59-A6C34878D82A}">
                    <a16:rowId xmlns:a16="http://schemas.microsoft.com/office/drawing/2014/main" val="284375957"/>
                  </a:ext>
                </a:extLst>
              </a:tr>
              <a:tr h="144314">
                <a:tc>
                  <a:txBody>
                    <a:bodyPr/>
                    <a:lstStyle/>
                    <a:p>
                      <a:pPr marL="0" marR="0">
                        <a:buNone/>
                      </a:pPr>
                      <a:r>
                        <a:rPr lang="en-US" sz="1200" b="0">
                          <a:solidFill>
                            <a:srgbClr val="000000"/>
                          </a:solidFill>
                          <a:effectLst/>
                        </a:rPr>
                        <a:t>Credit Management </a:t>
                      </a:r>
                      <a:endParaRPr lang="en-US" sz="1200" b="0">
                        <a:effectLst/>
                        <a:latin typeface="Aptos" panose="020B0004020202020204" pitchFamily="34" charset="0"/>
                        <a:ea typeface="Aptos" panose="020B0004020202020204" pitchFamily="34" charset="0"/>
                        <a:cs typeface="Aptos" panose="020B0004020202020204" pitchFamily="34" charset="0"/>
                      </a:endParaRPr>
                    </a:p>
                  </a:txBody>
                  <a:tcPr marL="7144" marR="7144" marT="7144" marB="0" anchor="b"/>
                </a:tc>
                <a:tc>
                  <a:txBody>
                    <a:bodyPr/>
                    <a:lstStyle/>
                    <a:p>
                      <a:pPr marL="0" marR="0">
                        <a:buNone/>
                      </a:pPr>
                      <a:r>
                        <a:rPr lang="en-US" sz="1200" b="0">
                          <a:solidFill>
                            <a:srgbClr val="000000"/>
                          </a:solidFill>
                          <a:effectLst/>
                        </a:rPr>
                        <a:t>Ready for Testing</a:t>
                      </a:r>
                      <a:endParaRPr lang="en-US" sz="1200" b="0">
                        <a:effectLst/>
                        <a:latin typeface="Aptos" panose="020B0004020202020204" pitchFamily="34" charset="0"/>
                        <a:ea typeface="Aptos" panose="020B0004020202020204" pitchFamily="34" charset="0"/>
                        <a:cs typeface="Aptos" panose="020B0004020202020204" pitchFamily="34" charset="0"/>
                      </a:endParaRPr>
                    </a:p>
                  </a:txBody>
                  <a:tcPr marL="7144" marR="7144" marT="7144" marB="0" anchor="b"/>
                </a:tc>
                <a:tc>
                  <a:txBody>
                    <a:bodyPr/>
                    <a:lstStyle/>
                    <a:p>
                      <a:pPr marL="0" marR="0" algn="l">
                        <a:buNone/>
                      </a:pPr>
                      <a:r>
                        <a:rPr lang="en-US" sz="1200" b="0" dirty="0">
                          <a:solidFill>
                            <a:srgbClr val="000000"/>
                          </a:solidFill>
                          <a:effectLst/>
                        </a:rPr>
                        <a:t>21-04-2026</a:t>
                      </a:r>
                      <a:endParaRPr lang="en-US" sz="1200" b="0" dirty="0">
                        <a:effectLst/>
                        <a:latin typeface="Aptos" panose="020B0004020202020204" pitchFamily="34" charset="0"/>
                        <a:ea typeface="Aptos" panose="020B0004020202020204" pitchFamily="34" charset="0"/>
                        <a:cs typeface="Aptos" panose="020B0004020202020204" pitchFamily="34" charset="0"/>
                      </a:endParaRPr>
                    </a:p>
                  </a:txBody>
                  <a:tcPr marL="7144" marR="7144" marT="7144" marB="0" anchor="b"/>
                </a:tc>
                <a:tc>
                  <a:txBody>
                    <a:bodyPr/>
                    <a:lstStyle/>
                    <a:p>
                      <a:pPr marL="0" marR="0">
                        <a:buNone/>
                      </a:pPr>
                      <a:r>
                        <a:rPr lang="en-US" sz="1200" b="0" dirty="0">
                          <a:solidFill>
                            <a:srgbClr val="000000"/>
                          </a:solidFill>
                          <a:effectLst/>
                        </a:rPr>
                        <a:t> </a:t>
                      </a:r>
                      <a:endParaRPr lang="en-US" sz="1200" b="0" dirty="0">
                        <a:effectLst/>
                        <a:latin typeface="Aptos" panose="020B0004020202020204" pitchFamily="34" charset="0"/>
                        <a:ea typeface="Aptos" panose="020B0004020202020204" pitchFamily="34" charset="0"/>
                        <a:cs typeface="Aptos" panose="020B0004020202020204" pitchFamily="34" charset="0"/>
                      </a:endParaRPr>
                    </a:p>
                  </a:txBody>
                  <a:tcPr marL="7144" marR="7144" marT="7144" marB="0" anchor="b"/>
                </a:tc>
                <a:extLst>
                  <a:ext uri="{0D108BD9-81ED-4DB2-BD59-A6C34878D82A}">
                    <a16:rowId xmlns:a16="http://schemas.microsoft.com/office/drawing/2014/main" val="3226621395"/>
                  </a:ext>
                </a:extLst>
              </a:tr>
              <a:tr h="144314">
                <a:tc>
                  <a:txBody>
                    <a:bodyPr/>
                    <a:lstStyle/>
                    <a:p>
                      <a:pPr marL="0" marR="0">
                        <a:buNone/>
                      </a:pPr>
                      <a:r>
                        <a:rPr lang="en-US" sz="1200" b="0">
                          <a:solidFill>
                            <a:srgbClr val="000000"/>
                          </a:solidFill>
                          <a:effectLst/>
                        </a:rPr>
                        <a:t>Master Credit note</a:t>
                      </a:r>
                      <a:endParaRPr lang="en-US" sz="1200" b="0">
                        <a:effectLst/>
                        <a:latin typeface="Aptos" panose="020B0004020202020204" pitchFamily="34" charset="0"/>
                        <a:ea typeface="Aptos" panose="020B0004020202020204" pitchFamily="34" charset="0"/>
                        <a:cs typeface="Aptos" panose="020B0004020202020204" pitchFamily="34" charset="0"/>
                      </a:endParaRPr>
                    </a:p>
                  </a:txBody>
                  <a:tcPr marL="7144" marR="7144" marT="7144" marB="0" anchor="b"/>
                </a:tc>
                <a:tc>
                  <a:txBody>
                    <a:bodyPr/>
                    <a:lstStyle/>
                    <a:p>
                      <a:pPr marL="0" marR="0">
                        <a:buNone/>
                      </a:pPr>
                      <a:r>
                        <a:rPr lang="en-US" sz="1200" b="0">
                          <a:solidFill>
                            <a:srgbClr val="000000"/>
                          </a:solidFill>
                          <a:effectLst/>
                        </a:rPr>
                        <a:t>On Hold </a:t>
                      </a:r>
                      <a:endParaRPr lang="en-US" sz="1200" b="0">
                        <a:effectLst/>
                        <a:latin typeface="Aptos" panose="020B0004020202020204" pitchFamily="34" charset="0"/>
                        <a:ea typeface="Aptos" panose="020B0004020202020204" pitchFamily="34" charset="0"/>
                        <a:cs typeface="Aptos" panose="020B0004020202020204" pitchFamily="34" charset="0"/>
                      </a:endParaRPr>
                    </a:p>
                  </a:txBody>
                  <a:tcPr marL="7144" marR="7144" marT="7144" marB="0" anchor="b"/>
                </a:tc>
                <a:tc>
                  <a:txBody>
                    <a:bodyPr/>
                    <a:lstStyle/>
                    <a:p>
                      <a:pPr marL="0" marR="0">
                        <a:buNone/>
                      </a:pPr>
                      <a:r>
                        <a:rPr lang="en-US" sz="1200" b="0">
                          <a:solidFill>
                            <a:srgbClr val="000000"/>
                          </a:solidFill>
                          <a:effectLst/>
                        </a:rPr>
                        <a:t> </a:t>
                      </a:r>
                      <a:endParaRPr lang="en-US" sz="1200" b="0">
                        <a:effectLst/>
                        <a:latin typeface="Aptos" panose="020B0004020202020204" pitchFamily="34" charset="0"/>
                        <a:ea typeface="Aptos" panose="020B0004020202020204" pitchFamily="34" charset="0"/>
                        <a:cs typeface="Aptos" panose="020B0004020202020204" pitchFamily="34" charset="0"/>
                      </a:endParaRPr>
                    </a:p>
                  </a:txBody>
                  <a:tcPr marL="7144" marR="7144" marT="7144" marB="0" anchor="b"/>
                </a:tc>
                <a:tc>
                  <a:txBody>
                    <a:bodyPr/>
                    <a:lstStyle/>
                    <a:p>
                      <a:pPr marL="0" marR="0">
                        <a:buNone/>
                      </a:pPr>
                      <a:r>
                        <a:rPr lang="en-US" sz="1200" b="0" dirty="0">
                          <a:solidFill>
                            <a:srgbClr val="000000"/>
                          </a:solidFill>
                          <a:effectLst/>
                        </a:rPr>
                        <a:t>Part of TPM</a:t>
                      </a:r>
                      <a:endParaRPr lang="en-US" sz="1200" b="0" dirty="0">
                        <a:effectLst/>
                        <a:latin typeface="Aptos" panose="020B0004020202020204" pitchFamily="34" charset="0"/>
                        <a:ea typeface="Aptos" panose="020B0004020202020204" pitchFamily="34" charset="0"/>
                        <a:cs typeface="Aptos" panose="020B0004020202020204" pitchFamily="34" charset="0"/>
                      </a:endParaRPr>
                    </a:p>
                  </a:txBody>
                  <a:tcPr marL="7144" marR="7144" marT="7144" marB="0" anchor="b"/>
                </a:tc>
                <a:extLst>
                  <a:ext uri="{0D108BD9-81ED-4DB2-BD59-A6C34878D82A}">
                    <a16:rowId xmlns:a16="http://schemas.microsoft.com/office/drawing/2014/main" val="1036623237"/>
                  </a:ext>
                </a:extLst>
              </a:tr>
            </a:tbl>
          </a:graphicData>
        </a:graphic>
      </p:graphicFrame>
      <p:sp>
        <p:nvSpPr>
          <p:cNvPr id="5" name="Rectangle 4">
            <a:extLst>
              <a:ext uri="{FF2B5EF4-FFF2-40B4-BE49-F238E27FC236}">
                <a16:creationId xmlns:a16="http://schemas.microsoft.com/office/drawing/2014/main" id="{10A7D339-6CDC-BE72-6D7B-7B6504BAE257}"/>
              </a:ext>
            </a:extLst>
          </p:cNvPr>
          <p:cNvSpPr/>
          <p:nvPr/>
        </p:nvSpPr>
        <p:spPr>
          <a:xfrm>
            <a:off x="9745249" y="965199"/>
            <a:ext cx="2116899" cy="5160028"/>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342900" indent="-342900" algn="l">
              <a:buAutoNum type="arabicPeriod"/>
            </a:pPr>
            <a:r>
              <a:rPr lang="en-US" sz="1500" dirty="0">
                <a:solidFill>
                  <a:schemeClr val="bg1"/>
                </a:solidFill>
              </a:rPr>
              <a:t>Change request of 2 months for HANA delay – awaiting approval from Page</a:t>
            </a:r>
          </a:p>
          <a:p>
            <a:pPr marL="342900" indent="-342900" algn="l">
              <a:buAutoNum type="arabicPeriod"/>
            </a:pPr>
            <a:r>
              <a:rPr lang="en-US" sz="1500" dirty="0">
                <a:solidFill>
                  <a:schemeClr val="bg1"/>
                </a:solidFill>
              </a:rPr>
              <a:t>KPMG team will resume HANA work from 22</a:t>
            </a:r>
            <a:r>
              <a:rPr lang="en-US" sz="1500" baseline="30000" dirty="0">
                <a:solidFill>
                  <a:schemeClr val="bg1"/>
                </a:solidFill>
              </a:rPr>
              <a:t>nd</a:t>
            </a:r>
            <a:r>
              <a:rPr lang="en-US" sz="1500" dirty="0">
                <a:solidFill>
                  <a:schemeClr val="bg1"/>
                </a:solidFill>
              </a:rPr>
              <a:t> April if all integrations mentioned are completed &amp; ready for testing</a:t>
            </a:r>
          </a:p>
          <a:p>
            <a:pPr marL="342900" indent="-342900" algn="l">
              <a:buAutoNum type="arabicPeriod"/>
            </a:pPr>
            <a:r>
              <a:rPr lang="en-US" sz="1500" dirty="0">
                <a:solidFill>
                  <a:schemeClr val="bg1"/>
                </a:solidFill>
              </a:rPr>
              <a:t>Availability of same resources to be confirmed</a:t>
            </a:r>
          </a:p>
          <a:p>
            <a:pPr marL="342900" indent="-342900" algn="l">
              <a:buAutoNum type="arabicPeriod"/>
            </a:pPr>
            <a:r>
              <a:rPr lang="en-US" sz="1500" dirty="0">
                <a:solidFill>
                  <a:schemeClr val="bg1"/>
                </a:solidFill>
              </a:rPr>
              <a:t>Changes in requirements/functionality already developed will not be accommodated</a:t>
            </a:r>
          </a:p>
        </p:txBody>
      </p:sp>
    </p:spTree>
    <p:extLst>
      <p:ext uri="{BB962C8B-B14F-4D97-AF65-F5344CB8AC3E}">
        <p14:creationId xmlns:p14="http://schemas.microsoft.com/office/powerpoint/2010/main" val="21657151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B0DD49-A777-C597-0EDA-45CD9E351FB2}"/>
              </a:ext>
            </a:extLst>
          </p:cNvPr>
          <p:cNvSpPr>
            <a:spLocks noGrp="1"/>
          </p:cNvSpPr>
          <p:nvPr>
            <p:ph type="title"/>
          </p:nvPr>
        </p:nvSpPr>
        <p:spPr>
          <a:xfrm>
            <a:off x="752600" y="367792"/>
            <a:ext cx="10204450" cy="533400"/>
          </a:xfrm>
        </p:spPr>
        <p:txBody>
          <a:bodyPr/>
          <a:lstStyle/>
          <a:p>
            <a:r>
              <a:rPr lang="en-US" dirty="0"/>
              <a:t>STRIDE Timeline</a:t>
            </a:r>
          </a:p>
        </p:txBody>
      </p:sp>
      <p:graphicFrame>
        <p:nvGraphicFramePr>
          <p:cNvPr id="5" name="Table 4">
            <a:extLst>
              <a:ext uri="{FF2B5EF4-FFF2-40B4-BE49-F238E27FC236}">
                <a16:creationId xmlns:a16="http://schemas.microsoft.com/office/drawing/2014/main" id="{42D64DF2-0BD6-8ADC-B9F5-028DB43AABC6}"/>
              </a:ext>
            </a:extLst>
          </p:cNvPr>
          <p:cNvGraphicFramePr>
            <a:graphicFrameLocks noGrp="1"/>
          </p:cNvGraphicFramePr>
          <p:nvPr>
            <p:extLst>
              <p:ext uri="{D42A27DB-BD31-4B8C-83A1-F6EECF244321}">
                <p14:modId xmlns:p14="http://schemas.microsoft.com/office/powerpoint/2010/main" val="2806555041"/>
              </p:ext>
            </p:extLst>
          </p:nvPr>
        </p:nvGraphicFramePr>
        <p:xfrm>
          <a:off x="564344" y="1054384"/>
          <a:ext cx="11006966" cy="4911798"/>
        </p:xfrm>
        <a:graphic>
          <a:graphicData uri="http://schemas.openxmlformats.org/drawingml/2006/table">
            <a:tbl>
              <a:tblPr/>
              <a:tblGrid>
                <a:gridCol w="812355">
                  <a:extLst>
                    <a:ext uri="{9D8B030D-6E8A-4147-A177-3AD203B41FA5}">
                      <a16:colId xmlns:a16="http://schemas.microsoft.com/office/drawing/2014/main" val="628571766"/>
                    </a:ext>
                  </a:extLst>
                </a:gridCol>
                <a:gridCol w="812355">
                  <a:extLst>
                    <a:ext uri="{9D8B030D-6E8A-4147-A177-3AD203B41FA5}">
                      <a16:colId xmlns:a16="http://schemas.microsoft.com/office/drawing/2014/main" val="2795373884"/>
                    </a:ext>
                  </a:extLst>
                </a:gridCol>
                <a:gridCol w="279246">
                  <a:extLst>
                    <a:ext uri="{9D8B030D-6E8A-4147-A177-3AD203B41FA5}">
                      <a16:colId xmlns:a16="http://schemas.microsoft.com/office/drawing/2014/main" val="2197542405"/>
                    </a:ext>
                  </a:extLst>
                </a:gridCol>
                <a:gridCol w="266554">
                  <a:extLst>
                    <a:ext uri="{9D8B030D-6E8A-4147-A177-3AD203B41FA5}">
                      <a16:colId xmlns:a16="http://schemas.microsoft.com/office/drawing/2014/main" val="3149363986"/>
                    </a:ext>
                  </a:extLst>
                </a:gridCol>
                <a:gridCol w="260209">
                  <a:extLst>
                    <a:ext uri="{9D8B030D-6E8A-4147-A177-3AD203B41FA5}">
                      <a16:colId xmlns:a16="http://schemas.microsoft.com/office/drawing/2014/main" val="2759691085"/>
                    </a:ext>
                  </a:extLst>
                </a:gridCol>
                <a:gridCol w="31925">
                  <a:extLst>
                    <a:ext uri="{9D8B030D-6E8A-4147-A177-3AD203B41FA5}">
                      <a16:colId xmlns:a16="http://schemas.microsoft.com/office/drawing/2014/main" val="3242744077"/>
                    </a:ext>
                  </a:extLst>
                </a:gridCol>
                <a:gridCol w="269957">
                  <a:extLst>
                    <a:ext uri="{9D8B030D-6E8A-4147-A177-3AD203B41FA5}">
                      <a16:colId xmlns:a16="http://schemas.microsoft.com/office/drawing/2014/main" val="3764551636"/>
                    </a:ext>
                  </a:extLst>
                </a:gridCol>
                <a:gridCol w="279590">
                  <a:extLst>
                    <a:ext uri="{9D8B030D-6E8A-4147-A177-3AD203B41FA5}">
                      <a16:colId xmlns:a16="http://schemas.microsoft.com/office/drawing/2014/main" val="1126033824"/>
                    </a:ext>
                  </a:extLst>
                </a:gridCol>
                <a:gridCol w="273128">
                  <a:extLst>
                    <a:ext uri="{9D8B030D-6E8A-4147-A177-3AD203B41FA5}">
                      <a16:colId xmlns:a16="http://schemas.microsoft.com/office/drawing/2014/main" val="3199366724"/>
                    </a:ext>
                  </a:extLst>
                </a:gridCol>
                <a:gridCol w="241170">
                  <a:extLst>
                    <a:ext uri="{9D8B030D-6E8A-4147-A177-3AD203B41FA5}">
                      <a16:colId xmlns:a16="http://schemas.microsoft.com/office/drawing/2014/main" val="2527749864"/>
                    </a:ext>
                  </a:extLst>
                </a:gridCol>
                <a:gridCol w="279590">
                  <a:extLst>
                    <a:ext uri="{9D8B030D-6E8A-4147-A177-3AD203B41FA5}">
                      <a16:colId xmlns:a16="http://schemas.microsoft.com/office/drawing/2014/main" val="3889735534"/>
                    </a:ext>
                  </a:extLst>
                </a:gridCol>
                <a:gridCol w="282648">
                  <a:extLst>
                    <a:ext uri="{9D8B030D-6E8A-4147-A177-3AD203B41FA5}">
                      <a16:colId xmlns:a16="http://schemas.microsoft.com/office/drawing/2014/main" val="1934914607"/>
                    </a:ext>
                  </a:extLst>
                </a:gridCol>
                <a:gridCol w="253862">
                  <a:extLst>
                    <a:ext uri="{9D8B030D-6E8A-4147-A177-3AD203B41FA5}">
                      <a16:colId xmlns:a16="http://schemas.microsoft.com/office/drawing/2014/main" val="3683336457"/>
                    </a:ext>
                  </a:extLst>
                </a:gridCol>
                <a:gridCol w="324790">
                  <a:extLst>
                    <a:ext uri="{9D8B030D-6E8A-4147-A177-3AD203B41FA5}">
                      <a16:colId xmlns:a16="http://schemas.microsoft.com/office/drawing/2014/main" val="3686047837"/>
                    </a:ext>
                  </a:extLst>
                </a:gridCol>
                <a:gridCol w="241170">
                  <a:extLst>
                    <a:ext uri="{9D8B030D-6E8A-4147-A177-3AD203B41FA5}">
                      <a16:colId xmlns:a16="http://schemas.microsoft.com/office/drawing/2014/main" val="1443017818"/>
                    </a:ext>
                  </a:extLst>
                </a:gridCol>
                <a:gridCol w="292865">
                  <a:extLst>
                    <a:ext uri="{9D8B030D-6E8A-4147-A177-3AD203B41FA5}">
                      <a16:colId xmlns:a16="http://schemas.microsoft.com/office/drawing/2014/main" val="42375371"/>
                    </a:ext>
                  </a:extLst>
                </a:gridCol>
                <a:gridCol w="283264">
                  <a:extLst>
                    <a:ext uri="{9D8B030D-6E8A-4147-A177-3AD203B41FA5}">
                      <a16:colId xmlns:a16="http://schemas.microsoft.com/office/drawing/2014/main" val="684379493"/>
                    </a:ext>
                  </a:extLst>
                </a:gridCol>
                <a:gridCol w="316902">
                  <a:extLst>
                    <a:ext uri="{9D8B030D-6E8A-4147-A177-3AD203B41FA5}">
                      <a16:colId xmlns:a16="http://schemas.microsoft.com/office/drawing/2014/main" val="3382275378"/>
                    </a:ext>
                  </a:extLst>
                </a:gridCol>
                <a:gridCol w="445496">
                  <a:extLst>
                    <a:ext uri="{9D8B030D-6E8A-4147-A177-3AD203B41FA5}">
                      <a16:colId xmlns:a16="http://schemas.microsoft.com/office/drawing/2014/main" val="3975778485"/>
                    </a:ext>
                  </a:extLst>
                </a:gridCol>
                <a:gridCol w="317326">
                  <a:extLst>
                    <a:ext uri="{9D8B030D-6E8A-4147-A177-3AD203B41FA5}">
                      <a16:colId xmlns:a16="http://schemas.microsoft.com/office/drawing/2014/main" val="3386576064"/>
                    </a:ext>
                  </a:extLst>
                </a:gridCol>
                <a:gridCol w="317326">
                  <a:extLst>
                    <a:ext uri="{9D8B030D-6E8A-4147-A177-3AD203B41FA5}">
                      <a16:colId xmlns:a16="http://schemas.microsoft.com/office/drawing/2014/main" val="4210073373"/>
                    </a:ext>
                  </a:extLst>
                </a:gridCol>
                <a:gridCol w="317326">
                  <a:extLst>
                    <a:ext uri="{9D8B030D-6E8A-4147-A177-3AD203B41FA5}">
                      <a16:colId xmlns:a16="http://schemas.microsoft.com/office/drawing/2014/main" val="3740329193"/>
                    </a:ext>
                  </a:extLst>
                </a:gridCol>
                <a:gridCol w="317326">
                  <a:extLst>
                    <a:ext uri="{9D8B030D-6E8A-4147-A177-3AD203B41FA5}">
                      <a16:colId xmlns:a16="http://schemas.microsoft.com/office/drawing/2014/main" val="1004599914"/>
                    </a:ext>
                  </a:extLst>
                </a:gridCol>
                <a:gridCol w="317326">
                  <a:extLst>
                    <a:ext uri="{9D8B030D-6E8A-4147-A177-3AD203B41FA5}">
                      <a16:colId xmlns:a16="http://schemas.microsoft.com/office/drawing/2014/main" val="328352755"/>
                    </a:ext>
                  </a:extLst>
                </a:gridCol>
                <a:gridCol w="317326">
                  <a:extLst>
                    <a:ext uri="{9D8B030D-6E8A-4147-A177-3AD203B41FA5}">
                      <a16:colId xmlns:a16="http://schemas.microsoft.com/office/drawing/2014/main" val="2518195642"/>
                    </a:ext>
                  </a:extLst>
                </a:gridCol>
                <a:gridCol w="317326">
                  <a:extLst>
                    <a:ext uri="{9D8B030D-6E8A-4147-A177-3AD203B41FA5}">
                      <a16:colId xmlns:a16="http://schemas.microsoft.com/office/drawing/2014/main" val="571088975"/>
                    </a:ext>
                  </a:extLst>
                </a:gridCol>
                <a:gridCol w="317326">
                  <a:extLst>
                    <a:ext uri="{9D8B030D-6E8A-4147-A177-3AD203B41FA5}">
                      <a16:colId xmlns:a16="http://schemas.microsoft.com/office/drawing/2014/main" val="3647051508"/>
                    </a:ext>
                  </a:extLst>
                </a:gridCol>
                <a:gridCol w="317326">
                  <a:extLst>
                    <a:ext uri="{9D8B030D-6E8A-4147-A177-3AD203B41FA5}">
                      <a16:colId xmlns:a16="http://schemas.microsoft.com/office/drawing/2014/main" val="43117346"/>
                    </a:ext>
                  </a:extLst>
                </a:gridCol>
                <a:gridCol w="317326">
                  <a:extLst>
                    <a:ext uri="{9D8B030D-6E8A-4147-A177-3AD203B41FA5}">
                      <a16:colId xmlns:a16="http://schemas.microsoft.com/office/drawing/2014/main" val="3142649071"/>
                    </a:ext>
                  </a:extLst>
                </a:gridCol>
                <a:gridCol w="317326">
                  <a:extLst>
                    <a:ext uri="{9D8B030D-6E8A-4147-A177-3AD203B41FA5}">
                      <a16:colId xmlns:a16="http://schemas.microsoft.com/office/drawing/2014/main" val="2469197605"/>
                    </a:ext>
                  </a:extLst>
                </a:gridCol>
                <a:gridCol w="317326">
                  <a:extLst>
                    <a:ext uri="{9D8B030D-6E8A-4147-A177-3AD203B41FA5}">
                      <a16:colId xmlns:a16="http://schemas.microsoft.com/office/drawing/2014/main" val="246663483"/>
                    </a:ext>
                  </a:extLst>
                </a:gridCol>
                <a:gridCol w="317326">
                  <a:extLst>
                    <a:ext uri="{9D8B030D-6E8A-4147-A177-3AD203B41FA5}">
                      <a16:colId xmlns:a16="http://schemas.microsoft.com/office/drawing/2014/main" val="3617942480"/>
                    </a:ext>
                  </a:extLst>
                </a:gridCol>
                <a:gridCol w="317326">
                  <a:extLst>
                    <a:ext uri="{9D8B030D-6E8A-4147-A177-3AD203B41FA5}">
                      <a16:colId xmlns:a16="http://schemas.microsoft.com/office/drawing/2014/main" val="2117938523"/>
                    </a:ext>
                  </a:extLst>
                </a:gridCol>
                <a:gridCol w="317326">
                  <a:extLst>
                    <a:ext uri="{9D8B030D-6E8A-4147-A177-3AD203B41FA5}">
                      <a16:colId xmlns:a16="http://schemas.microsoft.com/office/drawing/2014/main" val="1296844610"/>
                    </a:ext>
                  </a:extLst>
                </a:gridCol>
              </a:tblGrid>
              <a:tr h="212131">
                <a:tc rowSpan="2">
                  <a:txBody>
                    <a:bodyPr/>
                    <a:lstStyle/>
                    <a:p>
                      <a:pPr algn="ctr" rtl="0" fontAlgn="ctr">
                        <a:buNone/>
                      </a:pPr>
                      <a:r>
                        <a:rPr lang="en-US" sz="900" b="1" i="0" u="none" strike="noStrike">
                          <a:solidFill>
                            <a:srgbClr val="7F7F7F"/>
                          </a:solidFill>
                          <a:effectLst/>
                          <a:latin typeface="Arial" panose="020B0604020202020204" pitchFamily="34" charset="0"/>
                        </a:rPr>
                        <a:t>Track</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BE8F8"/>
                    </a:solidFill>
                  </a:tcPr>
                </a:tc>
                <a:tc rowSpan="2">
                  <a:txBody>
                    <a:bodyPr/>
                    <a:lstStyle/>
                    <a:p>
                      <a:pPr algn="ctr" rtl="0" fontAlgn="ctr">
                        <a:buNone/>
                      </a:pPr>
                      <a:r>
                        <a:rPr lang="en-US" sz="900" b="1" i="0" u="none" strike="noStrike">
                          <a:solidFill>
                            <a:srgbClr val="7F7F7F"/>
                          </a:solidFill>
                          <a:effectLst/>
                          <a:latin typeface="Arial" panose="020B0604020202020204" pitchFamily="34" charset="0"/>
                        </a:rPr>
                        <a:t>Workstream</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BE8F8"/>
                    </a:solidFill>
                  </a:tcPr>
                </a:tc>
                <a:tc gridSpan="6">
                  <a:txBody>
                    <a:bodyPr/>
                    <a:lstStyle/>
                    <a:p>
                      <a:pPr algn="ctr" rtl="0" fontAlgn="ctr">
                        <a:buNone/>
                      </a:pPr>
                      <a:r>
                        <a:rPr lang="en-US" sz="900" b="1" i="0" u="none" strike="noStrike">
                          <a:solidFill>
                            <a:srgbClr val="7F7F7F"/>
                          </a:solidFill>
                          <a:effectLst/>
                          <a:latin typeface="Arial" panose="020B0604020202020204" pitchFamily="34" charset="0"/>
                        </a:rPr>
                        <a:t>Jan</a:t>
                      </a:r>
                    </a:p>
                  </a:txBody>
                  <a:tcPr marL="6350" marR="6350" marT="6350" marB="0" anchor="ctr">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BE8F8"/>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lnL w="6350" cap="flat" cmpd="sng" algn="ctr">
                      <a:solidFill>
                        <a:srgbClr val="000000"/>
                      </a:solidFill>
                      <a:prstDash val="solid"/>
                      <a:round/>
                      <a:headEnd type="none" w="med" len="med"/>
                      <a:tailEnd type="none" w="med" len="med"/>
                    </a:lnL>
                  </a:tcPr>
                </a:tc>
                <a:tc gridSpan="4">
                  <a:txBody>
                    <a:bodyPr/>
                    <a:lstStyle/>
                    <a:p>
                      <a:pPr algn="ctr" rtl="0" fontAlgn="ctr">
                        <a:buNone/>
                      </a:pPr>
                      <a:r>
                        <a:rPr lang="en-US" sz="900" b="1" i="0" u="none" strike="noStrike">
                          <a:solidFill>
                            <a:srgbClr val="7F7F7F"/>
                          </a:solidFill>
                          <a:effectLst/>
                          <a:latin typeface="Arial" panose="020B0604020202020204" pitchFamily="34" charset="0"/>
                        </a:rPr>
                        <a:t>Feb</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BE8F8"/>
                    </a:solidFill>
                  </a:tcPr>
                </a:tc>
                <a:tc hMerge="1">
                  <a:txBody>
                    <a:bodyPr/>
                    <a:lstStyle/>
                    <a:p>
                      <a:endParaRPr lang="en-US"/>
                    </a:p>
                  </a:txBody>
                  <a:tcPr>
                    <a:lnL w="6350" cap="flat" cmpd="sng" algn="ctr">
                      <a:solidFill>
                        <a:srgbClr val="000000"/>
                      </a:solidFill>
                      <a:prstDash val="solid"/>
                      <a:round/>
                      <a:headEnd type="none" w="med" len="med"/>
                      <a:tailEnd type="none" w="med" len="med"/>
                    </a:lnL>
                  </a:tcPr>
                </a:tc>
                <a:tc hMerge="1">
                  <a:txBody>
                    <a:bodyPr/>
                    <a:lstStyle/>
                    <a:p>
                      <a:endParaRPr lang="en-US"/>
                    </a:p>
                  </a:txBody>
                  <a:tcPr/>
                </a:tc>
                <a:tc hMerge="1">
                  <a:txBody>
                    <a:bodyPr/>
                    <a:lstStyle/>
                    <a:p>
                      <a:endParaRPr lang="en-US"/>
                    </a:p>
                  </a:txBody>
                  <a:tcPr>
                    <a:lnL w="6350" cap="flat" cmpd="sng" algn="ctr">
                      <a:solidFill>
                        <a:srgbClr val="000000"/>
                      </a:solidFill>
                      <a:prstDash val="solid"/>
                      <a:round/>
                      <a:headEnd type="none" w="med" len="med"/>
                      <a:tailEnd type="none" w="med" len="med"/>
                    </a:lnL>
                  </a:tcPr>
                </a:tc>
                <a:tc gridSpan="4">
                  <a:txBody>
                    <a:bodyPr/>
                    <a:lstStyle/>
                    <a:p>
                      <a:pPr algn="ctr" rtl="0" fontAlgn="ctr">
                        <a:buNone/>
                      </a:pPr>
                      <a:r>
                        <a:rPr lang="en-US" sz="900" b="1" i="0" u="none" strike="noStrike">
                          <a:solidFill>
                            <a:srgbClr val="7F7F7F"/>
                          </a:solidFill>
                          <a:effectLst/>
                          <a:latin typeface="Arial" panose="020B0604020202020204" pitchFamily="34" charset="0"/>
                        </a:rPr>
                        <a:t>March</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BE8F8"/>
                    </a:solidFill>
                  </a:tcPr>
                </a:tc>
                <a:tc hMerge="1">
                  <a:txBody>
                    <a:bodyPr/>
                    <a:lstStyle/>
                    <a:p>
                      <a:endParaRPr lang="en-US"/>
                    </a:p>
                  </a:txBody>
                  <a:tcPr/>
                </a:tc>
                <a:tc hMerge="1">
                  <a:txBody>
                    <a:bodyPr/>
                    <a:lstStyle/>
                    <a:p>
                      <a:endParaRPr lang="en-US"/>
                    </a:p>
                  </a:txBody>
                  <a:tcPr>
                    <a:lnL w="6350" cap="flat" cmpd="sng" algn="ctr">
                      <a:solidFill>
                        <a:srgbClr val="000000"/>
                      </a:solidFill>
                      <a:prstDash val="solid"/>
                      <a:round/>
                      <a:headEnd type="none" w="med" len="med"/>
                      <a:tailEnd type="none" w="med" len="med"/>
                    </a:lnL>
                  </a:tcPr>
                </a:tc>
                <a:tc hMerge="1">
                  <a:txBody>
                    <a:bodyPr/>
                    <a:lstStyle/>
                    <a:p>
                      <a:endParaRPr lang="en-US"/>
                    </a:p>
                  </a:txBody>
                  <a:tcPr>
                    <a:lnL w="6350" cap="flat" cmpd="sng" algn="ctr">
                      <a:solidFill>
                        <a:srgbClr val="000000"/>
                      </a:solidFill>
                      <a:prstDash val="solid"/>
                      <a:round/>
                      <a:headEnd type="none" w="med" len="med"/>
                      <a:tailEnd type="none" w="med" len="med"/>
                    </a:lnL>
                  </a:tcPr>
                </a:tc>
                <a:tc gridSpan="4">
                  <a:txBody>
                    <a:bodyPr/>
                    <a:lstStyle/>
                    <a:p>
                      <a:pPr algn="ctr" rtl="0" fontAlgn="ctr">
                        <a:buNone/>
                      </a:pPr>
                      <a:r>
                        <a:rPr lang="en-US" sz="900" b="1" i="0" u="none" strike="noStrike" dirty="0">
                          <a:solidFill>
                            <a:srgbClr val="7F7F7F"/>
                          </a:solidFill>
                          <a:effectLst/>
                          <a:latin typeface="Arial" panose="020B0604020202020204" pitchFamily="34" charset="0"/>
                        </a:rPr>
                        <a:t>April</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BE8F8"/>
                    </a:solidFill>
                  </a:tcPr>
                </a:tc>
                <a:tc hMerge="1">
                  <a:txBody>
                    <a:bodyPr/>
                    <a:lstStyle/>
                    <a:p>
                      <a:endParaRPr lang="en-US"/>
                    </a:p>
                  </a:txBody>
                  <a:tcPr>
                    <a:lnL w="6350" cap="flat" cmpd="sng" algn="ctr">
                      <a:solidFill>
                        <a:srgbClr val="000000"/>
                      </a:solidFill>
                      <a:prstDash val="solid"/>
                      <a:round/>
                      <a:headEnd type="none" w="med" len="med"/>
                      <a:tailEnd type="none" w="med" len="med"/>
                    </a:lnL>
                  </a:tcPr>
                </a:tc>
                <a:tc hMerge="1">
                  <a:txBody>
                    <a:bodyPr/>
                    <a:lstStyle/>
                    <a:p>
                      <a:endParaRPr lang="en-US"/>
                    </a:p>
                  </a:txBody>
                  <a:tcPr>
                    <a:lnL w="6350" cap="flat" cmpd="sng" algn="ctr">
                      <a:solidFill>
                        <a:srgbClr val="000000"/>
                      </a:solidFill>
                      <a:prstDash val="solid"/>
                      <a:round/>
                      <a:headEnd type="none" w="med" len="med"/>
                      <a:tailEnd type="none" w="med" len="med"/>
                    </a:lnL>
                  </a:tcPr>
                </a:tc>
                <a:tc hMerge="1">
                  <a:txBody>
                    <a:bodyPr/>
                    <a:lstStyle/>
                    <a:p>
                      <a:endParaRPr lang="en-US"/>
                    </a:p>
                  </a:txBody>
                  <a:tcPr>
                    <a:lnL w="6350" cap="flat" cmpd="sng" algn="ctr">
                      <a:solidFill>
                        <a:srgbClr val="000000"/>
                      </a:solidFill>
                      <a:prstDash val="solid"/>
                      <a:round/>
                      <a:headEnd type="none" w="med" len="med"/>
                      <a:tailEnd type="none" w="med" len="med"/>
                    </a:lnL>
                  </a:tcPr>
                </a:tc>
                <a:tc gridSpan="5">
                  <a:txBody>
                    <a:bodyPr/>
                    <a:lstStyle/>
                    <a:p>
                      <a:pPr algn="ctr" fontAlgn="b">
                        <a:buNone/>
                      </a:pPr>
                      <a:r>
                        <a:rPr lang="en-US" sz="900" b="1" i="0" u="none" strike="noStrike" kern="1200" dirty="0">
                          <a:solidFill>
                            <a:srgbClr val="7F7F7F"/>
                          </a:solidFill>
                          <a:effectLst/>
                          <a:latin typeface="Arial" panose="020B0604020202020204" pitchFamily="34" charset="0"/>
                          <a:ea typeface="+mn-ea"/>
                          <a:cs typeface="+mn-cs"/>
                        </a:rPr>
                        <a:t>May</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AE9F8"/>
                    </a:solidFill>
                  </a:tcPr>
                </a:tc>
                <a:tc hMerge="1">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AE9F8"/>
                    </a:solidFill>
                  </a:tcPr>
                </a:tc>
                <a:tc hMerge="1">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AE9F8"/>
                    </a:solidFill>
                  </a:tcPr>
                </a:tc>
                <a:tc hMerge="1">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6350" marR="6350" marT="6350" marB="0" anchor="b">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AE9F8"/>
                    </a:solidFill>
                  </a:tcPr>
                </a:tc>
                <a:tc hMerge="1">
                  <a:txBody>
                    <a:bodyPr/>
                    <a:lstStyle/>
                    <a:p>
                      <a:pPr algn="ctr" fontAlgn="b">
                        <a:buNone/>
                      </a:pPr>
                      <a:endParaRPr lang="en-US" sz="1100" b="0" i="0" u="none" strike="noStrike" dirty="0">
                        <a:solidFill>
                          <a:srgbClr val="000000"/>
                        </a:solidFill>
                        <a:effectLst/>
                        <a:latin typeface="Aptos Narrow" panose="020B000402020202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AE9F8"/>
                    </a:solidFill>
                  </a:tcPr>
                </a:tc>
                <a:tc gridSpan="5">
                  <a:txBody>
                    <a:bodyPr/>
                    <a:lstStyle/>
                    <a:p>
                      <a:pPr algn="ctr" fontAlgn="b">
                        <a:buNone/>
                      </a:pPr>
                      <a:r>
                        <a:rPr lang="en-US" sz="900" b="1" i="0" u="none" strike="noStrike" kern="1200" dirty="0">
                          <a:solidFill>
                            <a:srgbClr val="7F7F7F"/>
                          </a:solidFill>
                          <a:effectLst/>
                          <a:latin typeface="Arial" panose="020B0604020202020204" pitchFamily="34" charset="0"/>
                          <a:ea typeface="+mn-ea"/>
                          <a:cs typeface="+mn-cs"/>
                        </a:rPr>
                        <a:t>June</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AE9F8"/>
                    </a:solidFill>
                  </a:tcPr>
                </a:tc>
                <a:tc hMerge="1">
                  <a:txBody>
                    <a:bodyPr/>
                    <a:lstStyle/>
                    <a:p>
                      <a:pPr algn="ctr" fontAlgn="b">
                        <a:buNone/>
                      </a:pPr>
                      <a:endParaRPr lang="en-US" sz="1100" b="0" i="0" u="none" strike="noStrike" dirty="0">
                        <a:solidFill>
                          <a:srgbClr val="000000"/>
                        </a:solidFill>
                        <a:effectLst/>
                        <a:latin typeface="Aptos Narrow" panose="020B0004020202020204" pitchFamily="34" charset="0"/>
                      </a:endParaRPr>
                    </a:p>
                  </a:txBody>
                  <a:tcPr marL="6350" marR="6350" marT="6350" marB="0"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AE9F8"/>
                    </a:solidFill>
                  </a:tcPr>
                </a:tc>
                <a:tc hMerge="1">
                  <a:txBody>
                    <a:bodyPr/>
                    <a:lstStyle/>
                    <a:p>
                      <a:pPr algn="ctr" fontAlgn="b">
                        <a:buNone/>
                      </a:pPr>
                      <a:endParaRPr lang="en-US" sz="900" b="1" i="0" u="none" strike="noStrike" kern="1200" dirty="0">
                        <a:solidFill>
                          <a:srgbClr val="7F7F7F"/>
                        </a:solidFill>
                        <a:effectLst/>
                        <a:latin typeface="Arial" panose="020B0604020202020204" pitchFamily="34" charset="0"/>
                        <a:ea typeface="+mn-ea"/>
                        <a:cs typeface="+mn-cs"/>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AE9F8"/>
                    </a:solidFill>
                  </a:tcPr>
                </a:tc>
                <a:tc hMerge="1">
                  <a:txBody>
                    <a:bodyPr/>
                    <a:lstStyle/>
                    <a:p>
                      <a:pPr algn="ctr" fontAlgn="b">
                        <a:buNone/>
                      </a:pPr>
                      <a:endParaRPr lang="en-US" sz="900" b="1" i="0" u="none" strike="noStrike" kern="1200" dirty="0">
                        <a:solidFill>
                          <a:srgbClr val="7F7F7F"/>
                        </a:solidFill>
                        <a:effectLst/>
                        <a:latin typeface="Arial" panose="020B0604020202020204" pitchFamily="34" charset="0"/>
                        <a:ea typeface="+mn-ea"/>
                        <a:cs typeface="+mn-cs"/>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AE9F8"/>
                    </a:solidFill>
                  </a:tcPr>
                </a:tc>
                <a:tc hMerge="1">
                  <a:txBody>
                    <a:bodyPr/>
                    <a:lstStyle/>
                    <a:p>
                      <a:pPr algn="ctr" fontAlgn="b">
                        <a:buNone/>
                      </a:pPr>
                      <a:endParaRPr lang="en-US" sz="900" b="1" i="0" u="none" strike="noStrike" kern="1200" dirty="0">
                        <a:solidFill>
                          <a:srgbClr val="7F7F7F"/>
                        </a:solidFill>
                        <a:effectLst/>
                        <a:latin typeface="Arial" panose="020B0604020202020204" pitchFamily="34" charset="0"/>
                        <a:ea typeface="+mn-ea"/>
                        <a:cs typeface="+mn-cs"/>
                      </a:endParaRPr>
                    </a:p>
                  </a:txBody>
                  <a:tcPr marL="6350" marR="6350" marT="6350" marB="0"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AE9F8"/>
                    </a:solidFill>
                  </a:tcPr>
                </a:tc>
                <a:tc gridSpan="4">
                  <a:txBody>
                    <a:bodyPr/>
                    <a:lstStyle/>
                    <a:p>
                      <a:pPr algn="ctr" fontAlgn="b">
                        <a:buNone/>
                      </a:pPr>
                      <a:r>
                        <a:rPr lang="en-US" sz="900" b="1" i="0" u="none" strike="noStrike" kern="1200" dirty="0">
                          <a:solidFill>
                            <a:srgbClr val="7F7F7F"/>
                          </a:solidFill>
                          <a:effectLst/>
                          <a:latin typeface="Arial" panose="020B0604020202020204" pitchFamily="34" charset="0"/>
                          <a:ea typeface="+mn-ea"/>
                          <a:cs typeface="+mn-cs"/>
                        </a:rPr>
                        <a:t>July</a:t>
                      </a:r>
                    </a:p>
                  </a:txBody>
                  <a:tcPr marL="6350" marR="6350" marT="6350" marB="0"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AE9F8"/>
                    </a:solidFill>
                  </a:tcPr>
                </a:tc>
                <a:tc hMerge="1">
                  <a:txBody>
                    <a:bodyPr/>
                    <a:lstStyle/>
                    <a:p>
                      <a:pPr algn="ctr" fontAlgn="b">
                        <a:buNone/>
                      </a:pPr>
                      <a:endParaRPr lang="en-US" sz="900" b="1" i="0" u="none" strike="noStrike" kern="1200" dirty="0">
                        <a:solidFill>
                          <a:srgbClr val="7F7F7F"/>
                        </a:solidFill>
                        <a:effectLst/>
                        <a:latin typeface="Arial" panose="020B0604020202020204" pitchFamily="34" charset="0"/>
                        <a:ea typeface="+mn-ea"/>
                        <a:cs typeface="+mn-cs"/>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AE9F8"/>
                    </a:solidFill>
                  </a:tcPr>
                </a:tc>
                <a:tc hMerge="1">
                  <a:txBody>
                    <a:bodyPr/>
                    <a:lstStyle/>
                    <a:p>
                      <a:pPr algn="ctr" fontAlgn="b">
                        <a:buNone/>
                      </a:pPr>
                      <a:endParaRPr lang="en-US" sz="900" b="1" i="0" u="none" strike="noStrike" kern="1200" dirty="0">
                        <a:solidFill>
                          <a:srgbClr val="7F7F7F"/>
                        </a:solidFill>
                        <a:effectLst/>
                        <a:latin typeface="Arial" panose="020B0604020202020204" pitchFamily="34" charset="0"/>
                        <a:ea typeface="+mn-ea"/>
                        <a:cs typeface="+mn-cs"/>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AE9F8"/>
                    </a:solidFill>
                  </a:tcPr>
                </a:tc>
                <a:tc hMerge="1">
                  <a:txBody>
                    <a:bodyPr/>
                    <a:lstStyle/>
                    <a:p>
                      <a:pPr algn="ctr" fontAlgn="b">
                        <a:buNone/>
                      </a:pPr>
                      <a:endParaRPr lang="en-US" sz="900" b="1" i="0" u="none" strike="noStrike" kern="1200" dirty="0">
                        <a:solidFill>
                          <a:srgbClr val="7F7F7F"/>
                        </a:solidFill>
                        <a:effectLst/>
                        <a:latin typeface="Arial" panose="020B0604020202020204" pitchFamily="34" charset="0"/>
                        <a:ea typeface="+mn-ea"/>
                        <a:cs typeface="+mn-cs"/>
                      </a:endParaRPr>
                    </a:p>
                  </a:txBody>
                  <a:tcPr marL="6350" marR="6350" marT="6350" marB="0"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AE9F8"/>
                    </a:solidFill>
                  </a:tcPr>
                </a:tc>
                <a:extLst>
                  <a:ext uri="{0D108BD9-81ED-4DB2-BD59-A6C34878D82A}">
                    <a16:rowId xmlns:a16="http://schemas.microsoft.com/office/drawing/2014/main" val="974683837"/>
                  </a:ext>
                </a:extLst>
              </a:tr>
              <a:tr h="234077">
                <a:tc vMerge="1">
                  <a:txBody>
                    <a:bodyPr/>
                    <a:lstStyle/>
                    <a:p>
                      <a:endParaRPr lang="en-US"/>
                    </a:p>
                  </a:txBody>
                  <a:tcPr/>
                </a:tc>
                <a:tc vMerge="1">
                  <a:txBody>
                    <a:bodyPr/>
                    <a:lstStyle/>
                    <a:p>
                      <a:endParaRPr lang="en-US"/>
                    </a:p>
                  </a:txBody>
                  <a:tcPr/>
                </a:tc>
                <a:tc>
                  <a:txBody>
                    <a:bodyPr/>
                    <a:lstStyle/>
                    <a:p>
                      <a:pPr algn="ctr" rtl="0" fontAlgn="ctr">
                        <a:buNone/>
                      </a:pPr>
                      <a:r>
                        <a:rPr lang="en-US" sz="600" b="1" i="0" u="none" strike="noStrike">
                          <a:solidFill>
                            <a:srgbClr val="7F7F7F"/>
                          </a:solidFill>
                          <a:effectLst/>
                          <a:latin typeface="Arial" panose="020B0604020202020204" pitchFamily="34" charset="0"/>
                        </a:rPr>
                        <a:t>29-02</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BE8F8"/>
                    </a:solidFill>
                  </a:tcPr>
                </a:tc>
                <a:tc>
                  <a:txBody>
                    <a:bodyPr/>
                    <a:lstStyle/>
                    <a:p>
                      <a:pPr algn="ctr" rtl="0" fontAlgn="ctr">
                        <a:buNone/>
                      </a:pPr>
                      <a:r>
                        <a:rPr lang="en-US" sz="600" b="1" i="0" u="none" strike="noStrike">
                          <a:solidFill>
                            <a:srgbClr val="7F7F7F"/>
                          </a:solidFill>
                          <a:effectLst/>
                          <a:latin typeface="Arial" panose="020B0604020202020204" pitchFamily="34" charset="0"/>
                        </a:rPr>
                        <a:t>05-09</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BE8F8"/>
                    </a:solidFill>
                  </a:tcPr>
                </a:tc>
                <a:tc gridSpan="2">
                  <a:txBody>
                    <a:bodyPr/>
                    <a:lstStyle/>
                    <a:p>
                      <a:pPr algn="ctr" rtl="0" fontAlgn="ctr">
                        <a:buNone/>
                      </a:pPr>
                      <a:r>
                        <a:rPr lang="en-US" sz="600" b="1" i="0" u="none" strike="noStrike">
                          <a:solidFill>
                            <a:srgbClr val="7F7F7F"/>
                          </a:solidFill>
                          <a:effectLst/>
                          <a:latin typeface="Arial" panose="020B0604020202020204" pitchFamily="34" charset="0"/>
                        </a:rPr>
                        <a:t>12-16</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BE8F8"/>
                    </a:solidFill>
                  </a:tcPr>
                </a:tc>
                <a:tc hMerge="1">
                  <a:txBody>
                    <a:bodyPr/>
                    <a:lstStyle/>
                    <a:p>
                      <a:endParaRPr lang="en-US"/>
                    </a:p>
                  </a:txBody>
                  <a:tcPr/>
                </a:tc>
                <a:tc>
                  <a:txBody>
                    <a:bodyPr/>
                    <a:lstStyle/>
                    <a:p>
                      <a:pPr algn="ctr" rtl="0" fontAlgn="ctr">
                        <a:buNone/>
                      </a:pPr>
                      <a:r>
                        <a:rPr lang="en-US" sz="600" b="1" i="0" u="none" strike="noStrike">
                          <a:solidFill>
                            <a:srgbClr val="7F7F7F"/>
                          </a:solidFill>
                          <a:effectLst/>
                          <a:latin typeface="Arial" panose="020B0604020202020204" pitchFamily="34" charset="0"/>
                        </a:rPr>
                        <a:t>19-23</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BE8F8"/>
                    </a:solidFill>
                  </a:tcPr>
                </a:tc>
                <a:tc>
                  <a:txBody>
                    <a:bodyPr/>
                    <a:lstStyle/>
                    <a:p>
                      <a:pPr algn="ctr" rtl="0" fontAlgn="ctr">
                        <a:buNone/>
                      </a:pPr>
                      <a:r>
                        <a:rPr lang="en-US" sz="600" b="1" i="0" u="none" strike="noStrike">
                          <a:solidFill>
                            <a:srgbClr val="7F7F7F"/>
                          </a:solidFill>
                          <a:effectLst/>
                          <a:latin typeface="Arial" panose="020B0604020202020204" pitchFamily="34" charset="0"/>
                        </a:rPr>
                        <a:t>26-30</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rgbClr val="DBE8F8"/>
                    </a:solidFill>
                  </a:tcPr>
                </a:tc>
                <a:tc>
                  <a:txBody>
                    <a:bodyPr/>
                    <a:lstStyle/>
                    <a:p>
                      <a:pPr algn="ctr" rtl="0" fontAlgn="ctr">
                        <a:buNone/>
                      </a:pPr>
                      <a:r>
                        <a:rPr lang="en-US" sz="600" b="1" i="0" u="none" strike="noStrike">
                          <a:solidFill>
                            <a:srgbClr val="7F7F7F"/>
                          </a:solidFill>
                          <a:effectLst/>
                          <a:latin typeface="Arial" panose="020B0604020202020204" pitchFamily="34" charset="0"/>
                        </a:rPr>
                        <a:t>02-06</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BE8F8"/>
                    </a:solidFill>
                  </a:tcPr>
                </a:tc>
                <a:tc>
                  <a:txBody>
                    <a:bodyPr/>
                    <a:lstStyle/>
                    <a:p>
                      <a:pPr algn="ctr" rtl="0" fontAlgn="ctr">
                        <a:buNone/>
                      </a:pPr>
                      <a:r>
                        <a:rPr lang="en-US" sz="600" b="1" i="0" u="none" strike="noStrike">
                          <a:solidFill>
                            <a:srgbClr val="7F7F7F"/>
                          </a:solidFill>
                          <a:effectLst/>
                          <a:latin typeface="Arial" panose="020B0604020202020204" pitchFamily="34" charset="0"/>
                        </a:rPr>
                        <a:t>09-13</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rgbClr val="DBE8F8"/>
                    </a:solidFill>
                  </a:tcPr>
                </a:tc>
                <a:tc>
                  <a:txBody>
                    <a:bodyPr/>
                    <a:lstStyle/>
                    <a:p>
                      <a:pPr algn="ctr" rtl="0" fontAlgn="ctr">
                        <a:buNone/>
                      </a:pPr>
                      <a:r>
                        <a:rPr lang="en-US" sz="600" b="1" i="0" u="none" strike="noStrike">
                          <a:solidFill>
                            <a:srgbClr val="7F7F7F"/>
                          </a:solidFill>
                          <a:effectLst/>
                          <a:latin typeface="Arial" panose="020B0604020202020204" pitchFamily="34" charset="0"/>
                        </a:rPr>
                        <a:t>16-20</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BE8F8"/>
                    </a:solidFill>
                  </a:tcPr>
                </a:tc>
                <a:tc>
                  <a:txBody>
                    <a:bodyPr/>
                    <a:lstStyle/>
                    <a:p>
                      <a:pPr algn="ctr" rtl="0" fontAlgn="ctr">
                        <a:buNone/>
                      </a:pPr>
                      <a:r>
                        <a:rPr lang="en-US" sz="600" b="1" i="0" u="none" strike="noStrike">
                          <a:solidFill>
                            <a:srgbClr val="7F7F7F"/>
                          </a:solidFill>
                          <a:effectLst/>
                          <a:latin typeface="Arial" panose="020B0604020202020204" pitchFamily="34" charset="0"/>
                        </a:rPr>
                        <a:t>23-27</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rgbClr val="DBE8F8"/>
                    </a:solidFill>
                  </a:tcPr>
                </a:tc>
                <a:tc>
                  <a:txBody>
                    <a:bodyPr/>
                    <a:lstStyle/>
                    <a:p>
                      <a:pPr algn="ctr" rtl="0" fontAlgn="ctr">
                        <a:buNone/>
                      </a:pPr>
                      <a:r>
                        <a:rPr lang="en-US" sz="600" b="1" i="0" u="none" strike="noStrike">
                          <a:solidFill>
                            <a:srgbClr val="7F7F7F"/>
                          </a:solidFill>
                          <a:effectLst/>
                          <a:latin typeface="Arial" panose="020B0604020202020204" pitchFamily="34" charset="0"/>
                        </a:rPr>
                        <a:t>02-06</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BE8F8"/>
                    </a:solidFill>
                  </a:tcPr>
                </a:tc>
                <a:tc>
                  <a:txBody>
                    <a:bodyPr/>
                    <a:lstStyle/>
                    <a:p>
                      <a:pPr algn="ctr" rtl="0" fontAlgn="ctr">
                        <a:buNone/>
                      </a:pPr>
                      <a:r>
                        <a:rPr lang="en-US" sz="600" b="1" i="0" u="none" strike="noStrike">
                          <a:solidFill>
                            <a:srgbClr val="7F7F7F"/>
                          </a:solidFill>
                          <a:effectLst/>
                          <a:latin typeface="Arial" panose="020B0604020202020204" pitchFamily="34" charset="0"/>
                        </a:rPr>
                        <a:t>09-13</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BE8F8"/>
                    </a:solidFill>
                  </a:tcPr>
                </a:tc>
                <a:tc>
                  <a:txBody>
                    <a:bodyPr/>
                    <a:lstStyle/>
                    <a:p>
                      <a:pPr algn="ctr" rtl="0" fontAlgn="ctr">
                        <a:buNone/>
                      </a:pPr>
                      <a:r>
                        <a:rPr lang="en-US" sz="600" b="1" i="0" u="none" strike="noStrike">
                          <a:solidFill>
                            <a:srgbClr val="7F7F7F"/>
                          </a:solidFill>
                          <a:effectLst/>
                          <a:latin typeface="Arial" panose="020B0604020202020204" pitchFamily="34" charset="0"/>
                        </a:rPr>
                        <a:t>16-20</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rgbClr val="DBE8F8"/>
                    </a:solidFill>
                  </a:tcPr>
                </a:tc>
                <a:tc>
                  <a:txBody>
                    <a:bodyPr/>
                    <a:lstStyle/>
                    <a:p>
                      <a:pPr algn="ctr" rtl="0" fontAlgn="ctr">
                        <a:buNone/>
                      </a:pPr>
                      <a:r>
                        <a:rPr lang="en-US" sz="600" b="1" i="0" u="none" strike="noStrike">
                          <a:solidFill>
                            <a:srgbClr val="7F7F7F"/>
                          </a:solidFill>
                          <a:effectLst/>
                          <a:latin typeface="Arial" panose="020B0604020202020204" pitchFamily="34" charset="0"/>
                        </a:rPr>
                        <a:t>23-27</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rgbClr val="DBE8F8"/>
                    </a:solidFill>
                  </a:tcPr>
                </a:tc>
                <a:tc>
                  <a:txBody>
                    <a:bodyPr/>
                    <a:lstStyle/>
                    <a:p>
                      <a:pPr algn="ctr" rtl="0" fontAlgn="ctr">
                        <a:buNone/>
                      </a:pPr>
                      <a:r>
                        <a:rPr lang="en-US" sz="600" b="1" i="0" u="none" strike="noStrike">
                          <a:solidFill>
                            <a:srgbClr val="7F7F7F"/>
                          </a:solidFill>
                          <a:effectLst/>
                          <a:latin typeface="Arial" panose="020B0604020202020204" pitchFamily="34" charset="0"/>
                        </a:rPr>
                        <a:t>30-03</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BE8F8"/>
                    </a:solidFill>
                  </a:tcPr>
                </a:tc>
                <a:tc>
                  <a:txBody>
                    <a:bodyPr/>
                    <a:lstStyle/>
                    <a:p>
                      <a:pPr algn="ctr" rtl="0" fontAlgn="ctr">
                        <a:buNone/>
                      </a:pPr>
                      <a:r>
                        <a:rPr lang="en-US" sz="600" b="1" i="0" u="none" strike="noStrike">
                          <a:solidFill>
                            <a:srgbClr val="7F7F7F"/>
                          </a:solidFill>
                          <a:effectLst/>
                          <a:latin typeface="Arial" panose="020B0604020202020204" pitchFamily="34" charset="0"/>
                        </a:rPr>
                        <a:t>06-10</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rgbClr val="DBE8F8"/>
                    </a:solidFill>
                  </a:tcPr>
                </a:tc>
                <a:tc>
                  <a:txBody>
                    <a:bodyPr/>
                    <a:lstStyle/>
                    <a:p>
                      <a:pPr algn="ctr" rtl="0" fontAlgn="ctr">
                        <a:buNone/>
                      </a:pPr>
                      <a:r>
                        <a:rPr lang="en-US" sz="600" b="1" i="0" u="none" strike="noStrike">
                          <a:solidFill>
                            <a:srgbClr val="7F7F7F"/>
                          </a:solidFill>
                          <a:effectLst/>
                          <a:latin typeface="Arial" panose="020B0604020202020204" pitchFamily="34" charset="0"/>
                        </a:rPr>
                        <a:t>13-17</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rgbClr val="DBE8F8"/>
                    </a:solidFill>
                  </a:tcPr>
                </a:tc>
                <a:tc>
                  <a:txBody>
                    <a:bodyPr/>
                    <a:lstStyle/>
                    <a:p>
                      <a:pPr algn="ctr" rtl="0" fontAlgn="ctr">
                        <a:buNone/>
                      </a:pPr>
                      <a:r>
                        <a:rPr lang="en-US" sz="600" b="1" i="0" u="none" strike="noStrike" dirty="0">
                          <a:solidFill>
                            <a:srgbClr val="7F7F7F"/>
                          </a:solidFill>
                          <a:effectLst/>
                          <a:latin typeface="Arial" panose="020B0604020202020204" pitchFamily="34" charset="0"/>
                        </a:rPr>
                        <a:t>20-24</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rgbClr val="DBE8F8"/>
                    </a:solidFill>
                  </a:tcPr>
                </a:tc>
                <a:tc>
                  <a:txBody>
                    <a:bodyPr/>
                    <a:lstStyle/>
                    <a:p>
                      <a:pPr algn="ctr" rtl="0" fontAlgn="ctr">
                        <a:buNone/>
                      </a:pPr>
                      <a:r>
                        <a:rPr lang="en-US" sz="600" b="1" i="0" u="none" strike="noStrike">
                          <a:solidFill>
                            <a:srgbClr val="7F7F7F"/>
                          </a:solidFill>
                          <a:effectLst/>
                          <a:latin typeface="Arial" panose="020B0604020202020204" pitchFamily="34" charset="0"/>
                        </a:rPr>
                        <a:t>27-01</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BE8F8"/>
                    </a:solidFill>
                  </a:tcPr>
                </a:tc>
                <a:tc>
                  <a:txBody>
                    <a:bodyPr/>
                    <a:lstStyle/>
                    <a:p>
                      <a:pPr algn="ctr" rtl="0" fontAlgn="ctr">
                        <a:buNone/>
                      </a:pPr>
                      <a:r>
                        <a:rPr lang="en-US" sz="600" b="1" i="0" u="none" strike="noStrike">
                          <a:solidFill>
                            <a:srgbClr val="7F7F7F"/>
                          </a:solidFill>
                          <a:effectLst/>
                          <a:latin typeface="Arial" panose="020B0604020202020204" pitchFamily="34" charset="0"/>
                        </a:rPr>
                        <a:t>04-08</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BE8F8"/>
                    </a:solidFill>
                  </a:tcPr>
                </a:tc>
                <a:tc>
                  <a:txBody>
                    <a:bodyPr/>
                    <a:lstStyle/>
                    <a:p>
                      <a:pPr algn="ctr" rtl="0" fontAlgn="ctr">
                        <a:buNone/>
                      </a:pPr>
                      <a:r>
                        <a:rPr lang="en-US" sz="600" b="1" i="0" u="none" strike="noStrike">
                          <a:solidFill>
                            <a:srgbClr val="7F7F7F"/>
                          </a:solidFill>
                          <a:effectLst/>
                          <a:latin typeface="Arial" panose="020B0604020202020204" pitchFamily="34" charset="0"/>
                        </a:rPr>
                        <a:t>11-15</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BE8F8"/>
                    </a:solidFill>
                  </a:tcPr>
                </a:tc>
                <a:tc>
                  <a:txBody>
                    <a:bodyPr/>
                    <a:lstStyle/>
                    <a:p>
                      <a:pPr algn="ctr" rtl="0" fontAlgn="ctr">
                        <a:buNone/>
                      </a:pPr>
                      <a:r>
                        <a:rPr lang="en-US" sz="600" b="1" i="0" u="none" strike="noStrike" dirty="0">
                          <a:solidFill>
                            <a:srgbClr val="7F7F7F"/>
                          </a:solidFill>
                          <a:effectLst/>
                          <a:latin typeface="Arial" panose="020B0604020202020204" pitchFamily="34" charset="0"/>
                        </a:rPr>
                        <a:t>18-22</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BE8F8"/>
                    </a:solidFill>
                  </a:tcPr>
                </a:tc>
                <a:tc>
                  <a:txBody>
                    <a:bodyPr/>
                    <a:lstStyle/>
                    <a:p>
                      <a:pPr algn="ctr" rtl="0" fontAlgn="ctr">
                        <a:buNone/>
                      </a:pPr>
                      <a:r>
                        <a:rPr lang="en-US" sz="600" b="1" i="0" u="none" strike="noStrike" dirty="0">
                          <a:solidFill>
                            <a:srgbClr val="7F7F7F"/>
                          </a:solidFill>
                          <a:effectLst/>
                          <a:latin typeface="Arial" panose="020B0604020202020204" pitchFamily="34" charset="0"/>
                        </a:rPr>
                        <a:t>25-29</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BE8F8"/>
                    </a:solidFill>
                  </a:tcPr>
                </a:tc>
                <a:tc>
                  <a:txBody>
                    <a:bodyPr/>
                    <a:lstStyle/>
                    <a:p>
                      <a:pPr algn="ctr" rtl="0" fontAlgn="ctr">
                        <a:buNone/>
                      </a:pPr>
                      <a:r>
                        <a:rPr lang="en-US" sz="600" b="1" i="0" u="none" strike="noStrike" dirty="0">
                          <a:solidFill>
                            <a:srgbClr val="7F7F7F"/>
                          </a:solidFill>
                          <a:effectLst/>
                          <a:latin typeface="Arial" panose="020B0604020202020204" pitchFamily="34" charset="0"/>
                        </a:rPr>
                        <a:t>1-5</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BE8F8"/>
                    </a:solidFill>
                  </a:tcPr>
                </a:tc>
                <a:tc>
                  <a:txBody>
                    <a:bodyPr/>
                    <a:lstStyle/>
                    <a:p>
                      <a:pPr algn="ctr" rtl="0" fontAlgn="ctr">
                        <a:buNone/>
                      </a:pPr>
                      <a:r>
                        <a:rPr lang="en-US" sz="600" b="1" i="0" u="none" strike="noStrike" dirty="0">
                          <a:solidFill>
                            <a:srgbClr val="7F7F7F"/>
                          </a:solidFill>
                          <a:effectLst/>
                          <a:latin typeface="Arial" panose="020B0604020202020204" pitchFamily="34" charset="0"/>
                        </a:rPr>
                        <a:t>8-12</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BE8F8"/>
                    </a:solidFill>
                  </a:tcPr>
                </a:tc>
                <a:tc>
                  <a:txBody>
                    <a:bodyPr/>
                    <a:lstStyle/>
                    <a:p>
                      <a:pPr algn="ctr" rtl="0" fontAlgn="ctr">
                        <a:buNone/>
                      </a:pPr>
                      <a:r>
                        <a:rPr lang="en-US" sz="600" b="1" i="0" u="none" strike="noStrike" dirty="0">
                          <a:solidFill>
                            <a:srgbClr val="7F7F7F"/>
                          </a:solidFill>
                          <a:effectLst/>
                          <a:latin typeface="Arial" panose="020B0604020202020204" pitchFamily="34" charset="0"/>
                        </a:rPr>
                        <a:t>15-19</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BE8F8"/>
                    </a:solidFill>
                  </a:tcPr>
                </a:tc>
                <a:tc>
                  <a:txBody>
                    <a:bodyPr/>
                    <a:lstStyle/>
                    <a:p>
                      <a:pPr algn="ctr" rtl="0" fontAlgn="ctr">
                        <a:buNone/>
                      </a:pPr>
                      <a:r>
                        <a:rPr lang="en-US" sz="600" b="1" i="0" u="none" strike="noStrike" dirty="0">
                          <a:solidFill>
                            <a:srgbClr val="7F7F7F"/>
                          </a:solidFill>
                          <a:effectLst/>
                          <a:latin typeface="Arial" panose="020B0604020202020204" pitchFamily="34" charset="0"/>
                        </a:rPr>
                        <a:t>22-26</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BE8F8"/>
                    </a:solidFill>
                  </a:tcPr>
                </a:tc>
                <a:tc>
                  <a:txBody>
                    <a:bodyPr/>
                    <a:lstStyle/>
                    <a:p>
                      <a:pPr algn="ctr" rtl="0" fontAlgn="ctr">
                        <a:buNone/>
                      </a:pPr>
                      <a:r>
                        <a:rPr lang="en-US" sz="600" b="1" i="0" u="none" strike="noStrike" dirty="0">
                          <a:solidFill>
                            <a:srgbClr val="7F7F7F"/>
                          </a:solidFill>
                          <a:effectLst/>
                          <a:latin typeface="Arial" panose="020B0604020202020204" pitchFamily="34" charset="0"/>
                        </a:rPr>
                        <a:t>29-03</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BE8F8"/>
                    </a:solidFill>
                  </a:tcPr>
                </a:tc>
                <a:tc>
                  <a:txBody>
                    <a:bodyPr/>
                    <a:lstStyle/>
                    <a:p>
                      <a:pPr algn="ctr" rtl="0" fontAlgn="ctr">
                        <a:buNone/>
                      </a:pPr>
                      <a:r>
                        <a:rPr lang="en-US" sz="600" b="1" i="0" u="none" strike="noStrike" dirty="0">
                          <a:solidFill>
                            <a:srgbClr val="7F7F7F"/>
                          </a:solidFill>
                          <a:effectLst/>
                          <a:latin typeface="Arial" panose="020B0604020202020204" pitchFamily="34" charset="0"/>
                        </a:rPr>
                        <a:t>6-10</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BE8F8"/>
                    </a:solidFill>
                  </a:tcPr>
                </a:tc>
                <a:tc>
                  <a:txBody>
                    <a:bodyPr/>
                    <a:lstStyle/>
                    <a:p>
                      <a:pPr algn="ctr" rtl="0" fontAlgn="ctr">
                        <a:buNone/>
                      </a:pPr>
                      <a:r>
                        <a:rPr lang="en-US" sz="600" b="1" i="0" u="none" strike="noStrike" dirty="0">
                          <a:solidFill>
                            <a:srgbClr val="7F7F7F"/>
                          </a:solidFill>
                          <a:effectLst/>
                          <a:latin typeface="Arial" panose="020B0604020202020204" pitchFamily="34" charset="0"/>
                        </a:rPr>
                        <a:t>13-17</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BE8F8"/>
                    </a:solidFill>
                  </a:tcPr>
                </a:tc>
                <a:tc>
                  <a:txBody>
                    <a:bodyPr/>
                    <a:lstStyle/>
                    <a:p>
                      <a:pPr algn="ctr" rtl="0" fontAlgn="ctr">
                        <a:buNone/>
                      </a:pPr>
                      <a:r>
                        <a:rPr lang="en-US" sz="600" b="1" i="0" u="none" strike="noStrike" dirty="0">
                          <a:solidFill>
                            <a:srgbClr val="7F7F7F"/>
                          </a:solidFill>
                          <a:effectLst/>
                          <a:latin typeface="Arial" panose="020B0604020202020204" pitchFamily="34" charset="0"/>
                        </a:rPr>
                        <a:t>20-24</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BE8F8"/>
                    </a:solidFill>
                  </a:tcPr>
                </a:tc>
                <a:tc>
                  <a:txBody>
                    <a:bodyPr/>
                    <a:lstStyle/>
                    <a:p>
                      <a:pPr algn="ctr" rtl="0" fontAlgn="ctr">
                        <a:buNone/>
                      </a:pPr>
                      <a:r>
                        <a:rPr lang="en-US" sz="600" b="1" i="0" u="none" strike="noStrike" dirty="0">
                          <a:solidFill>
                            <a:srgbClr val="7F7F7F"/>
                          </a:solidFill>
                          <a:effectLst/>
                          <a:latin typeface="Arial" panose="020B0604020202020204" pitchFamily="34" charset="0"/>
                        </a:rPr>
                        <a:t>27-31</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BE8F8"/>
                    </a:solidFill>
                  </a:tcPr>
                </a:tc>
                <a:extLst>
                  <a:ext uri="{0D108BD9-81ED-4DB2-BD59-A6C34878D82A}">
                    <a16:rowId xmlns:a16="http://schemas.microsoft.com/office/drawing/2014/main" val="3288286746"/>
                  </a:ext>
                </a:extLst>
              </a:tr>
              <a:tr h="323319">
                <a:tc rowSpan="3">
                  <a:txBody>
                    <a:bodyPr/>
                    <a:lstStyle/>
                    <a:p>
                      <a:pPr algn="ctr" rtl="0" fontAlgn="ctr">
                        <a:buNone/>
                      </a:pPr>
                      <a:r>
                        <a:rPr lang="en-US" sz="900" b="1" i="0" u="none" strike="noStrike" dirty="0">
                          <a:solidFill>
                            <a:srgbClr val="7F7F7F"/>
                          </a:solidFill>
                          <a:effectLst/>
                          <a:latin typeface="Arial" panose="020B0604020202020204" pitchFamily="34" charset="0"/>
                        </a:rPr>
                        <a:t>Setup</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rtl="0" fontAlgn="t">
                        <a:buNone/>
                      </a:pPr>
                      <a:r>
                        <a:rPr lang="en-US" sz="900" b="1" i="0" u="none" strike="noStrike">
                          <a:solidFill>
                            <a:srgbClr val="153D64"/>
                          </a:solidFill>
                          <a:effectLst/>
                          <a:latin typeface="Aptos Narrow" panose="020B0004020202020204" pitchFamily="34" charset="0"/>
                        </a:rPr>
                        <a:t>Org Creation</a:t>
                      </a:r>
                    </a:p>
                  </a:txBody>
                  <a:tcPr marL="6350" marR="6350" marT="635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r>
                        <a:rPr lang="en-US" sz="1800" b="0" i="0" u="none" strike="noStrike">
                          <a:solidFill>
                            <a:srgbClr val="000000"/>
                          </a:solidFill>
                          <a:effectLst/>
                          <a:latin typeface="Arial" panose="020B0604020202020204" pitchFamily="34"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l" fontAlgn="b">
                        <a:buNone/>
                      </a:pPr>
                      <a:r>
                        <a:rPr lang="en-US" sz="1800" b="0" i="0" u="none" strike="noStrike" dirty="0">
                          <a:solidFill>
                            <a:srgbClr val="000000"/>
                          </a:solidFill>
                          <a:effectLst/>
                          <a:latin typeface="Arial" panose="020B0604020202020204" pitchFamily="34"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gridSpan="2">
                  <a:txBody>
                    <a:bodyPr/>
                    <a:lstStyle/>
                    <a:p>
                      <a:pPr algn="l" fontAlgn="b">
                        <a:buNone/>
                      </a:pPr>
                      <a:r>
                        <a:rPr lang="en-US" sz="1800" b="0" i="0" u="none" strike="noStrike">
                          <a:solidFill>
                            <a:srgbClr val="000000"/>
                          </a:solidFill>
                          <a:effectLst/>
                          <a:latin typeface="Arial" panose="020B0604020202020204" pitchFamily="34"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hMerge="1">
                  <a:txBody>
                    <a:bodyPr/>
                    <a:lstStyle/>
                    <a:p>
                      <a:endParaRPr lang="en-US"/>
                    </a:p>
                  </a:txBody>
                  <a:tcPr/>
                </a:tc>
                <a:tc>
                  <a:txBody>
                    <a:bodyPr/>
                    <a:lstStyle/>
                    <a:p>
                      <a:pPr algn="l" fontAlgn="b">
                        <a:buNone/>
                      </a:pPr>
                      <a:r>
                        <a:rPr lang="en-US" sz="1800" b="0" i="0" u="none" strike="noStrike">
                          <a:solidFill>
                            <a:srgbClr val="000000"/>
                          </a:solidFill>
                          <a:effectLst/>
                          <a:latin typeface="Arial" panose="020B0604020202020204" pitchFamily="34"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n-US" sz="600" b="1" i="0" u="none" strike="noStrike">
                          <a:solidFill>
                            <a:srgbClr val="7F7F7F"/>
                          </a:solidFill>
                          <a:effectLst/>
                          <a:latin typeface="Arial" panose="020B0604020202020204" pitchFamily="34" charset="0"/>
                        </a:rPr>
                        <a:t>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n-US" sz="600" b="1" i="0" u="none" strike="noStrike">
                          <a:solidFill>
                            <a:srgbClr val="7F7F7F"/>
                          </a:solidFill>
                          <a:effectLst/>
                          <a:latin typeface="Arial" panose="020B0604020202020204" pitchFamily="34" charset="0"/>
                        </a:rPr>
                        <a:t>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n-US" sz="600" b="1" i="0" u="none" strike="noStrike">
                          <a:solidFill>
                            <a:srgbClr val="7F7F7F"/>
                          </a:solidFill>
                          <a:effectLst/>
                          <a:latin typeface="Arial" panose="020B0604020202020204" pitchFamily="34" charset="0"/>
                        </a:rPr>
                        <a:t>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n-US" sz="600" b="1" i="0" u="none" strike="noStrike">
                          <a:solidFill>
                            <a:srgbClr val="7F7F7F"/>
                          </a:solidFill>
                          <a:effectLst/>
                          <a:latin typeface="Arial" panose="020B0604020202020204" pitchFamily="34" charset="0"/>
                        </a:rPr>
                        <a:t>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n-US" sz="600" b="1" i="0" u="none" strike="noStrike">
                          <a:solidFill>
                            <a:srgbClr val="7F7F7F"/>
                          </a:solidFill>
                          <a:effectLst/>
                          <a:latin typeface="Arial" panose="020B0604020202020204" pitchFamily="34" charset="0"/>
                        </a:rPr>
                        <a:t>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n-US" sz="600" b="1" i="0" u="none" strike="noStrike">
                          <a:solidFill>
                            <a:srgbClr val="7F7F7F"/>
                          </a:solidFill>
                          <a:effectLst/>
                          <a:latin typeface="Arial" panose="020B0604020202020204" pitchFamily="34" charset="0"/>
                        </a:rPr>
                        <a:t>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n-US" sz="600" b="1" i="0" u="none" strike="noStrike">
                          <a:solidFill>
                            <a:srgbClr val="7F7F7F"/>
                          </a:solidFill>
                          <a:effectLst/>
                          <a:latin typeface="Arial" panose="020B0604020202020204" pitchFamily="34" charset="0"/>
                        </a:rPr>
                        <a:t>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n-US" sz="600" b="1" i="0" u="none" strike="noStrike">
                          <a:solidFill>
                            <a:srgbClr val="7F7F7F"/>
                          </a:solidFill>
                          <a:effectLst/>
                          <a:latin typeface="Arial" panose="020B0604020202020204" pitchFamily="34" charset="0"/>
                        </a:rPr>
                        <a:t>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n-US" sz="600" b="1" i="0" u="none" strike="noStrike">
                          <a:solidFill>
                            <a:srgbClr val="7F7F7F"/>
                          </a:solidFill>
                          <a:effectLst/>
                          <a:latin typeface="Arial" panose="020B0604020202020204" pitchFamily="34" charset="0"/>
                        </a:rPr>
                        <a:t>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n-US" sz="600" b="1" i="0" u="none" strike="noStrike">
                          <a:solidFill>
                            <a:srgbClr val="7F7F7F"/>
                          </a:solidFill>
                          <a:effectLst/>
                          <a:latin typeface="Arial" panose="020B0604020202020204" pitchFamily="34" charset="0"/>
                        </a:rPr>
                        <a:t>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n-US" sz="600" b="1" i="0" u="none" strike="noStrike" dirty="0">
                          <a:solidFill>
                            <a:srgbClr val="7F7F7F"/>
                          </a:solidFill>
                          <a:effectLst/>
                          <a:latin typeface="Arial" panose="020B0604020202020204" pitchFamily="34" charset="0"/>
                        </a:rPr>
                        <a:t>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n-US" sz="600" b="1" i="0" u="none" strike="noStrike" dirty="0">
                          <a:solidFill>
                            <a:srgbClr val="7F7F7F"/>
                          </a:solidFill>
                          <a:effectLst/>
                          <a:latin typeface="Arial" panose="020B0604020202020204" pitchFamily="34" charset="0"/>
                        </a:rPr>
                        <a:t>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n-US" sz="600" b="1" i="0" u="none" strike="noStrike">
                          <a:solidFill>
                            <a:srgbClr val="7F7F7F"/>
                          </a:solidFill>
                          <a:effectLst/>
                          <a:latin typeface="Arial" panose="020B0604020202020204" pitchFamily="34" charset="0"/>
                        </a:rPr>
                        <a:t>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n-US" sz="600" b="1" i="0" u="none" strike="noStrike">
                          <a:solidFill>
                            <a:srgbClr val="7F7F7F"/>
                          </a:solidFill>
                          <a:effectLst/>
                          <a:latin typeface="Arial" panose="020B0604020202020204" pitchFamily="34" charset="0"/>
                        </a:rPr>
                        <a:t>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endParaRPr lang="en-US" sz="600" b="1" i="0" u="none" strike="noStrike">
                        <a:solidFill>
                          <a:srgbClr val="7F7F7F"/>
                        </a:solidFill>
                        <a:effectLst/>
                        <a:latin typeface="Arial" panose="020B06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endParaRPr lang="en-US" sz="600" b="1" i="0" u="none" strike="noStrike">
                        <a:solidFill>
                          <a:srgbClr val="7F7F7F"/>
                        </a:solidFill>
                        <a:effectLst/>
                        <a:latin typeface="Arial" panose="020B06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endParaRPr lang="en-US" sz="600" b="1" i="0" u="none" strike="noStrike">
                        <a:solidFill>
                          <a:srgbClr val="7F7F7F"/>
                        </a:solidFill>
                        <a:effectLst/>
                        <a:latin typeface="Arial" panose="020B06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endParaRPr lang="en-US" sz="600" b="1" i="0" u="none" strike="noStrike">
                        <a:solidFill>
                          <a:srgbClr val="7F7F7F"/>
                        </a:solidFill>
                        <a:effectLst/>
                        <a:latin typeface="Arial" panose="020B06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endParaRPr lang="en-US" sz="600" b="1" i="0" u="none" strike="noStrike">
                        <a:solidFill>
                          <a:srgbClr val="7F7F7F"/>
                        </a:solidFill>
                        <a:effectLst/>
                        <a:latin typeface="Arial" panose="020B06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endParaRPr lang="en-US" sz="600" b="1" i="0" u="none" strike="noStrike">
                        <a:solidFill>
                          <a:srgbClr val="7F7F7F"/>
                        </a:solidFill>
                        <a:effectLst/>
                        <a:latin typeface="Arial" panose="020B06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endParaRPr lang="en-US" sz="600" b="1" i="0" u="none" strike="noStrike">
                        <a:solidFill>
                          <a:srgbClr val="7F7F7F"/>
                        </a:solidFill>
                        <a:effectLst/>
                        <a:latin typeface="Arial" panose="020B06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endParaRPr lang="en-US" sz="600" b="1" i="0" u="none" strike="noStrike">
                        <a:solidFill>
                          <a:srgbClr val="7F7F7F"/>
                        </a:solidFill>
                        <a:effectLst/>
                        <a:latin typeface="Arial" panose="020B06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endParaRPr lang="en-US" sz="600" b="1" i="0" u="none" strike="noStrike">
                        <a:solidFill>
                          <a:srgbClr val="7F7F7F"/>
                        </a:solidFill>
                        <a:effectLst/>
                        <a:latin typeface="Arial" panose="020B06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endParaRPr lang="en-US" sz="600" b="1" i="0" u="none" strike="noStrike">
                        <a:solidFill>
                          <a:srgbClr val="7F7F7F"/>
                        </a:solidFill>
                        <a:effectLst/>
                        <a:latin typeface="Arial" panose="020B06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endParaRPr lang="en-US" sz="600" b="1" i="0" u="none" strike="noStrike">
                        <a:solidFill>
                          <a:srgbClr val="7F7F7F"/>
                        </a:solidFill>
                        <a:effectLst/>
                        <a:latin typeface="Arial" panose="020B06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endParaRPr lang="en-US" sz="600" b="1" i="0" u="none" strike="noStrike">
                        <a:solidFill>
                          <a:srgbClr val="7F7F7F"/>
                        </a:solidFill>
                        <a:effectLst/>
                        <a:latin typeface="Arial" panose="020B06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endParaRPr lang="en-US" sz="600" b="1" i="0" u="none" strike="noStrike">
                        <a:solidFill>
                          <a:srgbClr val="7F7F7F"/>
                        </a:solidFill>
                        <a:effectLst/>
                        <a:latin typeface="Arial" panose="020B06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2033129290"/>
                  </a:ext>
                </a:extLst>
              </a:tr>
              <a:tr h="323319">
                <a:tc vMerge="1">
                  <a:txBody>
                    <a:bodyPr/>
                    <a:lstStyle/>
                    <a:p>
                      <a:endParaRPr lang="en-US"/>
                    </a:p>
                  </a:txBody>
                  <a:tcPr/>
                </a:tc>
                <a:tc>
                  <a:txBody>
                    <a:bodyPr/>
                    <a:lstStyle/>
                    <a:p>
                      <a:pPr algn="l" rtl="0" fontAlgn="t">
                        <a:buNone/>
                      </a:pPr>
                      <a:r>
                        <a:rPr lang="en-US" sz="900" b="1" i="0" u="none" strike="noStrike">
                          <a:solidFill>
                            <a:srgbClr val="153D64"/>
                          </a:solidFill>
                          <a:effectLst/>
                          <a:latin typeface="Aptos Narrow" panose="020B0004020202020204" pitchFamily="34" charset="0"/>
                        </a:rPr>
                        <a:t>Org Setup</a:t>
                      </a:r>
                    </a:p>
                  </a:txBody>
                  <a:tcPr marL="6350" marR="6350" marT="635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r>
                        <a:rPr lang="en-US" sz="1800" b="0" i="0" u="none" strike="noStrike">
                          <a:solidFill>
                            <a:srgbClr val="000000"/>
                          </a:solidFill>
                          <a:effectLst/>
                          <a:latin typeface="Arial" panose="020B0604020202020204" pitchFamily="34"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l" fontAlgn="b">
                        <a:buNone/>
                      </a:pPr>
                      <a:r>
                        <a:rPr lang="en-US" sz="1800" b="0" i="0" u="none" strike="noStrike">
                          <a:solidFill>
                            <a:srgbClr val="000000"/>
                          </a:solidFill>
                          <a:effectLst/>
                          <a:latin typeface="Arial" panose="020B0604020202020204" pitchFamily="34"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gridSpan="2">
                  <a:txBody>
                    <a:bodyPr/>
                    <a:lstStyle/>
                    <a:p>
                      <a:pPr algn="l" fontAlgn="b">
                        <a:buNone/>
                      </a:pPr>
                      <a:r>
                        <a:rPr lang="en-US" sz="1800" b="0" i="0" u="none" strike="noStrike">
                          <a:solidFill>
                            <a:srgbClr val="000000"/>
                          </a:solidFill>
                          <a:effectLst/>
                          <a:latin typeface="Arial" panose="020B0604020202020204" pitchFamily="34"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hMerge="1">
                  <a:txBody>
                    <a:bodyPr/>
                    <a:lstStyle/>
                    <a:p>
                      <a:endParaRPr lang="en-US"/>
                    </a:p>
                  </a:txBody>
                  <a:tcPr/>
                </a:tc>
                <a:tc>
                  <a:txBody>
                    <a:bodyPr/>
                    <a:lstStyle/>
                    <a:p>
                      <a:pPr algn="l" fontAlgn="b">
                        <a:buNone/>
                      </a:pPr>
                      <a:r>
                        <a:rPr lang="en-US" sz="1800" b="0" i="0" u="none" strike="noStrike">
                          <a:solidFill>
                            <a:srgbClr val="000000"/>
                          </a:solidFill>
                          <a:effectLst/>
                          <a:latin typeface="Arial" panose="020B0604020202020204" pitchFamily="34"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rtl="0" fontAlgn="ctr">
                        <a:buNone/>
                      </a:pPr>
                      <a:r>
                        <a:rPr lang="en-US" sz="600" b="1" i="0" u="none" strike="noStrike">
                          <a:solidFill>
                            <a:srgbClr val="7F7F7F"/>
                          </a:solidFill>
                          <a:effectLst/>
                          <a:latin typeface="Arial" panose="020B0604020202020204" pitchFamily="34" charset="0"/>
                        </a:rPr>
                        <a:t>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n-US" sz="600" b="1" i="0" u="none" strike="noStrike">
                          <a:solidFill>
                            <a:srgbClr val="7F7F7F"/>
                          </a:solidFill>
                          <a:effectLst/>
                          <a:latin typeface="Arial" panose="020B0604020202020204" pitchFamily="34" charset="0"/>
                        </a:rPr>
                        <a:t>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n-US" sz="600" b="1" i="0" u="none" strike="noStrike">
                          <a:solidFill>
                            <a:srgbClr val="7F7F7F"/>
                          </a:solidFill>
                          <a:effectLst/>
                          <a:latin typeface="Arial" panose="020B0604020202020204" pitchFamily="34" charset="0"/>
                        </a:rPr>
                        <a:t>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n-US" sz="600" b="1" i="0" u="none" strike="noStrike">
                          <a:solidFill>
                            <a:srgbClr val="7F7F7F"/>
                          </a:solidFill>
                          <a:effectLst/>
                          <a:latin typeface="Arial" panose="020B0604020202020204" pitchFamily="34" charset="0"/>
                        </a:rPr>
                        <a:t>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n-US" sz="600" b="1" i="0" u="none" strike="noStrike">
                          <a:solidFill>
                            <a:srgbClr val="7F7F7F"/>
                          </a:solidFill>
                          <a:effectLst/>
                          <a:latin typeface="Arial" panose="020B0604020202020204" pitchFamily="34" charset="0"/>
                        </a:rPr>
                        <a:t>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n-US" sz="600" b="1" i="0" u="none" strike="noStrike">
                          <a:solidFill>
                            <a:srgbClr val="7F7F7F"/>
                          </a:solidFill>
                          <a:effectLst/>
                          <a:latin typeface="Arial" panose="020B0604020202020204" pitchFamily="34" charset="0"/>
                        </a:rPr>
                        <a:t>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n-US" sz="600" b="1" i="0" u="none" strike="noStrike">
                          <a:solidFill>
                            <a:srgbClr val="7F7F7F"/>
                          </a:solidFill>
                          <a:effectLst/>
                          <a:latin typeface="Arial" panose="020B0604020202020204" pitchFamily="34" charset="0"/>
                        </a:rPr>
                        <a:t>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n-US" sz="600" b="1" i="0" u="none" strike="noStrike">
                          <a:solidFill>
                            <a:srgbClr val="7F7F7F"/>
                          </a:solidFill>
                          <a:effectLst/>
                          <a:latin typeface="Arial" panose="020B0604020202020204" pitchFamily="34" charset="0"/>
                        </a:rPr>
                        <a:t>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n-US" sz="600" b="1" i="0" u="none" strike="noStrike">
                          <a:solidFill>
                            <a:srgbClr val="7F7F7F"/>
                          </a:solidFill>
                          <a:effectLst/>
                          <a:latin typeface="Arial" panose="020B0604020202020204" pitchFamily="34" charset="0"/>
                        </a:rPr>
                        <a:t>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n-US" sz="600" b="1" i="0" u="none" strike="noStrike">
                          <a:solidFill>
                            <a:srgbClr val="7F7F7F"/>
                          </a:solidFill>
                          <a:effectLst/>
                          <a:latin typeface="Arial" panose="020B0604020202020204" pitchFamily="34" charset="0"/>
                        </a:rPr>
                        <a:t>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n-US" sz="600" b="1" i="0" u="none" strike="noStrike">
                          <a:solidFill>
                            <a:srgbClr val="7F7F7F"/>
                          </a:solidFill>
                          <a:effectLst/>
                          <a:latin typeface="Arial" panose="020B0604020202020204" pitchFamily="34" charset="0"/>
                        </a:rPr>
                        <a:t>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n-US" sz="600" b="1" i="0" u="none" strike="noStrike">
                          <a:solidFill>
                            <a:srgbClr val="7F7F7F"/>
                          </a:solidFill>
                          <a:effectLst/>
                          <a:latin typeface="Arial" panose="020B0604020202020204" pitchFamily="34" charset="0"/>
                        </a:rPr>
                        <a:t>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n-US" sz="600" b="1" i="0" u="none" strike="noStrike">
                          <a:solidFill>
                            <a:srgbClr val="7F7F7F"/>
                          </a:solidFill>
                          <a:effectLst/>
                          <a:latin typeface="Arial" panose="020B0604020202020204" pitchFamily="34" charset="0"/>
                        </a:rPr>
                        <a:t>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n-US" sz="600" b="1" i="0" u="none" strike="noStrike">
                          <a:solidFill>
                            <a:srgbClr val="7F7F7F"/>
                          </a:solidFill>
                          <a:effectLst/>
                          <a:latin typeface="Arial" panose="020B0604020202020204" pitchFamily="34" charset="0"/>
                        </a:rPr>
                        <a:t>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endParaRPr lang="en-US" sz="600" b="1" i="0" u="none" strike="noStrike">
                        <a:solidFill>
                          <a:srgbClr val="7F7F7F"/>
                        </a:solidFill>
                        <a:effectLst/>
                        <a:latin typeface="Arial" panose="020B06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endParaRPr lang="en-US" sz="600" b="1" i="0" u="none" strike="noStrike">
                        <a:solidFill>
                          <a:srgbClr val="7F7F7F"/>
                        </a:solidFill>
                        <a:effectLst/>
                        <a:latin typeface="Arial" panose="020B06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endParaRPr lang="en-US" sz="600" b="1" i="0" u="none" strike="noStrike">
                        <a:solidFill>
                          <a:srgbClr val="7F7F7F"/>
                        </a:solidFill>
                        <a:effectLst/>
                        <a:latin typeface="Arial" panose="020B06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endParaRPr lang="en-US" sz="600" b="1" i="0" u="none" strike="noStrike">
                        <a:solidFill>
                          <a:srgbClr val="7F7F7F"/>
                        </a:solidFill>
                        <a:effectLst/>
                        <a:latin typeface="Arial" panose="020B06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endParaRPr lang="en-US" sz="600" b="1" i="0" u="none" strike="noStrike">
                        <a:solidFill>
                          <a:srgbClr val="7F7F7F"/>
                        </a:solidFill>
                        <a:effectLst/>
                        <a:latin typeface="Arial" panose="020B06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endParaRPr lang="en-US" sz="600" b="1" i="0" u="none" strike="noStrike">
                        <a:solidFill>
                          <a:srgbClr val="7F7F7F"/>
                        </a:solidFill>
                        <a:effectLst/>
                        <a:latin typeface="Arial" panose="020B06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endParaRPr lang="en-US" sz="600" b="1" i="0" u="none" strike="noStrike">
                        <a:solidFill>
                          <a:srgbClr val="7F7F7F"/>
                        </a:solidFill>
                        <a:effectLst/>
                        <a:latin typeface="Arial" panose="020B06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endParaRPr lang="en-US" sz="600" b="1" i="0" u="none" strike="noStrike">
                        <a:solidFill>
                          <a:srgbClr val="7F7F7F"/>
                        </a:solidFill>
                        <a:effectLst/>
                        <a:latin typeface="Arial" panose="020B06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endParaRPr lang="en-US" sz="600" b="1" i="0" u="none" strike="noStrike">
                        <a:solidFill>
                          <a:srgbClr val="7F7F7F"/>
                        </a:solidFill>
                        <a:effectLst/>
                        <a:latin typeface="Arial" panose="020B06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endParaRPr lang="en-US" sz="600" b="1" i="0" u="none" strike="noStrike">
                        <a:solidFill>
                          <a:srgbClr val="7F7F7F"/>
                        </a:solidFill>
                        <a:effectLst/>
                        <a:latin typeface="Arial" panose="020B06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endParaRPr lang="en-US" sz="600" b="1" i="0" u="none" strike="noStrike">
                        <a:solidFill>
                          <a:srgbClr val="7F7F7F"/>
                        </a:solidFill>
                        <a:effectLst/>
                        <a:latin typeface="Arial" panose="020B06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endParaRPr lang="en-US" sz="600" b="1" i="0" u="none" strike="noStrike">
                        <a:solidFill>
                          <a:srgbClr val="7F7F7F"/>
                        </a:solidFill>
                        <a:effectLst/>
                        <a:latin typeface="Arial" panose="020B06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endParaRPr lang="en-US" sz="600" b="1" i="0" u="none" strike="noStrike">
                        <a:solidFill>
                          <a:srgbClr val="7F7F7F"/>
                        </a:solidFill>
                        <a:effectLst/>
                        <a:latin typeface="Arial" panose="020B06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3111024215"/>
                  </a:ext>
                </a:extLst>
              </a:tr>
              <a:tr h="323319">
                <a:tc vMerge="1">
                  <a:txBody>
                    <a:bodyPr/>
                    <a:lstStyle/>
                    <a:p>
                      <a:endParaRPr lang="en-US"/>
                    </a:p>
                  </a:txBody>
                  <a:tcPr/>
                </a:tc>
                <a:tc>
                  <a:txBody>
                    <a:bodyPr/>
                    <a:lstStyle/>
                    <a:p>
                      <a:pPr algn="l" rtl="0" fontAlgn="t">
                        <a:buNone/>
                      </a:pPr>
                      <a:r>
                        <a:rPr lang="en-US" sz="900" b="1" i="0" u="none" strike="noStrike">
                          <a:solidFill>
                            <a:srgbClr val="153D64"/>
                          </a:solidFill>
                          <a:effectLst/>
                          <a:latin typeface="Aptos Narrow" panose="020B0004020202020204" pitchFamily="34" charset="0"/>
                        </a:rPr>
                        <a:t>Pipeline Setup</a:t>
                      </a:r>
                    </a:p>
                  </a:txBody>
                  <a:tcPr marL="6350" marR="6350" marT="635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r>
                        <a:rPr lang="en-US" sz="1800" b="0" i="0" u="none" strike="noStrike">
                          <a:solidFill>
                            <a:srgbClr val="000000"/>
                          </a:solidFill>
                          <a:effectLst/>
                          <a:latin typeface="Arial" panose="020B0604020202020204" pitchFamily="34"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15C98"/>
                    </a:solidFill>
                  </a:tcPr>
                </a:tc>
                <a:tc>
                  <a:txBody>
                    <a:bodyPr/>
                    <a:lstStyle/>
                    <a:p>
                      <a:pPr algn="l" fontAlgn="b">
                        <a:buNone/>
                      </a:pPr>
                      <a:r>
                        <a:rPr lang="en-US" sz="1800" b="0" i="0" u="none" strike="noStrike">
                          <a:solidFill>
                            <a:srgbClr val="000000"/>
                          </a:solidFill>
                          <a:effectLst/>
                          <a:latin typeface="Arial" panose="020B0604020202020204" pitchFamily="34"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15C98"/>
                    </a:solidFill>
                  </a:tcPr>
                </a:tc>
                <a:tc gridSpan="2">
                  <a:txBody>
                    <a:bodyPr/>
                    <a:lstStyle/>
                    <a:p>
                      <a:pPr algn="l" fontAlgn="b">
                        <a:buNone/>
                      </a:pPr>
                      <a:r>
                        <a:rPr lang="en-US" sz="1800" b="0" i="0" u="none" strike="noStrike">
                          <a:solidFill>
                            <a:srgbClr val="000000"/>
                          </a:solidFill>
                          <a:effectLst/>
                          <a:latin typeface="Arial" panose="020B0604020202020204" pitchFamily="34"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15C98"/>
                    </a:solidFill>
                  </a:tcPr>
                </a:tc>
                <a:tc hMerge="1">
                  <a:txBody>
                    <a:bodyPr/>
                    <a:lstStyle/>
                    <a:p>
                      <a:endParaRPr lang="en-US"/>
                    </a:p>
                  </a:txBody>
                  <a:tcPr/>
                </a:tc>
                <a:tc>
                  <a:txBody>
                    <a:bodyPr/>
                    <a:lstStyle/>
                    <a:p>
                      <a:pPr algn="l" fontAlgn="b">
                        <a:buNone/>
                      </a:pPr>
                      <a:r>
                        <a:rPr lang="en-US" sz="1800" b="0" i="0" u="none" strike="noStrike">
                          <a:solidFill>
                            <a:srgbClr val="000000"/>
                          </a:solidFill>
                          <a:effectLst/>
                          <a:latin typeface="Arial" panose="020B0604020202020204" pitchFamily="34"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15C98"/>
                    </a:solidFill>
                  </a:tcPr>
                </a:tc>
                <a:tc>
                  <a:txBody>
                    <a:bodyPr/>
                    <a:lstStyle/>
                    <a:p>
                      <a:pPr algn="ctr" rtl="0" fontAlgn="ctr">
                        <a:buNone/>
                      </a:pPr>
                      <a:r>
                        <a:rPr lang="en-US" sz="600" b="1" i="0" u="none" strike="noStrike">
                          <a:solidFill>
                            <a:srgbClr val="7F7F7F"/>
                          </a:solidFill>
                          <a:effectLst/>
                          <a:latin typeface="Arial" panose="020B0604020202020204" pitchFamily="34" charset="0"/>
                        </a:rPr>
                        <a:t>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n-US" sz="600" b="1" i="0" u="none" strike="noStrike">
                          <a:solidFill>
                            <a:srgbClr val="7F7F7F"/>
                          </a:solidFill>
                          <a:effectLst/>
                          <a:latin typeface="Arial" panose="020B0604020202020204" pitchFamily="34" charset="0"/>
                        </a:rPr>
                        <a:t>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n-US" sz="600" b="1" i="0" u="none" strike="noStrike">
                          <a:solidFill>
                            <a:srgbClr val="7F7F7F"/>
                          </a:solidFill>
                          <a:effectLst/>
                          <a:latin typeface="Arial" panose="020B0604020202020204" pitchFamily="34" charset="0"/>
                        </a:rPr>
                        <a:t>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n-US" sz="600" b="1" i="0" u="none" strike="noStrike">
                          <a:solidFill>
                            <a:srgbClr val="7F7F7F"/>
                          </a:solidFill>
                          <a:effectLst/>
                          <a:latin typeface="Arial" panose="020B0604020202020204" pitchFamily="34" charset="0"/>
                        </a:rPr>
                        <a:t>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n-US" sz="600" b="1" i="0" u="none" strike="noStrike">
                          <a:solidFill>
                            <a:srgbClr val="7F7F7F"/>
                          </a:solidFill>
                          <a:effectLst/>
                          <a:latin typeface="Arial" panose="020B0604020202020204" pitchFamily="34" charset="0"/>
                        </a:rPr>
                        <a:t>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n-US" sz="600" b="1" i="0" u="none" strike="noStrike">
                          <a:solidFill>
                            <a:srgbClr val="7F7F7F"/>
                          </a:solidFill>
                          <a:effectLst/>
                          <a:latin typeface="Arial" panose="020B0604020202020204" pitchFamily="34" charset="0"/>
                        </a:rPr>
                        <a:t>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n-US" sz="600" b="1" i="0" u="none" strike="noStrike">
                          <a:solidFill>
                            <a:srgbClr val="7F7F7F"/>
                          </a:solidFill>
                          <a:effectLst/>
                          <a:latin typeface="Arial" panose="020B0604020202020204" pitchFamily="34" charset="0"/>
                        </a:rPr>
                        <a:t>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n-US" sz="600" b="1" i="0" u="none" strike="noStrike">
                          <a:solidFill>
                            <a:srgbClr val="7F7F7F"/>
                          </a:solidFill>
                          <a:effectLst/>
                          <a:latin typeface="Arial" panose="020B0604020202020204" pitchFamily="34" charset="0"/>
                        </a:rPr>
                        <a:t>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n-US" sz="600" b="1" i="0" u="none" strike="noStrike">
                          <a:solidFill>
                            <a:srgbClr val="7F7F7F"/>
                          </a:solidFill>
                          <a:effectLst/>
                          <a:latin typeface="Arial" panose="020B0604020202020204" pitchFamily="34" charset="0"/>
                        </a:rPr>
                        <a:t>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n-US" sz="600" b="1" i="0" u="none" strike="noStrike">
                          <a:solidFill>
                            <a:srgbClr val="7F7F7F"/>
                          </a:solidFill>
                          <a:effectLst/>
                          <a:latin typeface="Arial" panose="020B0604020202020204" pitchFamily="34" charset="0"/>
                        </a:rPr>
                        <a:t>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n-US" sz="600" b="1" i="0" u="none" strike="noStrike">
                          <a:solidFill>
                            <a:srgbClr val="7F7F7F"/>
                          </a:solidFill>
                          <a:effectLst/>
                          <a:latin typeface="Arial" panose="020B0604020202020204" pitchFamily="34" charset="0"/>
                        </a:rPr>
                        <a:t>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n-US" sz="600" b="1" i="0" u="none" strike="noStrike" dirty="0">
                          <a:solidFill>
                            <a:srgbClr val="7F7F7F"/>
                          </a:solidFill>
                          <a:effectLst/>
                          <a:latin typeface="Arial" panose="020B0604020202020204" pitchFamily="34" charset="0"/>
                        </a:rPr>
                        <a:t>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n-US" sz="600" b="1" i="0" u="none" strike="noStrike" dirty="0">
                          <a:solidFill>
                            <a:srgbClr val="7F7F7F"/>
                          </a:solidFill>
                          <a:effectLst/>
                          <a:latin typeface="Arial" panose="020B0604020202020204" pitchFamily="34" charset="0"/>
                        </a:rPr>
                        <a:t>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n-US" sz="600" b="1" i="0" u="none" strike="noStrike">
                          <a:solidFill>
                            <a:srgbClr val="7F7F7F"/>
                          </a:solidFill>
                          <a:effectLst/>
                          <a:latin typeface="Arial" panose="020B0604020202020204" pitchFamily="34" charset="0"/>
                        </a:rPr>
                        <a:t>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endParaRPr lang="en-US" sz="600" b="1" i="0" u="none" strike="noStrike">
                        <a:solidFill>
                          <a:srgbClr val="7F7F7F"/>
                        </a:solidFill>
                        <a:effectLst/>
                        <a:latin typeface="Arial" panose="020B06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endParaRPr lang="en-US" sz="600" b="1" i="0" u="none" strike="noStrike">
                        <a:solidFill>
                          <a:srgbClr val="7F7F7F"/>
                        </a:solidFill>
                        <a:effectLst/>
                        <a:latin typeface="Arial" panose="020B06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endParaRPr lang="en-US" sz="600" b="1" i="0" u="none" strike="noStrike">
                        <a:solidFill>
                          <a:srgbClr val="7F7F7F"/>
                        </a:solidFill>
                        <a:effectLst/>
                        <a:latin typeface="Arial" panose="020B06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endParaRPr lang="en-US" sz="600" b="1" i="0" u="none" strike="noStrike">
                        <a:solidFill>
                          <a:srgbClr val="7F7F7F"/>
                        </a:solidFill>
                        <a:effectLst/>
                        <a:latin typeface="Arial" panose="020B06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endParaRPr lang="en-US" sz="600" b="1" i="0" u="none" strike="noStrike">
                        <a:solidFill>
                          <a:srgbClr val="7F7F7F"/>
                        </a:solidFill>
                        <a:effectLst/>
                        <a:latin typeface="Arial" panose="020B06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endParaRPr lang="en-US" sz="600" b="1" i="0" u="none" strike="noStrike">
                        <a:solidFill>
                          <a:srgbClr val="7F7F7F"/>
                        </a:solidFill>
                        <a:effectLst/>
                        <a:latin typeface="Arial" panose="020B06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endParaRPr lang="en-US" sz="600" b="1" i="0" u="none" strike="noStrike">
                        <a:solidFill>
                          <a:srgbClr val="7F7F7F"/>
                        </a:solidFill>
                        <a:effectLst/>
                        <a:latin typeface="Arial" panose="020B06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endParaRPr lang="en-US" sz="600" b="1" i="0" u="none" strike="noStrike">
                        <a:solidFill>
                          <a:srgbClr val="7F7F7F"/>
                        </a:solidFill>
                        <a:effectLst/>
                        <a:latin typeface="Arial" panose="020B06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endParaRPr lang="en-US" sz="600" b="1" i="0" u="none" strike="noStrike">
                        <a:solidFill>
                          <a:srgbClr val="7F7F7F"/>
                        </a:solidFill>
                        <a:effectLst/>
                        <a:latin typeface="Arial" panose="020B06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endParaRPr lang="en-US" sz="600" b="1" i="0" u="none" strike="noStrike">
                        <a:solidFill>
                          <a:srgbClr val="7F7F7F"/>
                        </a:solidFill>
                        <a:effectLst/>
                        <a:latin typeface="Arial" panose="020B06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endParaRPr lang="en-US" sz="600" b="1" i="0" u="none" strike="noStrike">
                        <a:solidFill>
                          <a:srgbClr val="7F7F7F"/>
                        </a:solidFill>
                        <a:effectLst/>
                        <a:latin typeface="Arial" panose="020B06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endParaRPr lang="en-US" sz="600" b="1" i="0" u="none" strike="noStrike">
                        <a:solidFill>
                          <a:srgbClr val="7F7F7F"/>
                        </a:solidFill>
                        <a:effectLst/>
                        <a:latin typeface="Arial" panose="020B06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endParaRPr lang="en-US" sz="600" b="1" i="0" u="none" strike="noStrike">
                        <a:solidFill>
                          <a:srgbClr val="7F7F7F"/>
                        </a:solidFill>
                        <a:effectLst/>
                        <a:latin typeface="Arial" panose="020B06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3311897388"/>
                  </a:ext>
                </a:extLst>
              </a:tr>
              <a:tr h="291704">
                <a:tc rowSpan="4">
                  <a:txBody>
                    <a:bodyPr/>
                    <a:lstStyle/>
                    <a:p>
                      <a:pPr algn="ctr" rtl="0" fontAlgn="ctr">
                        <a:buNone/>
                      </a:pPr>
                      <a:r>
                        <a:rPr lang="en-US" sz="900" b="1" i="0" u="none" strike="noStrike">
                          <a:solidFill>
                            <a:srgbClr val="7F7F7F"/>
                          </a:solidFill>
                          <a:effectLst/>
                          <a:latin typeface="Arial" panose="020B0604020202020204" pitchFamily="34" charset="0"/>
                        </a:rPr>
                        <a:t>DMS, SFA, CRMA</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rtl="0" fontAlgn="t">
                        <a:buNone/>
                      </a:pPr>
                      <a:r>
                        <a:rPr lang="en-US" sz="900" b="1" i="0" u="none" strike="noStrike">
                          <a:solidFill>
                            <a:srgbClr val="153D64"/>
                          </a:solidFill>
                          <a:effectLst/>
                          <a:latin typeface="Aptos Narrow" panose="020B0004020202020204" pitchFamily="34" charset="0"/>
                        </a:rPr>
                        <a:t>Requirement Gathering</a:t>
                      </a:r>
                    </a:p>
                  </a:txBody>
                  <a:tcPr marL="6350" marR="6350" marT="635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b">
                        <a:buNone/>
                      </a:pPr>
                      <a:r>
                        <a:rPr lang="en-US" sz="900" b="0" i="0" u="none" strike="noStrike">
                          <a:solidFill>
                            <a:srgbClr val="000000"/>
                          </a:solidFill>
                          <a:effectLst/>
                          <a:latin typeface="Aptos Narrow" panose="020B0004020202020204" pitchFamily="34"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rtl="0" fontAlgn="b">
                        <a:buNone/>
                      </a:pPr>
                      <a:r>
                        <a:rPr lang="en-US" sz="900" b="0" i="0" u="none" strike="noStrike">
                          <a:solidFill>
                            <a:srgbClr val="000000"/>
                          </a:solidFill>
                          <a:effectLst/>
                          <a:latin typeface="Aptos Narrow" panose="020B0004020202020204" pitchFamily="34"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gridSpan="2">
                  <a:txBody>
                    <a:bodyPr/>
                    <a:lstStyle/>
                    <a:p>
                      <a:pPr algn="l" rtl="0" fontAlgn="b">
                        <a:buNone/>
                      </a:pPr>
                      <a:r>
                        <a:rPr lang="en-US" sz="900" b="0" i="0" u="none" strike="noStrike">
                          <a:solidFill>
                            <a:srgbClr val="000000"/>
                          </a:solidFill>
                          <a:effectLst/>
                          <a:latin typeface="Aptos Narrow" panose="020B0004020202020204" pitchFamily="34"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hMerge="1">
                  <a:txBody>
                    <a:bodyPr/>
                    <a:lstStyle/>
                    <a:p>
                      <a:endParaRPr lang="en-US"/>
                    </a:p>
                  </a:txBody>
                  <a:tcPr/>
                </a:tc>
                <a:tc>
                  <a:txBody>
                    <a:bodyPr/>
                    <a:lstStyle/>
                    <a:p>
                      <a:pPr algn="l" rtl="0" fontAlgn="b">
                        <a:buNone/>
                      </a:pPr>
                      <a:r>
                        <a:rPr lang="en-US" sz="900" b="0" i="0" u="none" strike="noStrike">
                          <a:solidFill>
                            <a:srgbClr val="000000"/>
                          </a:solidFill>
                          <a:effectLst/>
                          <a:latin typeface="Aptos Narrow" panose="020B0004020202020204" pitchFamily="34"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rtl="0" fontAlgn="b">
                        <a:buNone/>
                      </a:pPr>
                      <a:r>
                        <a:rPr lang="en-US" sz="900" b="0" i="0" u="none" strike="noStrike">
                          <a:solidFill>
                            <a:srgbClr val="000000"/>
                          </a:solidFill>
                          <a:effectLst/>
                          <a:latin typeface="Aptos Narrow" panose="020B0004020202020204" pitchFamily="34"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rtl="0" fontAlgn="b">
                        <a:buNone/>
                      </a:pPr>
                      <a:r>
                        <a:rPr lang="en-US" sz="900" b="0" i="0" u="none" strike="noStrike">
                          <a:solidFill>
                            <a:srgbClr val="000000"/>
                          </a:solidFill>
                          <a:effectLst/>
                          <a:latin typeface="Aptos Narrow" panose="020B0004020202020204" pitchFamily="34"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rtl="0" fontAlgn="b">
                        <a:buNone/>
                      </a:pPr>
                      <a:r>
                        <a:rPr lang="en-US" sz="900" b="0" i="0" u="none" strike="noStrike">
                          <a:solidFill>
                            <a:srgbClr val="000000"/>
                          </a:solidFill>
                          <a:effectLst/>
                          <a:latin typeface="Aptos Narrow" panose="020B0004020202020204" pitchFamily="34"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rtl="0" fontAlgn="b">
                        <a:buNone/>
                      </a:pPr>
                      <a:r>
                        <a:rPr lang="en-US" sz="900" b="0" i="0" u="none" strike="noStrike">
                          <a:solidFill>
                            <a:srgbClr val="000000"/>
                          </a:solidFill>
                          <a:effectLst/>
                          <a:latin typeface="Aptos Narrow" panose="020B0004020202020204" pitchFamily="34"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rtl="0" fontAlgn="b">
                        <a:buNone/>
                      </a:pPr>
                      <a:r>
                        <a:rPr lang="en-US" sz="900" b="0" i="0" u="none" strike="noStrike">
                          <a:solidFill>
                            <a:srgbClr val="000000"/>
                          </a:solidFill>
                          <a:effectLst/>
                          <a:latin typeface="Aptos Narrow" panose="020B0004020202020204" pitchFamily="34"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rtl="0" fontAlgn="b">
                        <a:buNone/>
                      </a:pPr>
                      <a:r>
                        <a:rPr lang="en-US" sz="900" b="0" i="0" u="none" strike="noStrike">
                          <a:solidFill>
                            <a:srgbClr val="000000"/>
                          </a:solidFill>
                          <a:effectLst/>
                          <a:latin typeface="Aptos Narrow" panose="020B0004020202020204" pitchFamily="34"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rtl="0" fontAlgn="b">
                        <a:buNone/>
                      </a:pPr>
                      <a:r>
                        <a:rPr lang="en-US" sz="900" b="0" i="0" u="none" strike="noStrike">
                          <a:solidFill>
                            <a:srgbClr val="000000"/>
                          </a:solidFill>
                          <a:effectLst/>
                          <a:latin typeface="Aptos Narrow" panose="020B0004020202020204" pitchFamily="34"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rtl="0" fontAlgn="b">
                        <a:buNone/>
                      </a:pPr>
                      <a:r>
                        <a:rPr lang="en-US" sz="900" b="0" i="0" u="none" strike="noStrike">
                          <a:solidFill>
                            <a:srgbClr val="000000"/>
                          </a:solidFill>
                          <a:effectLst/>
                          <a:latin typeface="Aptos Narrow" panose="020B0004020202020204" pitchFamily="34"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rtl="0" fontAlgn="b">
                        <a:buNone/>
                      </a:pPr>
                      <a:r>
                        <a:rPr lang="en-US" sz="900" b="0" i="0" u="none" strike="noStrike">
                          <a:solidFill>
                            <a:srgbClr val="000000"/>
                          </a:solidFill>
                          <a:effectLst/>
                          <a:latin typeface="Aptos Narrow" panose="020B0004020202020204" pitchFamily="34"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b">
                        <a:buNone/>
                      </a:pPr>
                      <a:r>
                        <a:rPr lang="en-US" sz="900" b="0" i="0" u="none" strike="noStrike">
                          <a:solidFill>
                            <a:srgbClr val="000000"/>
                          </a:solidFill>
                          <a:effectLst/>
                          <a:latin typeface="Aptos Narrow" panose="020B0004020202020204" pitchFamily="34"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b">
                        <a:buNone/>
                      </a:pPr>
                      <a:r>
                        <a:rPr lang="en-US" sz="900" b="0" i="0" u="none" strike="noStrike">
                          <a:solidFill>
                            <a:srgbClr val="000000"/>
                          </a:solidFill>
                          <a:effectLst/>
                          <a:latin typeface="Aptos Narrow" panose="020B0004020202020204" pitchFamily="34"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Aptos Narrow" panose="020B0004020202020204" pitchFamily="34"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Aptos Narrow" panose="020B0004020202020204" pitchFamily="34"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Aptos Narrow" panose="020B0004020202020204" pitchFamily="34"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37051762"/>
                  </a:ext>
                </a:extLst>
              </a:tr>
              <a:tr h="323319">
                <a:tc vMerge="1">
                  <a:txBody>
                    <a:bodyPr/>
                    <a:lstStyle/>
                    <a:p>
                      <a:endParaRPr lang="en-US"/>
                    </a:p>
                  </a:txBody>
                  <a:tcPr/>
                </a:tc>
                <a:tc>
                  <a:txBody>
                    <a:bodyPr/>
                    <a:lstStyle/>
                    <a:p>
                      <a:pPr algn="l" rtl="0" fontAlgn="t">
                        <a:buNone/>
                      </a:pPr>
                      <a:r>
                        <a:rPr lang="en-US" sz="900" b="1" i="0" u="none" strike="noStrike">
                          <a:solidFill>
                            <a:srgbClr val="153D64"/>
                          </a:solidFill>
                          <a:effectLst/>
                          <a:latin typeface="Aptos Narrow" panose="020B0004020202020204" pitchFamily="34" charset="0"/>
                        </a:rPr>
                        <a:t>Design</a:t>
                      </a:r>
                    </a:p>
                  </a:txBody>
                  <a:tcPr marL="6350" marR="6350" marT="635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r>
                        <a:rPr lang="en-US" sz="1800" b="0" i="0" u="none" strike="noStrike">
                          <a:solidFill>
                            <a:srgbClr val="000000"/>
                          </a:solidFill>
                          <a:effectLst/>
                          <a:latin typeface="Arial" panose="020B0604020202020204" pitchFamily="34"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algn="l" fontAlgn="b">
                        <a:buNone/>
                      </a:pPr>
                      <a:r>
                        <a:rPr lang="en-US" sz="1800" b="0" i="0" u="none" strike="noStrike">
                          <a:solidFill>
                            <a:srgbClr val="000000"/>
                          </a:solidFill>
                          <a:effectLst/>
                          <a:latin typeface="Arial" panose="020B0604020202020204" pitchFamily="34"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gridSpan="2">
                  <a:txBody>
                    <a:bodyPr/>
                    <a:lstStyle/>
                    <a:p>
                      <a:pPr algn="l" fontAlgn="b">
                        <a:buNone/>
                      </a:pPr>
                      <a:r>
                        <a:rPr lang="en-US" sz="1800" b="0" i="0" u="none" strike="noStrike">
                          <a:solidFill>
                            <a:srgbClr val="000000"/>
                          </a:solidFill>
                          <a:effectLst/>
                          <a:latin typeface="Arial" panose="020B0604020202020204" pitchFamily="34"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hMerge="1">
                  <a:txBody>
                    <a:bodyPr/>
                    <a:lstStyle/>
                    <a:p>
                      <a:endParaRPr lang="en-US"/>
                    </a:p>
                  </a:txBody>
                  <a:tcPr/>
                </a:tc>
                <a:tc>
                  <a:txBody>
                    <a:bodyPr/>
                    <a:lstStyle/>
                    <a:p>
                      <a:pPr algn="l" fontAlgn="b">
                        <a:buNone/>
                      </a:pPr>
                      <a:r>
                        <a:rPr lang="en-US" sz="1800" b="0" i="0" u="none" strike="noStrike">
                          <a:solidFill>
                            <a:srgbClr val="000000"/>
                          </a:solidFill>
                          <a:effectLst/>
                          <a:latin typeface="Arial" panose="020B0604020202020204" pitchFamily="34"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b">
                        <a:buNone/>
                      </a:pPr>
                      <a:r>
                        <a:rPr lang="en-US" sz="1800" b="0" i="0" u="none" strike="noStrike">
                          <a:solidFill>
                            <a:srgbClr val="000000"/>
                          </a:solidFill>
                          <a:effectLst/>
                          <a:latin typeface="Arial" panose="020B0604020202020204" pitchFamily="34"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b">
                        <a:buNone/>
                      </a:pPr>
                      <a:r>
                        <a:rPr lang="en-US" sz="1800" b="0" i="0" u="none" strike="noStrike">
                          <a:solidFill>
                            <a:srgbClr val="000000"/>
                          </a:solidFill>
                          <a:effectLst/>
                          <a:latin typeface="Arial" panose="020B0604020202020204" pitchFamily="34"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b">
                        <a:buNone/>
                      </a:pPr>
                      <a:r>
                        <a:rPr lang="en-US" sz="1800" b="0" i="0" u="none" strike="noStrike">
                          <a:solidFill>
                            <a:srgbClr val="000000"/>
                          </a:solidFill>
                          <a:effectLst/>
                          <a:latin typeface="Arial" panose="020B0604020202020204" pitchFamily="34"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b">
                        <a:buNone/>
                      </a:pPr>
                      <a:r>
                        <a:rPr lang="en-US" sz="1800" b="0" i="0" u="none" strike="noStrike" dirty="0">
                          <a:solidFill>
                            <a:srgbClr val="000000"/>
                          </a:solidFill>
                          <a:effectLst/>
                          <a:latin typeface="Arial" panose="020B0604020202020204" pitchFamily="34"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b">
                        <a:buNone/>
                      </a:pPr>
                      <a:r>
                        <a:rPr lang="en-US" sz="1800" b="0" i="0" u="none" strike="noStrike" dirty="0">
                          <a:solidFill>
                            <a:srgbClr val="000000"/>
                          </a:solidFill>
                          <a:effectLst/>
                          <a:latin typeface="Arial" panose="020B0604020202020204" pitchFamily="34"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b">
                        <a:buNone/>
                      </a:pPr>
                      <a:r>
                        <a:rPr lang="en-US" sz="1800" b="0" i="0" u="none" strike="noStrike">
                          <a:solidFill>
                            <a:srgbClr val="000000"/>
                          </a:solidFill>
                          <a:effectLst/>
                          <a:latin typeface="Arial" panose="020B0604020202020204" pitchFamily="34"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b">
                        <a:buNone/>
                      </a:pPr>
                      <a:r>
                        <a:rPr lang="en-US" sz="1800" b="0" i="0" u="none" strike="noStrike">
                          <a:solidFill>
                            <a:srgbClr val="000000"/>
                          </a:solidFill>
                          <a:effectLst/>
                          <a:latin typeface="Arial" panose="020B0604020202020204" pitchFamily="34"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b">
                        <a:buNone/>
                      </a:pPr>
                      <a:r>
                        <a:rPr lang="en-US" sz="1800" b="0" i="0" u="none" strike="noStrike">
                          <a:solidFill>
                            <a:srgbClr val="000000"/>
                          </a:solidFill>
                          <a:effectLst/>
                          <a:latin typeface="Arial" panose="020B0604020202020204" pitchFamily="34"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b">
                        <a:buNone/>
                      </a:pPr>
                      <a:r>
                        <a:rPr lang="en-US" sz="1800" b="0" i="0" u="none" strike="noStrike">
                          <a:solidFill>
                            <a:srgbClr val="000000"/>
                          </a:solidFill>
                          <a:effectLst/>
                          <a:latin typeface="Arial" panose="020B0604020202020204" pitchFamily="34"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r>
                        <a:rPr lang="en-US" sz="1800" b="0" i="0" u="none" strike="noStrike">
                          <a:solidFill>
                            <a:srgbClr val="000000"/>
                          </a:solidFill>
                          <a:effectLst/>
                          <a:latin typeface="Arial" panose="020B0604020202020204" pitchFamily="34"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r>
                        <a:rPr lang="en-US" sz="1800" b="0" i="0" u="none" strike="noStrike">
                          <a:solidFill>
                            <a:srgbClr val="000000"/>
                          </a:solidFill>
                          <a:effectLst/>
                          <a:latin typeface="Arial" panose="020B0604020202020204" pitchFamily="34"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Aptos Narrow" panose="020B0004020202020204" pitchFamily="34"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Aptos Narrow" panose="020B0004020202020204" pitchFamily="34"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r>
                        <a:rPr lang="en-US" sz="1100" b="0" i="0" u="none" strike="noStrike" dirty="0">
                          <a:solidFill>
                            <a:srgbClr val="000000"/>
                          </a:solidFill>
                          <a:effectLst/>
                          <a:latin typeface="Aptos Narrow" panose="020B0004020202020204" pitchFamily="34"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00509508"/>
                  </a:ext>
                </a:extLst>
              </a:tr>
              <a:tr h="348171">
                <a:tc vMerge="1">
                  <a:txBody>
                    <a:bodyPr/>
                    <a:lstStyle/>
                    <a:p>
                      <a:endParaRPr lang="en-US"/>
                    </a:p>
                  </a:txBody>
                  <a:tcPr/>
                </a:tc>
                <a:tc>
                  <a:txBody>
                    <a:bodyPr/>
                    <a:lstStyle/>
                    <a:p>
                      <a:pPr algn="l" rtl="0" fontAlgn="t">
                        <a:buNone/>
                      </a:pPr>
                      <a:r>
                        <a:rPr lang="en-US" sz="900" b="1" i="0" u="none" strike="noStrike">
                          <a:solidFill>
                            <a:srgbClr val="153D64"/>
                          </a:solidFill>
                          <a:effectLst/>
                          <a:latin typeface="Aptos Narrow" panose="020B0004020202020204" pitchFamily="34" charset="0"/>
                        </a:rPr>
                        <a:t>Planned -Build Sprints</a:t>
                      </a:r>
                    </a:p>
                  </a:txBody>
                  <a:tcPr marL="6350" marR="6350" marT="635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b">
                        <a:buNone/>
                      </a:pPr>
                      <a:r>
                        <a:rPr lang="en-US" sz="900" b="0" i="0" u="none" strike="noStrike">
                          <a:solidFill>
                            <a:srgbClr val="000000"/>
                          </a:solidFill>
                          <a:effectLst/>
                          <a:latin typeface="Aptos Narrow" panose="020B0004020202020204" pitchFamily="34"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gridSpan="3">
                  <a:txBody>
                    <a:bodyPr/>
                    <a:lstStyle/>
                    <a:p>
                      <a:pPr algn="ctr" rtl="0" fontAlgn="b">
                        <a:buNone/>
                      </a:pPr>
                      <a:r>
                        <a:rPr lang="en-US" sz="900" b="0" i="0" u="none" strike="noStrike" dirty="0">
                          <a:solidFill>
                            <a:srgbClr val="000000"/>
                          </a:solidFill>
                          <a:effectLst/>
                          <a:latin typeface="Aptos Narrow" panose="020B0004020202020204" pitchFamily="34" charset="0"/>
                        </a:rPr>
                        <a:t>Sprint 1</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E6F5"/>
                    </a:solidFill>
                  </a:tcPr>
                </a:tc>
                <a:tc hMerge="1">
                  <a:txBody>
                    <a:bodyPr/>
                    <a:lstStyle/>
                    <a:p>
                      <a:endParaRPr lang="en-US"/>
                    </a:p>
                  </a:txBody>
                  <a:tcPr/>
                </a:tc>
                <a:tc hMerge="1">
                  <a:txBody>
                    <a:bodyPr/>
                    <a:lstStyle/>
                    <a:p>
                      <a:endParaRPr lang="en-US"/>
                    </a:p>
                  </a:txBody>
                  <a:tcPr/>
                </a:tc>
                <a:tc gridSpan="2">
                  <a:txBody>
                    <a:bodyPr/>
                    <a:lstStyle/>
                    <a:p>
                      <a:pPr algn="ctr" rtl="0" fontAlgn="b">
                        <a:buNone/>
                      </a:pPr>
                      <a:r>
                        <a:rPr lang="en-US" sz="900" b="0" i="0" u="none" strike="noStrike" dirty="0">
                          <a:solidFill>
                            <a:srgbClr val="000000"/>
                          </a:solidFill>
                          <a:effectLst/>
                          <a:latin typeface="Aptos Narrow" panose="020B0004020202020204" pitchFamily="34" charset="0"/>
                        </a:rPr>
                        <a:t>Sprint 2</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E6F5"/>
                    </a:solidFill>
                  </a:tcPr>
                </a:tc>
                <a:tc hMerge="1">
                  <a:txBody>
                    <a:bodyPr/>
                    <a:lstStyle/>
                    <a:p>
                      <a:endParaRPr lang="en-US"/>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gridSpan="2">
                  <a:txBody>
                    <a:bodyPr/>
                    <a:lstStyle/>
                    <a:p>
                      <a:pPr algn="ctr" rtl="0" fontAlgn="b">
                        <a:buNone/>
                      </a:pPr>
                      <a:r>
                        <a:rPr lang="en-US" sz="900" b="0" i="0" u="none" strike="noStrike" dirty="0">
                          <a:solidFill>
                            <a:srgbClr val="000000"/>
                          </a:solidFill>
                          <a:effectLst/>
                          <a:latin typeface="Aptos Narrow" panose="020B0004020202020204" pitchFamily="34" charset="0"/>
                        </a:rPr>
                        <a:t>Sprint 3</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E6F5"/>
                    </a:solidFill>
                  </a:tcPr>
                </a:tc>
                <a:tc hMerge="1">
                  <a:txBody>
                    <a:bodyPr/>
                    <a:lstStyle/>
                    <a:p>
                      <a:endParaRPr lang="en-US"/>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gridSpan="2">
                  <a:txBody>
                    <a:bodyPr/>
                    <a:lstStyle/>
                    <a:p>
                      <a:pPr algn="ctr" rtl="0" fontAlgn="b">
                        <a:buNone/>
                      </a:pPr>
                      <a:r>
                        <a:rPr lang="en-US" sz="900" b="0" i="0" u="none" strike="noStrike">
                          <a:solidFill>
                            <a:srgbClr val="000000"/>
                          </a:solidFill>
                          <a:effectLst/>
                          <a:latin typeface="Aptos Narrow" panose="020B0004020202020204" pitchFamily="34" charset="0"/>
                        </a:rPr>
                        <a:t>Sprint 4</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E6F5"/>
                    </a:solidFill>
                  </a:tcPr>
                </a:tc>
                <a:tc hMerge="1">
                  <a:txBody>
                    <a:bodyPr/>
                    <a:lstStyle/>
                    <a:p>
                      <a:endParaRPr lang="en-US"/>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gridSpan="2">
                  <a:txBody>
                    <a:bodyPr/>
                    <a:lstStyle/>
                    <a:p>
                      <a:pPr algn="ctr" rtl="0" fontAlgn="b">
                        <a:buNone/>
                      </a:pPr>
                      <a:r>
                        <a:rPr lang="en-US" sz="900" b="0" i="0" u="none" strike="noStrike">
                          <a:solidFill>
                            <a:srgbClr val="000000"/>
                          </a:solidFill>
                          <a:effectLst/>
                          <a:latin typeface="Aptos Narrow" panose="020B0004020202020204" pitchFamily="34" charset="0"/>
                        </a:rPr>
                        <a:t>Sprint 5</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E6F5"/>
                    </a:solidFill>
                  </a:tcPr>
                </a:tc>
                <a:tc hMerge="1">
                  <a:txBody>
                    <a:bodyPr/>
                    <a:lstStyle/>
                    <a:p>
                      <a:endParaRPr lang="en-US"/>
                    </a:p>
                  </a:txBody>
                  <a:tcPr/>
                </a:tc>
                <a:tc>
                  <a:txBody>
                    <a:bodyPr/>
                    <a:lstStyle/>
                    <a:p>
                      <a:pPr algn="l" rtl="0" fontAlgn="b">
                        <a:buNone/>
                      </a:pPr>
                      <a:r>
                        <a:rPr lang="en-US" sz="900" b="0" i="0" u="none" strike="noStrike" dirty="0">
                          <a:solidFill>
                            <a:srgbClr val="000000"/>
                          </a:solidFill>
                          <a:effectLst/>
                          <a:latin typeface="Aptos Narrow" panose="020B0004020202020204" pitchFamily="34"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rtl="0" fontAlgn="b">
                        <a:buNone/>
                      </a:pPr>
                      <a:r>
                        <a:rPr lang="en-US" sz="900" b="0" i="0" u="none" strike="noStrike" dirty="0">
                          <a:solidFill>
                            <a:srgbClr val="000000"/>
                          </a:solidFill>
                          <a:effectLst/>
                          <a:latin typeface="Aptos Narrow" panose="020B0004020202020204" pitchFamily="34"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b">
                        <a:buNone/>
                      </a:pPr>
                      <a:r>
                        <a:rPr lang="en-US" sz="900" b="0" i="0" u="none" strike="noStrike" dirty="0">
                          <a:solidFill>
                            <a:srgbClr val="000000"/>
                          </a:solidFill>
                          <a:effectLst/>
                          <a:latin typeface="Aptos Narrow" panose="020B0004020202020204" pitchFamily="34"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b">
                        <a:buNone/>
                      </a:pPr>
                      <a:r>
                        <a:rPr lang="en-US" sz="900" b="0" i="0" u="none" strike="noStrike" dirty="0">
                          <a:solidFill>
                            <a:srgbClr val="000000"/>
                          </a:solidFill>
                          <a:effectLst/>
                          <a:latin typeface="Aptos Narrow" panose="020B0004020202020204" pitchFamily="34"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r>
                        <a:rPr lang="en-US" sz="1100" b="0" i="0" u="none" strike="noStrike" dirty="0">
                          <a:solidFill>
                            <a:srgbClr val="000000"/>
                          </a:solidFill>
                          <a:effectLst/>
                          <a:latin typeface="Aptos Narrow" panose="020B0004020202020204" pitchFamily="34"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Aptos Narrow" panose="020B0004020202020204" pitchFamily="34"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Aptos Narrow" panose="020B0004020202020204" pitchFamily="34"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1100" b="0" i="0" u="none" strike="noStrike" dirty="0">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1100" b="0" i="0" u="none" strike="noStrike" dirty="0">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51788281"/>
                  </a:ext>
                </a:extLst>
              </a:tr>
              <a:tr h="399939">
                <a:tc vMerge="1">
                  <a:txBody>
                    <a:bodyPr/>
                    <a:lstStyle/>
                    <a:p>
                      <a:pPr algn="ctr" rtl="0" fontAlgn="ctr">
                        <a:buNone/>
                      </a:pPr>
                      <a:endParaRPr lang="en-US" sz="900" b="1" i="0" u="none" strike="noStrike">
                        <a:solidFill>
                          <a:srgbClr val="7F7F7F"/>
                        </a:solidFill>
                        <a:effectLst/>
                        <a:latin typeface="Arial" panose="020B06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US" sz="900" b="1" i="0" u="none" strike="noStrike">
                          <a:solidFill>
                            <a:srgbClr val="153D64"/>
                          </a:solidFill>
                          <a:effectLst/>
                          <a:highlight>
                            <a:srgbClr val="FFFF00"/>
                          </a:highlight>
                          <a:latin typeface="Aptos Narrow" panose="020B0004020202020204" pitchFamily="34" charset="0"/>
                        </a:rPr>
                        <a:t>Actual -Build Sprints</a:t>
                      </a:r>
                    </a:p>
                    <a:p>
                      <a:pPr algn="l" rtl="0" fontAlgn="t">
                        <a:buNone/>
                      </a:pPr>
                      <a:endParaRPr lang="en-US" sz="900" b="1" i="0" u="none" strike="noStrike">
                        <a:solidFill>
                          <a:srgbClr val="153D64"/>
                        </a:solidFill>
                        <a:effectLst/>
                        <a:latin typeface="Aptos Narrow" panose="020B0004020202020204" pitchFamily="34" charset="0"/>
                      </a:endParaRPr>
                    </a:p>
                  </a:txBody>
                  <a:tcPr marL="6350" marR="6350" marT="635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b">
                        <a:buNone/>
                      </a:pPr>
                      <a:endParaRPr lang="en-US" sz="900" b="0" i="0" u="none" strike="noStrike" dirty="0">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gridSpan="5">
                  <a:txBody>
                    <a:bodyPr/>
                    <a:lstStyle/>
                    <a:p>
                      <a:pPr algn="ctr" rtl="0" fontAlgn="b">
                        <a:buNone/>
                      </a:pPr>
                      <a:r>
                        <a:rPr lang="en-US" sz="900" b="0" i="0" u="none" strike="noStrike" dirty="0">
                          <a:solidFill>
                            <a:srgbClr val="000000"/>
                          </a:solidFill>
                          <a:effectLst/>
                          <a:latin typeface="Aptos Narrow" panose="020B0004020202020204" pitchFamily="34" charset="0"/>
                        </a:rPr>
                        <a:t>Sprint 1</a:t>
                      </a:r>
                    </a:p>
                  </a:txBody>
                  <a:tcPr marL="6350" marR="6350" marT="6350"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AF2D0"/>
                    </a:solidFill>
                  </a:tcPr>
                </a:tc>
                <a:tc hMerge="1">
                  <a:txBody>
                    <a:bodyPr/>
                    <a:lstStyle/>
                    <a:p>
                      <a:endParaRPr lang="en-US"/>
                    </a:p>
                  </a:txBody>
                  <a:tcPr/>
                </a:tc>
                <a:tc hMerge="1">
                  <a:txBody>
                    <a:bodyPr/>
                    <a:lstStyle/>
                    <a:p>
                      <a:endParaRPr lang="en-US"/>
                    </a:p>
                  </a:txBody>
                  <a:tcPr/>
                </a:tc>
                <a:tc hMerge="1">
                  <a:txBody>
                    <a:bodyPr/>
                    <a:lstStyle/>
                    <a:p>
                      <a:endParaRPr/>
                    </a:p>
                  </a:txBody>
                  <a:tcPr marL="6350" marR="6350" marT="6350"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E6F5"/>
                    </a:solidFill>
                  </a:tcPr>
                </a:tc>
                <a:tc hMerge="1">
                  <a:txBody>
                    <a:bodyPr/>
                    <a:lstStyle/>
                    <a:p>
                      <a:endParaRPr lang="en-US"/>
                    </a:p>
                  </a:txBody>
                  <a:tcPr marL="6350" marR="6350" marT="6350" marB="0" anchor="ctr">
                    <a:lnB w="12700" cap="flat" cmpd="sng" algn="ctr">
                      <a:solidFill>
                        <a:schemeClr val="tx1"/>
                      </a:solidFill>
                      <a:prstDash val="solid"/>
                      <a:round/>
                      <a:headEnd type="none" w="med" len="med"/>
                      <a:tailEnd type="none" w="med" len="med"/>
                    </a:lnB>
                    <a:solidFill>
                      <a:srgbClr val="C0E6F5"/>
                    </a:solidFill>
                  </a:tcPr>
                </a:tc>
                <a:tc gridSpan="4">
                  <a:txBody>
                    <a:bodyPr/>
                    <a:lstStyle/>
                    <a:p>
                      <a:pPr algn="ctr" rtl="0" fontAlgn="b">
                        <a:buNone/>
                      </a:pPr>
                      <a:r>
                        <a:rPr lang="en-US" sz="900" b="0" i="0" u="none" strike="noStrike" dirty="0">
                          <a:solidFill>
                            <a:srgbClr val="000000"/>
                          </a:solidFill>
                          <a:effectLst/>
                          <a:latin typeface="Aptos Narrow" panose="020B0004020202020204" pitchFamily="34" charset="0"/>
                        </a:rPr>
                        <a:t>Sprint 2</a:t>
                      </a:r>
                    </a:p>
                  </a:txBody>
                  <a:tcPr marL="6350" marR="6350" marT="635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AF2D0"/>
                    </a:solidFill>
                  </a:tcPr>
                </a:tc>
                <a:tc hMerge="1">
                  <a:txBody>
                    <a:bodyPr/>
                    <a:lstStyle/>
                    <a:p>
                      <a:endParaRPr lang="en-US"/>
                    </a:p>
                  </a:txBody>
                  <a:tcPr marL="6350" marR="6350" marT="6350" marB="0" anchor="ctr">
                    <a:lnB w="12700" cap="flat" cmpd="sng" algn="ctr">
                      <a:solidFill>
                        <a:schemeClr val="tx1"/>
                      </a:solidFill>
                      <a:prstDash val="solid"/>
                      <a:round/>
                      <a:headEnd type="none" w="med" len="med"/>
                      <a:tailEnd type="none" w="med" len="med"/>
                    </a:lnB>
                    <a:solidFill>
                      <a:srgbClr val="C0E6F5"/>
                    </a:solidFill>
                  </a:tcPr>
                </a:tc>
                <a:tc hMerge="1">
                  <a:txBody>
                    <a:bodyPr/>
                    <a:lstStyle/>
                    <a:p>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E6F5"/>
                    </a:solidFill>
                  </a:tcPr>
                </a:tc>
                <a:tc hMerge="1">
                  <a:txBody>
                    <a:bodyPr/>
                    <a:lstStyle/>
                    <a:p>
                      <a:endParaRPr lang="en-US"/>
                    </a:p>
                  </a:txBody>
                  <a:tcPr/>
                </a:tc>
                <a:tc gridSpan="8">
                  <a:txBody>
                    <a:bodyPr/>
                    <a:lstStyle/>
                    <a:p>
                      <a:pPr algn="ctr" rtl="0" fontAlgn="b">
                        <a:buNone/>
                      </a:pPr>
                      <a:r>
                        <a:rPr lang="en-US" sz="900" b="0" i="0" u="none" strike="noStrike" dirty="0">
                          <a:solidFill>
                            <a:srgbClr val="000000"/>
                          </a:solidFill>
                          <a:effectLst/>
                          <a:latin typeface="Aptos Narrow" panose="020B0004020202020204" pitchFamily="34" charset="0"/>
                        </a:rPr>
                        <a:t>Sprint 3</a:t>
                      </a:r>
                      <a:endParaRPr lang="en-US" sz="900" b="0" i="0" u="none" strike="noStrike" kern="1200" dirty="0">
                        <a:solidFill>
                          <a:srgbClr val="000000"/>
                        </a:solidFill>
                        <a:effectLst/>
                        <a:latin typeface="Aptos Narrow" panose="020B0004020202020204" pitchFamily="34" charset="0"/>
                        <a:ea typeface="+mn-ea"/>
                        <a:cs typeface="+mn-cs"/>
                      </a:endParaRPr>
                    </a:p>
                    <a:p>
                      <a:pPr marL="0" marR="0" lvl="0" indent="0" algn="ctr" defTabSz="914400" rtl="0" eaLnBrk="1" fontAlgn="b" latinLnBrk="0" hangingPunct="1">
                        <a:lnSpc>
                          <a:spcPct val="100000"/>
                        </a:lnSpc>
                        <a:spcBef>
                          <a:spcPts val="0"/>
                        </a:spcBef>
                        <a:spcAft>
                          <a:spcPts val="0"/>
                        </a:spcAft>
                        <a:buClrTx/>
                        <a:buSzTx/>
                        <a:buFontTx/>
                        <a:buNone/>
                        <a:tabLst/>
                        <a:defRPr/>
                      </a:pPr>
                      <a:endParaRPr lang="en-US" sz="900" b="0" i="0" u="none" strike="noStrike" kern="1200" dirty="0">
                        <a:solidFill>
                          <a:srgbClr val="000000"/>
                        </a:solidFill>
                        <a:effectLst/>
                        <a:latin typeface="Aptos Narrow" panose="020B0004020202020204" pitchFamily="34" charset="0"/>
                        <a:ea typeface="+mn-ea"/>
                        <a:cs typeface="+mn-cs"/>
                      </a:endParaRPr>
                    </a:p>
                  </a:txBody>
                  <a:tcPr marL="6350" marR="6350" marT="6350"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272FF"/>
                    </a:solidFill>
                  </a:tcPr>
                </a:tc>
                <a:tc hMerge="1">
                  <a:txBody>
                    <a:bodyPr/>
                    <a:lstStyle/>
                    <a:p>
                      <a:endParaRPr lang="en-US"/>
                    </a:p>
                  </a:txBody>
                  <a:tcPr/>
                </a:tc>
                <a:tc hMerge="1">
                  <a:txBody>
                    <a:bodyPr/>
                    <a:lstStyle/>
                    <a:p>
                      <a:pPr algn="ctr" rtl="0" fontAlgn="b">
                        <a:buNone/>
                      </a:pPr>
                      <a:endParaRPr lang="en-US" sz="900" b="0" i="0" u="none" strike="noStrike" dirty="0">
                        <a:solidFill>
                          <a:srgbClr val="000000"/>
                        </a:solidFill>
                        <a:effectLst/>
                        <a:latin typeface="Aptos Narrow" panose="020B00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E6F5"/>
                    </a:solidFill>
                  </a:tcPr>
                </a:tc>
                <a:tc hMerge="1">
                  <a:txBody>
                    <a:bodyPr/>
                    <a:lstStyle/>
                    <a:p>
                      <a:pPr algn="l" rtl="0" fontAlgn="b">
                        <a:buNone/>
                      </a:pPr>
                      <a:endParaRPr lang="en-US" sz="900" b="0" i="0" u="none" strike="noStrike">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E6F5"/>
                    </a:solidFill>
                  </a:tcPr>
                </a:tc>
                <a:tc hMerge="1">
                  <a:txBody>
                    <a:bodyPr/>
                    <a:lstStyle/>
                    <a:p>
                      <a:pPr algn="l" rtl="0" fontAlgn="b">
                        <a:buNone/>
                      </a:pPr>
                      <a:endParaRPr lang="en-US" sz="900" b="0" i="0" u="none" strike="noStrike">
                        <a:solidFill>
                          <a:srgbClr val="000000"/>
                        </a:solidFill>
                        <a:effectLst/>
                        <a:latin typeface="Aptos Narrow" panose="020B00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dirty="0"/>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E6F5"/>
                    </a:solidFill>
                  </a:tcPr>
                </a:tc>
                <a:tc hMerge="1">
                  <a:txBody>
                    <a:bodyPr/>
                    <a:lstStyle/>
                    <a:p>
                      <a:pPr algn="l" fontAlgn="b">
                        <a:buNone/>
                      </a:pPr>
                      <a:endParaRPr lang="en-US" sz="1100" b="0" i="0" u="none" strike="noStrike" dirty="0">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pPr algn="ctr" fontAlgn="b">
                        <a:buNone/>
                      </a:pPr>
                      <a:r>
                        <a:rPr lang="en-US" sz="1100" b="0" i="0" u="none" strike="noStrike" dirty="0">
                          <a:solidFill>
                            <a:srgbClr val="000000"/>
                          </a:solidFill>
                          <a:effectLst/>
                          <a:latin typeface="Aptos Narrow" panose="020B0004020202020204" pitchFamily="34" charset="0"/>
                        </a:rPr>
                        <a:t>Sprint 4</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E6F5"/>
                    </a:solidFill>
                  </a:tcPr>
                </a:tc>
                <a:tc hMerge="1">
                  <a:txBody>
                    <a:bodyPr/>
                    <a:lstStyle/>
                    <a:p>
                      <a:pPr algn="l" fontAlgn="b">
                        <a:buNone/>
                      </a:pPr>
                      <a:endParaRPr lang="en-US" sz="1100" b="0" i="0" u="none" strike="noStrike" dirty="0">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pPr algn="ctr" fontAlgn="b">
                        <a:buNone/>
                      </a:pPr>
                      <a:r>
                        <a:rPr lang="en-US" sz="1100" b="0" i="0" u="none" strike="noStrike" dirty="0">
                          <a:solidFill>
                            <a:srgbClr val="000000"/>
                          </a:solidFill>
                          <a:effectLst/>
                          <a:latin typeface="Aptos Narrow" panose="020B0004020202020204" pitchFamily="34" charset="0"/>
                        </a:rPr>
                        <a:t>Sprint 5</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E6F5"/>
                    </a:solidFill>
                  </a:tcPr>
                </a:tc>
                <a:tc hMerge="1">
                  <a:txBody>
                    <a:bodyPr/>
                    <a:lstStyle/>
                    <a:p>
                      <a:pPr algn="ctr" fontAlgn="b">
                        <a:buNone/>
                      </a:pPr>
                      <a:endParaRPr lang="en-US" sz="1100" b="0" i="0" u="none" strike="noStrike" dirty="0">
                        <a:solidFill>
                          <a:srgbClr val="000000"/>
                        </a:solidFill>
                        <a:effectLst/>
                        <a:latin typeface="Aptos Narrow" panose="020B00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1100" b="0" i="0" u="none" strike="noStrike" dirty="0">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54736881"/>
                  </a:ext>
                </a:extLst>
              </a:tr>
              <a:tr h="323319">
                <a:tc>
                  <a:txBody>
                    <a:bodyPr/>
                    <a:lstStyle/>
                    <a:p>
                      <a:pPr algn="ctr" rtl="0" fontAlgn="ctr">
                        <a:buNone/>
                      </a:pPr>
                      <a:r>
                        <a:rPr lang="en-US" sz="900" b="1" i="0" u="none" strike="noStrike">
                          <a:solidFill>
                            <a:srgbClr val="7F7F7F"/>
                          </a:solidFill>
                          <a:effectLst/>
                          <a:latin typeface="Arial" panose="020B0604020202020204" pitchFamily="34" charset="0"/>
                        </a:rPr>
                        <a:t>All</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rtl="0" fontAlgn="t">
                        <a:buNone/>
                      </a:pPr>
                      <a:r>
                        <a:rPr lang="en-US" sz="900" b="1" i="0" u="none" strike="noStrike">
                          <a:solidFill>
                            <a:srgbClr val="153D64"/>
                          </a:solidFill>
                          <a:effectLst/>
                          <a:latin typeface="Aptos Narrow" panose="020B0004020202020204" pitchFamily="34" charset="0"/>
                        </a:rPr>
                        <a:t>Planned – SIT</a:t>
                      </a:r>
                    </a:p>
                  </a:txBody>
                  <a:tcPr marL="6350" marR="6350" marT="635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r>
                        <a:rPr lang="en-US" sz="1800" b="0" i="0" u="none" strike="noStrike" dirty="0">
                          <a:solidFill>
                            <a:srgbClr val="000000"/>
                          </a:solidFill>
                          <a:effectLst/>
                          <a:latin typeface="Arial" panose="020B0604020202020204" pitchFamily="34"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b">
                        <a:buNone/>
                      </a:pPr>
                      <a:r>
                        <a:rPr lang="en-US" sz="1800" b="0" i="0" u="none" strike="noStrike">
                          <a:solidFill>
                            <a:srgbClr val="000000"/>
                          </a:solidFill>
                          <a:effectLst/>
                          <a:latin typeface="Arial" panose="020B0604020202020204" pitchFamily="34"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gridSpan="3">
                  <a:txBody>
                    <a:bodyPr/>
                    <a:lstStyle/>
                    <a:p>
                      <a:pPr algn="ctr" rtl="0" fontAlgn="b">
                        <a:buNone/>
                      </a:pPr>
                      <a:r>
                        <a:rPr lang="en-US" sz="900" b="0" i="0" u="none" strike="noStrike" dirty="0">
                          <a:solidFill>
                            <a:srgbClr val="000000"/>
                          </a:solidFill>
                          <a:effectLst/>
                          <a:latin typeface="Aptos Narrow" panose="020B0004020202020204" pitchFamily="34" charset="0"/>
                        </a:rPr>
                        <a:t>Sprint1</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E6F5"/>
                    </a:solidFill>
                  </a:tcPr>
                </a:tc>
                <a:tc hMerge="1">
                  <a:txBody>
                    <a:bodyPr/>
                    <a:lstStyle/>
                    <a:p>
                      <a:endParaRPr lang="en-US"/>
                    </a:p>
                  </a:txBody>
                  <a:tcPr/>
                </a:tc>
                <a:tc hMerge="1">
                  <a:txBody>
                    <a:bodyPr/>
                    <a:lstStyle/>
                    <a:p>
                      <a:endParaRPr lang="en-US"/>
                    </a:p>
                  </a:txBody>
                  <a:tcPr/>
                </a:tc>
                <a:tc gridSpan="2">
                  <a:txBody>
                    <a:bodyPr/>
                    <a:lstStyle/>
                    <a:p>
                      <a:pPr algn="ctr" rtl="0" fontAlgn="b">
                        <a:buNone/>
                      </a:pPr>
                      <a:r>
                        <a:rPr lang="en-US" sz="900" b="0" i="0" u="none" strike="noStrike" dirty="0">
                          <a:solidFill>
                            <a:srgbClr val="000000"/>
                          </a:solidFill>
                          <a:effectLst/>
                          <a:latin typeface="Aptos Narrow" panose="020B0004020202020204" pitchFamily="34" charset="0"/>
                        </a:rPr>
                        <a:t>Sprint 2</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E6F5"/>
                    </a:solidFill>
                  </a:tcPr>
                </a:tc>
                <a:tc hMerge="1">
                  <a:txBody>
                    <a:bodyPr/>
                    <a:lstStyle/>
                    <a:p>
                      <a:endParaRPr lang="en-US"/>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gridSpan="2">
                  <a:txBody>
                    <a:bodyPr/>
                    <a:lstStyle/>
                    <a:p>
                      <a:pPr algn="ctr" rtl="0" fontAlgn="b">
                        <a:buNone/>
                      </a:pPr>
                      <a:r>
                        <a:rPr lang="en-US" sz="900" b="0" i="0" u="none" strike="noStrike" dirty="0">
                          <a:solidFill>
                            <a:srgbClr val="000000"/>
                          </a:solidFill>
                          <a:effectLst/>
                          <a:latin typeface="Aptos Narrow" panose="020B0004020202020204" pitchFamily="34" charset="0"/>
                        </a:rPr>
                        <a:t>Sprint 3</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E6F5"/>
                    </a:solidFill>
                  </a:tcPr>
                </a:tc>
                <a:tc hMerge="1">
                  <a:txBody>
                    <a:bodyPr/>
                    <a:lstStyle/>
                    <a:p>
                      <a:endParaRPr lang="en-US"/>
                    </a:p>
                  </a:txBody>
                  <a:tcPr/>
                </a:tc>
                <a:tc gridSpan="2">
                  <a:txBody>
                    <a:bodyPr/>
                    <a:lstStyle/>
                    <a:p>
                      <a:pPr algn="ctr" rtl="0" fontAlgn="b">
                        <a:buNone/>
                      </a:pPr>
                      <a:r>
                        <a:rPr lang="en-US" sz="900" b="0" i="0" u="none" strike="noStrike">
                          <a:solidFill>
                            <a:srgbClr val="000000"/>
                          </a:solidFill>
                          <a:effectLst/>
                          <a:latin typeface="Aptos Narrow" panose="020B0004020202020204" pitchFamily="34" charset="0"/>
                        </a:rPr>
                        <a:t>Sprint 4</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rgbClr val="C0E6F5"/>
                    </a:solidFill>
                  </a:tcPr>
                </a:tc>
                <a:tc hMerge="1">
                  <a:txBody>
                    <a:bodyPr/>
                    <a:lstStyle/>
                    <a:p>
                      <a:endParaRPr lang="en-US"/>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gridSpan="2">
                  <a:txBody>
                    <a:bodyPr/>
                    <a:lstStyle/>
                    <a:p>
                      <a:pPr algn="ctr" rtl="0" fontAlgn="b">
                        <a:buNone/>
                      </a:pPr>
                      <a:r>
                        <a:rPr lang="en-US" sz="900" b="0" i="0" u="none" strike="noStrike">
                          <a:solidFill>
                            <a:srgbClr val="000000"/>
                          </a:solidFill>
                          <a:effectLst/>
                          <a:latin typeface="Aptos Narrow" panose="020B0004020202020204" pitchFamily="34" charset="0"/>
                        </a:rPr>
                        <a:t>Sprint 5</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E6F5"/>
                    </a:solidFill>
                  </a:tcPr>
                </a:tc>
                <a:tc hMerge="1">
                  <a:txBody>
                    <a:bodyPr/>
                    <a:lstStyle/>
                    <a:p>
                      <a:endParaRPr lang="en-US"/>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algn="l" fontAlgn="b">
                        <a:buNone/>
                      </a:pPr>
                      <a:r>
                        <a:rPr lang="en-US" sz="1800" b="0" i="0" u="none" strike="noStrike" dirty="0">
                          <a:solidFill>
                            <a:srgbClr val="000000"/>
                          </a:solidFill>
                          <a:effectLst/>
                          <a:latin typeface="Arial" panose="020B0604020202020204" pitchFamily="34"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r>
                        <a:rPr lang="en-US" sz="1800" b="0" i="0" u="none" strike="noStrike">
                          <a:solidFill>
                            <a:srgbClr val="000000"/>
                          </a:solidFill>
                          <a:effectLst/>
                          <a:latin typeface="Arial" panose="020B0604020202020204" pitchFamily="34"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r>
                        <a:rPr lang="en-US" sz="1800" b="0" i="0" u="none" strike="noStrike">
                          <a:solidFill>
                            <a:srgbClr val="000000"/>
                          </a:solidFill>
                          <a:effectLst/>
                          <a:latin typeface="Arial" panose="020B0604020202020204" pitchFamily="34"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Aptos Narrow" panose="020B0004020202020204" pitchFamily="34"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Aptos Narrow" panose="020B0004020202020204" pitchFamily="34"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Aptos Narrow" panose="020B0004020202020204" pitchFamily="34"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1100" b="0" i="0" u="none" strike="noStrike" dirty="0">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1100" b="0" i="0" u="none" strike="noStrike" dirty="0">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1100" b="0" i="0" u="none" strike="noStrike" dirty="0">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1100" b="0" i="0" u="none" strike="noStrike" dirty="0">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1100" b="0" i="0" u="none" strike="noStrike" dirty="0">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1100" b="0" i="0" u="none" strike="noStrike" dirty="0">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1100" b="0" i="0" u="none" strike="noStrike" dirty="0">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1100" b="0" i="0" u="none" strike="noStrike" dirty="0">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1100" b="0" i="0" u="none" strike="noStrike" dirty="0">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1100" b="0" i="0" u="none" strike="noStrike" dirty="0">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1100" b="0" i="0" u="none" strike="noStrike" dirty="0">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99392175"/>
                  </a:ext>
                </a:extLst>
              </a:tr>
              <a:tr h="323319">
                <a:tc>
                  <a:txBody>
                    <a:bodyPr/>
                    <a:lstStyle/>
                    <a:p>
                      <a:pPr algn="ctr" rtl="0" fontAlgn="ctr">
                        <a:buNone/>
                      </a:pPr>
                      <a:r>
                        <a:rPr lang="en-US" sz="900" b="1" i="0" u="none" strike="noStrike">
                          <a:solidFill>
                            <a:srgbClr val="7F7F7F"/>
                          </a:solidFill>
                          <a:effectLst/>
                          <a:latin typeface="Arial" panose="020B0604020202020204" pitchFamily="34" charset="0"/>
                        </a:rPr>
                        <a:t>All</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rtl="0" fontAlgn="t">
                        <a:buNone/>
                      </a:pPr>
                      <a:r>
                        <a:rPr lang="en-US" sz="900" b="1" i="0" u="none" strike="noStrike" dirty="0">
                          <a:solidFill>
                            <a:srgbClr val="153D64"/>
                          </a:solidFill>
                          <a:effectLst/>
                          <a:highlight>
                            <a:srgbClr val="FFFF00"/>
                          </a:highlight>
                          <a:latin typeface="Aptos Narrow" panose="020B0004020202020204" pitchFamily="34" charset="0"/>
                        </a:rPr>
                        <a:t>Actual - SIT</a:t>
                      </a:r>
                    </a:p>
                  </a:txBody>
                  <a:tcPr marL="6350" marR="6350" marT="635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1800" b="0" i="0" u="none" strike="noStrike" dirty="0">
                        <a:solidFill>
                          <a:srgbClr val="000000"/>
                        </a:solidFill>
                        <a:effectLst/>
                        <a:latin typeface="Arial" panose="020B06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b">
                        <a:buNone/>
                      </a:pPr>
                      <a:endParaRPr lang="en-US" sz="1800" b="0" i="0" u="none" strike="noStrike">
                        <a:solidFill>
                          <a:srgbClr val="000000"/>
                        </a:solidFill>
                        <a:effectLst/>
                        <a:latin typeface="Arial" panose="020B06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b">
                        <a:buNone/>
                      </a:pPr>
                      <a:endParaRPr lang="en-US" sz="900" b="0" i="0" u="none" strike="noStrike">
                        <a:solidFill>
                          <a:srgbClr val="000000"/>
                        </a:solidFill>
                        <a:effectLst/>
                        <a:latin typeface="Aptos Narrow" panose="020B00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2">
                  <a:txBody>
                    <a:bodyPr/>
                    <a:lstStyle/>
                    <a:p>
                      <a:pPr algn="ctr" rtl="0" fontAlgn="b">
                        <a:buNone/>
                      </a:pPr>
                      <a:endParaRPr lang="en-US" sz="900" b="0" i="0" u="none" strike="noStrike">
                        <a:solidFill>
                          <a:srgbClr val="000000"/>
                        </a:solidFill>
                        <a:effectLst/>
                        <a:latin typeface="Aptos Narrow" panose="020B00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US"/>
                    </a:p>
                  </a:txBody>
                  <a:tcPr/>
                </a:tc>
                <a:tc>
                  <a:txBody>
                    <a:bodyPr/>
                    <a:lstStyle/>
                    <a:p>
                      <a:pPr algn="ctr" rtl="0" fontAlgn="b">
                        <a:buNone/>
                      </a:pPr>
                      <a:endParaRPr lang="en-US" sz="900" b="0" i="0" u="none" strike="noStrike">
                        <a:solidFill>
                          <a:srgbClr val="000000"/>
                        </a:solidFill>
                        <a:effectLst/>
                        <a:latin typeface="Aptos Narrow" panose="020B00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4">
                  <a:txBody>
                    <a:bodyPr/>
                    <a:lstStyle/>
                    <a:p>
                      <a:pPr marL="0" algn="ctr" defTabSz="914400" rtl="0" eaLnBrk="1" fontAlgn="b" latinLnBrk="0" hangingPunct="1">
                        <a:buNone/>
                      </a:pPr>
                      <a:r>
                        <a:rPr lang="en-US" sz="900" b="0" i="0" u="none" strike="noStrike" kern="1200" dirty="0">
                          <a:solidFill>
                            <a:srgbClr val="000000"/>
                          </a:solidFill>
                          <a:effectLst/>
                          <a:latin typeface="Aptos Narrow" panose="020B0004020202020204" pitchFamily="34" charset="0"/>
                          <a:ea typeface="+mn-ea"/>
                          <a:cs typeface="+mn-cs"/>
                        </a:rPr>
                        <a:t>Sprint 1</a:t>
                      </a:r>
                    </a:p>
                  </a:txBody>
                  <a:tcPr marL="6350" marR="6350" marT="6350" marB="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rgbClr val="DAF2D0"/>
                    </a:solidFill>
                  </a:tcPr>
                </a:tc>
                <a:tc hMerge="1">
                  <a:txBody>
                    <a:bodyPr/>
                    <a:lstStyle/>
                    <a:p>
                      <a:endParaRPr/>
                    </a:p>
                  </a:txBody>
                  <a:tcPr marL="6350" marR="6350" marT="6350"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E49E2"/>
                    </a:solidFill>
                  </a:tcPr>
                </a:tc>
                <a:tc hMerge="1">
                  <a:txBody>
                    <a:bodyPr/>
                    <a:lstStyle/>
                    <a:p>
                      <a:endParaRPr lang="en-US"/>
                    </a:p>
                  </a:txBody>
                  <a:tcPr marL="6350" marR="6350" marT="635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E49E2"/>
                    </a:solidFill>
                  </a:tcPr>
                </a:tc>
                <a:tc hMerge="1">
                  <a:txBody>
                    <a:bodyPr/>
                    <a:lstStyle/>
                    <a:p>
                      <a:pPr algn="ctr" rtl="0" fontAlgn="b">
                        <a:buNone/>
                      </a:pPr>
                      <a:endParaRPr lang="en-US" sz="900" b="0" i="0" u="none" strike="noStrike">
                        <a:solidFill>
                          <a:srgbClr val="000000"/>
                        </a:solidFill>
                        <a:effectLst/>
                        <a:latin typeface="Aptos Narrow" panose="020B0004020202020204" pitchFamily="34" charset="0"/>
                      </a:endParaRPr>
                    </a:p>
                  </a:txBody>
                  <a:tcPr marL="6350" marR="6350" marT="6350"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E49E2"/>
                    </a:solidFill>
                  </a:tcPr>
                </a:tc>
                <a:tc gridSpan="8">
                  <a:txBody>
                    <a:bodyPr/>
                    <a:lstStyle/>
                    <a:p>
                      <a:pPr marL="0" algn="ctr" defTabSz="914400" rtl="0" eaLnBrk="1" fontAlgn="b" latinLnBrk="0" hangingPunct="1">
                        <a:buNone/>
                      </a:pPr>
                      <a:r>
                        <a:rPr lang="en-US" sz="900" b="0" i="0" u="none" strike="noStrike" kern="1200" dirty="0">
                          <a:solidFill>
                            <a:srgbClr val="000000"/>
                          </a:solidFill>
                          <a:effectLst/>
                          <a:latin typeface="Aptos Narrow" panose="020B0004020202020204" pitchFamily="34" charset="0"/>
                          <a:ea typeface="+mn-ea"/>
                          <a:cs typeface="+mn-cs"/>
                        </a:rPr>
                        <a:t>Sprint 2</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rgbClr val="2272FF"/>
                    </a:solidFill>
                  </a:tcPr>
                </a:tc>
                <a:tc hMerge="1">
                  <a:txBody>
                    <a:bodyPr/>
                    <a:lstStyle/>
                    <a:p>
                      <a:pPr algn="ctr" rtl="0" fontAlgn="b">
                        <a:buNone/>
                      </a:pPr>
                      <a:endParaRPr lang="en-US" sz="900" b="0" i="0" u="none" strike="noStrike">
                        <a:solidFill>
                          <a:srgbClr val="000000"/>
                        </a:solidFill>
                        <a:effectLst/>
                        <a:latin typeface="Aptos Narrow" panose="020B00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E6F5"/>
                    </a:solidFill>
                  </a:tcPr>
                </a:tc>
                <a:tc hMerge="1">
                  <a:txBody>
                    <a:bodyPr/>
                    <a:lstStyle/>
                    <a:p>
                      <a:pPr marL="0" algn="ctr" defTabSz="914400" rtl="0" eaLnBrk="1" fontAlgn="b" latinLnBrk="0" hangingPunct="1">
                        <a:buNone/>
                      </a:pPr>
                      <a:endParaRPr lang="en-US" sz="900" b="0" i="0" u="none" strike="noStrike" kern="1200" dirty="0">
                        <a:solidFill>
                          <a:srgbClr val="000000"/>
                        </a:solidFill>
                        <a:effectLst/>
                        <a:latin typeface="Aptos Narrow" panose="020B0004020202020204" pitchFamily="34" charset="0"/>
                        <a:ea typeface="+mn-ea"/>
                        <a:cs typeface="+mn-cs"/>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rgbClr val="C0E6F5"/>
                    </a:solidFill>
                  </a:tcPr>
                </a:tc>
                <a:tc hMerge="1">
                  <a:txBody>
                    <a:bodyPr/>
                    <a:lstStyle/>
                    <a:p>
                      <a:pPr algn="l" fontAlgn="b">
                        <a:buNone/>
                      </a:pPr>
                      <a:endParaRPr lang="en-US" sz="1800" b="0" i="0" u="none" strike="noStrike">
                        <a:solidFill>
                          <a:srgbClr val="000000"/>
                        </a:solidFill>
                        <a:effectLst/>
                        <a:latin typeface="Arial" panose="020B06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272FF"/>
                    </a:solidFill>
                  </a:tcPr>
                </a:tc>
                <a:tc hMerge="1">
                  <a:txBody>
                    <a:bodyPr/>
                    <a:lstStyle/>
                    <a:p>
                      <a:pPr marL="0" algn="ctr" defTabSz="914400" rtl="0" eaLnBrk="1" fontAlgn="b" latinLnBrk="0" hangingPunct="1">
                        <a:buNone/>
                      </a:pPr>
                      <a:endParaRPr lang="en-US" sz="900" b="0" i="0" u="none" strike="noStrike" kern="1200">
                        <a:solidFill>
                          <a:srgbClr val="000000"/>
                        </a:solidFill>
                        <a:effectLst/>
                        <a:latin typeface="Aptos Narrow" panose="020B0004020202020204" pitchFamily="34" charset="0"/>
                        <a:ea typeface="+mn-ea"/>
                        <a:cs typeface="+mn-cs"/>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dirty="0"/>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E6F5"/>
                    </a:solidFill>
                  </a:tcPr>
                </a:tc>
                <a:tc hMerge="1">
                  <a:txBody>
                    <a:bodyPr/>
                    <a:lstStyle/>
                    <a:p>
                      <a:pPr marL="0" algn="ctr" defTabSz="914400" rtl="0" eaLnBrk="1" fontAlgn="b" latinLnBrk="0" hangingPunct="1">
                        <a:buNone/>
                      </a:pPr>
                      <a:endParaRPr lang="en-US" sz="900" b="0" i="0" u="none" strike="noStrike" kern="1200" dirty="0">
                        <a:solidFill>
                          <a:srgbClr val="000000"/>
                        </a:solidFill>
                        <a:effectLst/>
                        <a:latin typeface="Aptos Narrow" panose="020B0004020202020204" pitchFamily="34" charset="0"/>
                        <a:ea typeface="+mn-ea"/>
                        <a:cs typeface="+mn-cs"/>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pPr marL="0" algn="ctr" defTabSz="914400" rtl="0" eaLnBrk="1" fontAlgn="b" latinLnBrk="0" hangingPunct="1">
                        <a:buNone/>
                      </a:pPr>
                      <a:r>
                        <a:rPr lang="en-US" sz="900" b="0" i="0" u="none" strike="noStrike" kern="1200" dirty="0">
                          <a:solidFill>
                            <a:srgbClr val="000000"/>
                          </a:solidFill>
                          <a:effectLst/>
                          <a:latin typeface="Aptos Narrow" panose="020B0004020202020204" pitchFamily="34" charset="0"/>
                          <a:ea typeface="+mn-ea"/>
                          <a:cs typeface="+mn-cs"/>
                        </a:rPr>
                        <a:t>Sprint 3</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E6F5"/>
                    </a:solidFill>
                  </a:tcPr>
                </a:tc>
                <a:tc hMerge="1">
                  <a:txBody>
                    <a:bodyPr/>
                    <a:lstStyle/>
                    <a:p>
                      <a:pPr marL="0" algn="ctr" defTabSz="914400" rtl="0" eaLnBrk="1" fontAlgn="b" latinLnBrk="0" hangingPunct="1">
                        <a:buNone/>
                      </a:pPr>
                      <a:endParaRPr lang="en-US" sz="900" b="0" i="0" u="none" strike="noStrike" kern="1200" dirty="0">
                        <a:solidFill>
                          <a:srgbClr val="000000"/>
                        </a:solidFill>
                        <a:effectLst/>
                        <a:latin typeface="Aptos Narrow" panose="020B0004020202020204" pitchFamily="34" charset="0"/>
                        <a:ea typeface="+mn-ea"/>
                        <a:cs typeface="+mn-cs"/>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pPr marL="0" algn="ctr" defTabSz="914400" rtl="0" eaLnBrk="1" fontAlgn="b" latinLnBrk="0" hangingPunct="1">
                        <a:buNone/>
                      </a:pPr>
                      <a:r>
                        <a:rPr lang="en-US" sz="900" b="0" i="0" u="none" strike="noStrike" kern="1200" dirty="0">
                          <a:solidFill>
                            <a:srgbClr val="000000"/>
                          </a:solidFill>
                          <a:effectLst/>
                          <a:latin typeface="Aptos Narrow" panose="020B0004020202020204" pitchFamily="34" charset="0"/>
                          <a:ea typeface="+mn-ea"/>
                          <a:cs typeface="+mn-cs"/>
                        </a:rPr>
                        <a:t>Sprint 4</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E6F5"/>
                    </a:solidFill>
                  </a:tcPr>
                </a:tc>
                <a:tc hMerge="1">
                  <a:txBody>
                    <a:bodyPr/>
                    <a:lstStyle/>
                    <a:p>
                      <a:pPr marL="0" algn="ctr" defTabSz="914400" rtl="0" eaLnBrk="1" fontAlgn="b" latinLnBrk="0" hangingPunct="1">
                        <a:buNone/>
                      </a:pPr>
                      <a:endParaRPr lang="en-US" sz="900" b="0" i="0" u="none" strike="noStrike" kern="1200" dirty="0">
                        <a:solidFill>
                          <a:srgbClr val="000000"/>
                        </a:solidFill>
                        <a:effectLst/>
                        <a:latin typeface="Aptos Narrow" panose="020B0004020202020204" pitchFamily="34" charset="0"/>
                        <a:ea typeface="+mn-ea"/>
                        <a:cs typeface="+mn-cs"/>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pPr marL="0" algn="ctr" defTabSz="914400" rtl="0" eaLnBrk="1" fontAlgn="b" latinLnBrk="0" hangingPunct="1">
                        <a:buNone/>
                      </a:pPr>
                      <a:r>
                        <a:rPr lang="en-US" sz="900" b="0" i="0" u="none" strike="noStrike" kern="1200" dirty="0">
                          <a:solidFill>
                            <a:srgbClr val="000000"/>
                          </a:solidFill>
                          <a:effectLst/>
                          <a:latin typeface="Aptos Narrow" panose="020B0004020202020204" pitchFamily="34" charset="0"/>
                          <a:ea typeface="+mn-ea"/>
                          <a:cs typeface="+mn-cs"/>
                        </a:rPr>
                        <a:t>Sprint 5</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E6F5"/>
                    </a:solidFill>
                  </a:tcPr>
                </a:tc>
                <a:tc hMerge="1">
                  <a:txBody>
                    <a:bodyPr/>
                    <a:lstStyle/>
                    <a:p>
                      <a:pPr marL="0" algn="ctr" defTabSz="914400" rtl="0" eaLnBrk="1" fontAlgn="b" latinLnBrk="0" hangingPunct="1">
                        <a:buNone/>
                      </a:pPr>
                      <a:endParaRPr lang="en-US" sz="900" b="0" i="0" u="none" strike="noStrike" kern="1200" dirty="0">
                        <a:solidFill>
                          <a:srgbClr val="000000"/>
                        </a:solidFill>
                        <a:effectLst/>
                        <a:latin typeface="Aptos Narrow" panose="020B0004020202020204" pitchFamily="34" charset="0"/>
                        <a:ea typeface="+mn-ea"/>
                        <a:cs typeface="+mn-cs"/>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buNone/>
                      </a:pPr>
                      <a:endParaRPr lang="en-US" sz="900" b="0" i="0" u="none" strike="noStrike" kern="1200">
                        <a:solidFill>
                          <a:srgbClr val="000000"/>
                        </a:solidFill>
                        <a:effectLst/>
                        <a:latin typeface="Aptos Narrow" panose="020B0004020202020204" pitchFamily="34" charset="0"/>
                        <a:ea typeface="+mn-ea"/>
                        <a:cs typeface="+mn-cs"/>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buNone/>
                      </a:pPr>
                      <a:endParaRPr lang="en-US" sz="900" b="0" i="0" u="none" strike="noStrike" kern="1200">
                        <a:solidFill>
                          <a:srgbClr val="000000"/>
                        </a:solidFill>
                        <a:effectLst/>
                        <a:latin typeface="Aptos Narrow" panose="020B0004020202020204" pitchFamily="34" charset="0"/>
                        <a:ea typeface="+mn-ea"/>
                        <a:cs typeface="+mn-cs"/>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buNone/>
                      </a:pPr>
                      <a:endParaRPr lang="en-US" sz="900" b="0" i="0" u="none" strike="noStrike" kern="1200">
                        <a:solidFill>
                          <a:srgbClr val="000000"/>
                        </a:solidFill>
                        <a:effectLst/>
                        <a:latin typeface="Aptos Narrow" panose="020B0004020202020204" pitchFamily="34" charset="0"/>
                        <a:ea typeface="+mn-ea"/>
                        <a:cs typeface="+mn-cs"/>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buNone/>
                      </a:pPr>
                      <a:endParaRPr lang="en-US" sz="900" b="0" i="0" u="none" strike="noStrike" kern="1200">
                        <a:solidFill>
                          <a:srgbClr val="000000"/>
                        </a:solidFill>
                        <a:effectLst/>
                        <a:latin typeface="Aptos Narrow" panose="020B0004020202020204" pitchFamily="34" charset="0"/>
                        <a:ea typeface="+mn-ea"/>
                        <a:cs typeface="+mn-cs"/>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buNone/>
                      </a:pPr>
                      <a:endParaRPr lang="en-US" sz="900" b="0" i="0" u="none" strike="noStrike" kern="1200">
                        <a:solidFill>
                          <a:srgbClr val="000000"/>
                        </a:solidFill>
                        <a:effectLst/>
                        <a:latin typeface="Aptos Narrow" panose="020B0004020202020204" pitchFamily="34" charset="0"/>
                        <a:ea typeface="+mn-ea"/>
                        <a:cs typeface="+mn-cs"/>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buNone/>
                      </a:pPr>
                      <a:endParaRPr lang="en-US" sz="900" b="0" i="0" u="none" strike="noStrike" kern="1200">
                        <a:solidFill>
                          <a:srgbClr val="000000"/>
                        </a:solidFill>
                        <a:effectLst/>
                        <a:latin typeface="Aptos Narrow" panose="020B0004020202020204" pitchFamily="34" charset="0"/>
                        <a:ea typeface="+mn-ea"/>
                        <a:cs typeface="+mn-cs"/>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buNone/>
                      </a:pPr>
                      <a:endParaRPr lang="en-US" sz="900" b="0" i="0" u="none" strike="noStrike" kern="1200">
                        <a:solidFill>
                          <a:srgbClr val="000000"/>
                        </a:solidFill>
                        <a:effectLst/>
                        <a:latin typeface="Aptos Narrow" panose="020B0004020202020204" pitchFamily="34" charset="0"/>
                        <a:ea typeface="+mn-ea"/>
                        <a:cs typeface="+mn-cs"/>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buNone/>
                      </a:pPr>
                      <a:endParaRPr lang="en-US" sz="900" b="0" i="0" u="none" strike="noStrike" kern="1200">
                        <a:solidFill>
                          <a:srgbClr val="000000"/>
                        </a:solidFill>
                        <a:effectLst/>
                        <a:latin typeface="Aptos Narrow" panose="020B0004020202020204" pitchFamily="34" charset="0"/>
                        <a:ea typeface="+mn-ea"/>
                        <a:cs typeface="+mn-cs"/>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76789560"/>
                  </a:ext>
                </a:extLst>
              </a:tr>
              <a:tr h="473845">
                <a:tc>
                  <a:txBody>
                    <a:bodyPr/>
                    <a:lstStyle/>
                    <a:p>
                      <a:pPr algn="ctr" rtl="0" fontAlgn="ctr">
                        <a:buNone/>
                      </a:pPr>
                      <a:r>
                        <a:rPr lang="en-US" sz="900" b="1" i="0" u="none" strike="noStrike">
                          <a:solidFill>
                            <a:srgbClr val="7F7F7F"/>
                          </a:solidFill>
                          <a:effectLst/>
                          <a:latin typeface="Arial" panose="020B0604020202020204" pitchFamily="34" charset="0"/>
                        </a:rPr>
                        <a:t>All</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rtl="0" fontAlgn="ctr">
                        <a:buNone/>
                      </a:pPr>
                      <a:r>
                        <a:rPr lang="en-US" sz="900" b="1" i="0" u="none" strike="noStrike" dirty="0">
                          <a:solidFill>
                            <a:srgbClr val="00338D"/>
                          </a:solidFill>
                          <a:effectLst/>
                          <a:latin typeface="Aptos Narrow" panose="020B0004020202020204" pitchFamily="34" charset="0"/>
                        </a:rPr>
                        <a:t>UAT</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b">
                        <a:buNone/>
                      </a:pPr>
                      <a:r>
                        <a:rPr lang="en-US" sz="900" b="0" i="0" u="none" strike="noStrike">
                          <a:solidFill>
                            <a:srgbClr val="000000"/>
                          </a:solidFill>
                          <a:effectLst/>
                          <a:latin typeface="Aptos Narrow" panose="020B0004020202020204" pitchFamily="34"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rtl="0" fontAlgn="b">
                        <a:buNone/>
                      </a:pPr>
                      <a:r>
                        <a:rPr lang="en-US" sz="900" b="0" i="0" u="none" strike="noStrike" dirty="0">
                          <a:solidFill>
                            <a:srgbClr val="000000"/>
                          </a:solidFill>
                          <a:effectLst/>
                          <a:latin typeface="Aptos Narrow" panose="020B0004020202020204" pitchFamily="34"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rtl="0" fontAlgn="b">
                        <a:buNone/>
                      </a:pPr>
                      <a:r>
                        <a:rPr lang="en-US" sz="900" b="0" i="0" u="none" strike="noStrike">
                          <a:solidFill>
                            <a:srgbClr val="000000"/>
                          </a:solidFill>
                          <a:effectLst/>
                          <a:latin typeface="Aptos Narrow" panose="020B0004020202020204" pitchFamily="34"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gridSpan="2">
                  <a:txBody>
                    <a:bodyPr/>
                    <a:lstStyle/>
                    <a:p>
                      <a:r>
                        <a:rPr lang="en-US" sz="900" b="0" i="0" u="none" strike="noStrike">
                          <a:solidFill>
                            <a:srgbClr val="000000"/>
                          </a:solidFill>
                          <a:effectLst/>
                          <a:latin typeface="Aptos Narrow" panose="020B0004020202020204" pitchFamily="34" charset="0"/>
                        </a:rPr>
                        <a:t> </a:t>
                      </a:r>
                      <a:endParaRPr lang="en-US"/>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hMerge="1">
                  <a:txBody>
                    <a:bodyPr/>
                    <a:lstStyle/>
                    <a:p>
                      <a:pPr algn="l" rtl="0" fontAlgn="b">
                        <a:buNone/>
                      </a:pPr>
                      <a:r>
                        <a:rPr lang="en-US" sz="900" b="0" i="0" u="none" strike="noStrike">
                          <a:solidFill>
                            <a:srgbClr val="000000"/>
                          </a:solidFill>
                          <a:effectLst/>
                          <a:latin typeface="Aptos Narrow" panose="020B0004020202020204" pitchFamily="34"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rtl="0" fontAlgn="b">
                        <a:buNone/>
                      </a:pPr>
                      <a:r>
                        <a:rPr lang="en-US" sz="900" b="0" i="0" u="none" strike="noStrike">
                          <a:solidFill>
                            <a:srgbClr val="000000"/>
                          </a:solidFill>
                          <a:effectLst/>
                          <a:latin typeface="Aptos Narrow" panose="020B0004020202020204" pitchFamily="34"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rtl="0" fontAlgn="b">
                        <a:buNone/>
                      </a:pPr>
                      <a:r>
                        <a:rPr lang="en-US" sz="900" b="0" i="0" u="none" strike="noStrike">
                          <a:solidFill>
                            <a:srgbClr val="000000"/>
                          </a:solidFill>
                          <a:effectLst/>
                          <a:latin typeface="Aptos Narrow" panose="020B0004020202020204" pitchFamily="34"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rtl="0" fontAlgn="b">
                        <a:buNone/>
                      </a:pPr>
                      <a:r>
                        <a:rPr lang="en-US" sz="900" b="0" i="0" u="none" strike="noStrike">
                          <a:solidFill>
                            <a:srgbClr val="000000"/>
                          </a:solidFill>
                          <a:effectLst/>
                          <a:latin typeface="Aptos Narrow" panose="020B0004020202020204" pitchFamily="34"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rtl="0" fontAlgn="b">
                        <a:buNone/>
                      </a:pPr>
                      <a:r>
                        <a:rPr lang="en-US" sz="900" b="0" i="0" u="none" strike="noStrike" dirty="0">
                          <a:solidFill>
                            <a:srgbClr val="000000"/>
                          </a:solidFill>
                          <a:effectLst/>
                          <a:latin typeface="Aptos Narrow" panose="020B0004020202020204" pitchFamily="34"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rtl="0" fontAlgn="b">
                        <a:buNone/>
                      </a:pPr>
                      <a:r>
                        <a:rPr lang="en-US" sz="900" b="0" i="0" u="none" strike="noStrike">
                          <a:solidFill>
                            <a:srgbClr val="000000"/>
                          </a:solidFill>
                          <a:effectLst/>
                          <a:latin typeface="Aptos Narrow" panose="020B0004020202020204" pitchFamily="34"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rtl="0" fontAlgn="b">
                        <a:buNone/>
                      </a:pPr>
                      <a:r>
                        <a:rPr lang="en-US" sz="900" b="0" i="0" u="none" strike="noStrike">
                          <a:solidFill>
                            <a:srgbClr val="000000"/>
                          </a:solidFill>
                          <a:effectLst/>
                          <a:latin typeface="Aptos Narrow" panose="020B0004020202020204" pitchFamily="34"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rtl="0" fontAlgn="b">
                        <a:buNone/>
                      </a:pPr>
                      <a:r>
                        <a:rPr lang="en-US" sz="900" b="0" i="0" u="none" strike="noStrike" dirty="0">
                          <a:solidFill>
                            <a:srgbClr val="000000"/>
                          </a:solidFill>
                          <a:effectLst/>
                          <a:latin typeface="Aptos Narrow" panose="020B0004020202020204" pitchFamily="34"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rtl="0" fontAlgn="b">
                        <a:buNone/>
                      </a:pPr>
                      <a:r>
                        <a:rPr lang="en-US" sz="900" b="0" i="0" u="none" strike="noStrike">
                          <a:solidFill>
                            <a:srgbClr val="000000"/>
                          </a:solidFill>
                          <a:effectLst/>
                          <a:latin typeface="Aptos Narrow" panose="020B0004020202020204" pitchFamily="34"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b">
                        <a:buNone/>
                      </a:pPr>
                      <a:endParaRPr lang="en-US" sz="900" b="0" i="0" u="none" strike="noStrike">
                        <a:solidFill>
                          <a:srgbClr val="000000"/>
                        </a:solidFill>
                        <a:effectLst/>
                        <a:latin typeface="Aptos Narrow" panose="020B00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buNone/>
                      </a:pPr>
                      <a:r>
                        <a:rPr lang="en-US" sz="1100" b="0" i="0" u="none" strike="noStrike" dirty="0">
                          <a:solidFill>
                            <a:srgbClr val="000000"/>
                          </a:solidFill>
                          <a:effectLst/>
                          <a:latin typeface="Aptos Narrow" panose="020B0004020202020204" pitchFamily="34" charset="0"/>
                        </a:rPr>
                        <a:t> </a:t>
                      </a:r>
                    </a:p>
                    <a:p>
                      <a:pPr algn="l" fontAlgn="b">
                        <a:buNone/>
                      </a:pPr>
                      <a:r>
                        <a:rPr lang="en-US" sz="1100" b="0" i="0" u="none" strike="noStrike" dirty="0">
                          <a:solidFill>
                            <a:srgbClr val="000000"/>
                          </a:solidFill>
                          <a:effectLst/>
                          <a:latin typeface="Aptos Narrow" panose="020B0004020202020204" pitchFamily="34" charset="0"/>
                        </a:rPr>
                        <a:t>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dirty="0"/>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b" latinLnBrk="0" hangingPunct="1">
                        <a:buNone/>
                      </a:pPr>
                      <a:endParaRPr lang="en-US" sz="900" b="0" i="0" u="none" strike="noStrike" kern="1200" dirty="0">
                        <a:solidFill>
                          <a:srgbClr val="000000"/>
                        </a:solidFill>
                        <a:effectLst/>
                        <a:latin typeface="Aptos Narrow" panose="020B0004020202020204" pitchFamily="34" charset="0"/>
                        <a:ea typeface="+mn-ea"/>
                        <a:cs typeface="+mn-cs"/>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b" latinLnBrk="0" hangingPunct="1">
                        <a:buNone/>
                      </a:pPr>
                      <a:endParaRPr lang="en-US" sz="900" b="0" i="0" u="none" strike="noStrike" kern="1200" dirty="0">
                        <a:solidFill>
                          <a:srgbClr val="000000"/>
                        </a:solidFill>
                        <a:effectLst/>
                        <a:latin typeface="Aptos Narrow" panose="020B0004020202020204" pitchFamily="34" charset="0"/>
                        <a:ea typeface="+mn-ea"/>
                        <a:cs typeface="+mn-cs"/>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b" latinLnBrk="0" hangingPunct="1">
                        <a:buNone/>
                      </a:pPr>
                      <a:endParaRPr lang="en-US" sz="900" b="0" i="0" u="none" strike="noStrike" kern="1200" dirty="0">
                        <a:solidFill>
                          <a:srgbClr val="000000"/>
                        </a:solidFill>
                        <a:effectLst/>
                        <a:latin typeface="Aptos Narrow" panose="020B0004020202020204" pitchFamily="34" charset="0"/>
                        <a:ea typeface="+mn-ea"/>
                        <a:cs typeface="+mn-cs"/>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buNone/>
                      </a:pPr>
                      <a:endParaRPr lang="en-US" sz="1100" b="0" i="0" u="none" strike="noStrike" dirty="0">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000" b="0" i="0" u="none" strike="noStrike" kern="1200" dirty="0">
                          <a:solidFill>
                            <a:srgbClr val="000000"/>
                          </a:solidFill>
                          <a:effectLst/>
                          <a:latin typeface="Aptos Narrow" panose="020B0004020202020204" pitchFamily="34" charset="0"/>
                          <a:ea typeface="+mn-ea"/>
                          <a:cs typeface="+mn-cs"/>
                        </a:rPr>
                        <a:t> End to End Testing</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0D7FF"/>
                    </a:solidFill>
                  </a:tcPr>
                </a:tc>
                <a:tc hMerge="1">
                  <a:txBody>
                    <a:bodyPr/>
                    <a:lstStyle/>
                    <a:p>
                      <a:pPr algn="l" fontAlgn="b">
                        <a:buNone/>
                      </a:pPr>
                      <a:endParaRPr lang="en-US" sz="1100" b="0" i="0" u="none" strike="noStrike" dirty="0">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l" fontAlgn="b">
                        <a:buNone/>
                      </a:pPr>
                      <a:endParaRPr lang="en-US" sz="1100" b="0" i="0" u="none" strike="noStrike" dirty="0">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7284832"/>
                  </a:ext>
                </a:extLst>
              </a:tr>
              <a:tr h="445486">
                <a:tc>
                  <a:txBody>
                    <a:bodyPr/>
                    <a:lstStyle/>
                    <a:p>
                      <a:pPr algn="ctr" rtl="0" fontAlgn="ctr">
                        <a:buNone/>
                      </a:pPr>
                      <a:r>
                        <a:rPr lang="en-US" sz="900" b="1" i="0" u="none" strike="noStrike">
                          <a:solidFill>
                            <a:srgbClr val="7F7F7F"/>
                          </a:solidFill>
                          <a:effectLst/>
                          <a:latin typeface="Arial" panose="020B0604020202020204" pitchFamily="34" charset="0"/>
                        </a:rPr>
                        <a:t>All</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rtl="0" fontAlgn="ctr">
                        <a:buNone/>
                      </a:pPr>
                      <a:r>
                        <a:rPr lang="en-US" sz="900" b="1" i="0" u="none" strike="noStrike">
                          <a:solidFill>
                            <a:srgbClr val="00338D"/>
                          </a:solidFill>
                          <a:effectLst/>
                          <a:latin typeface="Aptos Narrow" panose="020B0004020202020204" pitchFamily="34" charset="0"/>
                        </a:rPr>
                        <a:t>Data Migration</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r>
                        <a:rPr lang="en-US" sz="1800" b="0" i="0" u="none" strike="noStrike">
                          <a:solidFill>
                            <a:srgbClr val="000000"/>
                          </a:solidFill>
                          <a:effectLst/>
                          <a:latin typeface="Arial" panose="020B0604020202020204" pitchFamily="34"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b">
                        <a:buNone/>
                      </a:pPr>
                      <a:r>
                        <a:rPr lang="en-US" sz="1800" b="0" i="0" u="none" strike="noStrike" dirty="0">
                          <a:solidFill>
                            <a:srgbClr val="000000"/>
                          </a:solidFill>
                          <a:effectLst/>
                          <a:latin typeface="Arial" panose="020B0604020202020204" pitchFamily="34"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b">
                        <a:buNone/>
                      </a:pPr>
                      <a:r>
                        <a:rPr lang="en-US" sz="1800" b="0" i="0" u="none" strike="noStrike">
                          <a:solidFill>
                            <a:srgbClr val="000000"/>
                          </a:solidFill>
                          <a:effectLst/>
                          <a:latin typeface="Arial" panose="020B0604020202020204" pitchFamily="34"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gridSpan="2">
                  <a:txBody>
                    <a:bodyPr/>
                    <a:lstStyle/>
                    <a:p>
                      <a:r>
                        <a:rPr lang="en-US" sz="1800" b="0" i="0" u="none" strike="noStrike">
                          <a:solidFill>
                            <a:srgbClr val="000000"/>
                          </a:solidFill>
                          <a:effectLst/>
                          <a:latin typeface="Arial" panose="020B0604020202020204" pitchFamily="34" charset="0"/>
                        </a:rPr>
                        <a:t> </a:t>
                      </a:r>
                      <a:endParaRPr lang="en-US"/>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hMerge="1">
                  <a:txBody>
                    <a:bodyPr/>
                    <a:lstStyle/>
                    <a:p>
                      <a:pPr algn="l" fontAlgn="b">
                        <a:buNone/>
                      </a:pPr>
                      <a:r>
                        <a:rPr lang="en-US" sz="1800" b="0" i="0" u="none" strike="noStrike">
                          <a:solidFill>
                            <a:srgbClr val="000000"/>
                          </a:solidFill>
                          <a:effectLst/>
                          <a:latin typeface="Arial" panose="020B0604020202020204" pitchFamily="34"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b">
                        <a:buNone/>
                      </a:pPr>
                      <a:r>
                        <a:rPr lang="en-US" sz="1800" b="0" i="0" u="none" strike="noStrike">
                          <a:solidFill>
                            <a:srgbClr val="000000"/>
                          </a:solidFill>
                          <a:effectLst/>
                          <a:latin typeface="Arial" panose="020B0604020202020204" pitchFamily="34"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b">
                        <a:buNone/>
                      </a:pPr>
                      <a:r>
                        <a:rPr lang="en-US" sz="1800" b="0" i="0" u="none" strike="noStrike">
                          <a:solidFill>
                            <a:srgbClr val="000000"/>
                          </a:solidFill>
                          <a:effectLst/>
                          <a:latin typeface="Arial" panose="020B0604020202020204" pitchFamily="34"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b">
                        <a:buNone/>
                      </a:pPr>
                      <a:r>
                        <a:rPr lang="en-US" sz="1800" b="0" i="0" u="none" strike="noStrike">
                          <a:solidFill>
                            <a:srgbClr val="000000"/>
                          </a:solidFill>
                          <a:effectLst/>
                          <a:latin typeface="Arial" panose="020B0604020202020204" pitchFamily="34"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b">
                        <a:buNone/>
                      </a:pPr>
                      <a:r>
                        <a:rPr lang="en-US" sz="1800" b="0" i="0" u="none" strike="noStrike">
                          <a:solidFill>
                            <a:srgbClr val="000000"/>
                          </a:solidFill>
                          <a:effectLst/>
                          <a:latin typeface="Arial" panose="020B0604020202020204" pitchFamily="34"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b">
                        <a:buNone/>
                      </a:pPr>
                      <a:r>
                        <a:rPr lang="en-US" sz="1800" b="0" i="0" u="none" strike="noStrike">
                          <a:solidFill>
                            <a:srgbClr val="000000"/>
                          </a:solidFill>
                          <a:effectLst/>
                          <a:latin typeface="Arial" panose="020B0604020202020204" pitchFamily="34"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b">
                        <a:buNone/>
                      </a:pPr>
                      <a:r>
                        <a:rPr lang="en-US" sz="1800" b="0" i="0" u="none" strike="noStrike">
                          <a:solidFill>
                            <a:srgbClr val="000000"/>
                          </a:solidFill>
                          <a:effectLst/>
                          <a:latin typeface="Arial" panose="020B0604020202020204" pitchFamily="34"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b">
                        <a:buNone/>
                      </a:pPr>
                      <a:endParaRPr lang="en-US" sz="900" b="0" i="0" u="none" strike="noStrike">
                        <a:solidFill>
                          <a:srgbClr val="000000"/>
                        </a:solidFill>
                        <a:effectLst/>
                        <a:latin typeface="Aptos Narrow" panose="020B00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buNone/>
                      </a:pPr>
                      <a:r>
                        <a:rPr lang="en-US" sz="1800" b="0" i="0" u="none" strike="noStrike">
                          <a:solidFill>
                            <a:srgbClr val="000000"/>
                          </a:solidFill>
                          <a:effectLst/>
                          <a:latin typeface="Arial" panose="020B0604020202020204" pitchFamily="34" charset="0"/>
                        </a:rPr>
                        <a:t>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endParaRPr lang="en-US" sz="1800" b="0" i="0" u="none" strike="noStrike" dirty="0">
                        <a:solidFill>
                          <a:srgbClr val="000000"/>
                        </a:solidFill>
                        <a:effectLst/>
                        <a:latin typeface="Arial" panose="020B06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buNone/>
                      </a:pPr>
                      <a:endParaRPr lang="en-US" sz="900" b="0" i="0" u="none" strike="noStrike" dirty="0">
                        <a:solidFill>
                          <a:srgbClr val="000000"/>
                        </a:solidFill>
                        <a:effectLst/>
                        <a:latin typeface="Aptos Narrow" panose="020B00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dirty="0"/>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buNone/>
                      </a:pPr>
                      <a:r>
                        <a:rPr lang="en-US" sz="1100" b="0" i="0" u="none" strike="noStrike" dirty="0">
                          <a:solidFill>
                            <a:srgbClr val="000000"/>
                          </a:solidFill>
                          <a:effectLst/>
                          <a:latin typeface="Aptos Narrow" panose="020B0004020202020204" pitchFamily="34"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endParaRPr lang="en-US" sz="900" b="0" i="0" u="none" strike="noStrike" kern="1200" dirty="0">
                        <a:solidFill>
                          <a:srgbClr val="000000"/>
                        </a:solidFill>
                        <a:effectLst/>
                        <a:latin typeface="Aptos Narrow" panose="020B0004020202020204" pitchFamily="34" charset="0"/>
                        <a:ea typeface="+mn-ea"/>
                        <a:cs typeface="+mn-cs"/>
                      </a:endParaRPr>
                    </a:p>
                  </a:txBody>
                  <a:tcPr marL="6350" marR="6350" marT="635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endParaRPr lang="en-US" sz="900" b="0" i="0" u="none" strike="noStrike" kern="1200" dirty="0">
                        <a:solidFill>
                          <a:srgbClr val="000000"/>
                        </a:solidFill>
                        <a:effectLst/>
                        <a:latin typeface="Aptos Narrow" panose="020B0004020202020204" pitchFamily="34" charset="0"/>
                        <a:ea typeface="+mn-ea"/>
                        <a:cs typeface="+mn-cs"/>
                      </a:endParaRPr>
                    </a:p>
                  </a:txBody>
                  <a:tcPr marL="6350" marR="6350" marT="635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b" latinLnBrk="0" hangingPunct="1">
                        <a:buNone/>
                      </a:pPr>
                      <a:endParaRPr lang="en-US" sz="900" b="0" i="0" u="none" strike="noStrike" kern="1200" dirty="0">
                        <a:solidFill>
                          <a:srgbClr val="000000"/>
                        </a:solidFill>
                        <a:effectLst/>
                        <a:latin typeface="Aptos Narrow" panose="020B0004020202020204" pitchFamily="34" charset="0"/>
                        <a:ea typeface="+mn-ea"/>
                        <a:cs typeface="+mn-cs"/>
                      </a:endParaRPr>
                    </a:p>
                  </a:txBody>
                  <a:tcPr marL="6350" marR="6350" marT="635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b" latinLnBrk="0" hangingPunct="1">
                        <a:buNone/>
                      </a:pPr>
                      <a:endParaRPr lang="en-US" sz="900" b="0" i="0" u="none" strike="noStrike" kern="1200" dirty="0">
                        <a:solidFill>
                          <a:srgbClr val="000000"/>
                        </a:solidFill>
                        <a:effectLst/>
                        <a:latin typeface="Aptos Narrow" panose="020B0004020202020204" pitchFamily="34" charset="0"/>
                        <a:ea typeface="+mn-ea"/>
                        <a:cs typeface="+mn-cs"/>
                      </a:endParaRPr>
                    </a:p>
                  </a:txBody>
                  <a:tcPr marL="6350" marR="6350" marT="635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2">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000" b="0" i="0" u="none" strike="noStrike" kern="1200" dirty="0">
                          <a:solidFill>
                            <a:srgbClr val="000000"/>
                          </a:solidFill>
                          <a:effectLst/>
                          <a:latin typeface="Aptos Narrow" panose="020B0004020202020204" pitchFamily="34" charset="0"/>
                          <a:ea typeface="+mn-ea"/>
                          <a:cs typeface="+mn-cs"/>
                        </a:rPr>
                        <a:t>Data Setup of Masters</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7A0F7"/>
                    </a:solidFill>
                  </a:tcPr>
                </a:tc>
                <a:tc hMerge="1">
                  <a:txBody>
                    <a:bodyPr/>
                    <a:lstStyle/>
                    <a:p>
                      <a:pPr algn="l" fontAlgn="b">
                        <a:buNone/>
                      </a:pPr>
                      <a:endParaRPr lang="en-US" sz="1100" b="0" i="0" u="none" strike="noStrike" dirty="0">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900" b="0" i="0" u="none" strike="noStrike" kern="1200" dirty="0">
                          <a:solidFill>
                            <a:srgbClr val="000000"/>
                          </a:solidFill>
                          <a:effectLst/>
                          <a:latin typeface="Aptos Narrow" panose="020B0004020202020204" pitchFamily="34" charset="0"/>
                          <a:ea typeface="+mn-ea"/>
                          <a:cs typeface="+mn-cs"/>
                        </a:rPr>
                        <a:t>Data related Cutover Activities</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7A0F7"/>
                    </a:solidFill>
                  </a:tcPr>
                </a:tc>
                <a:tc hMerge="1">
                  <a:txBody>
                    <a:bodyPr/>
                    <a:lstStyle/>
                    <a:p>
                      <a:pPr algn="ctr" fontAlgn="b">
                        <a:buNone/>
                      </a:pPr>
                      <a:endParaRPr lang="en-US" sz="1100" b="0" i="0" u="none" strike="noStrike" dirty="0">
                        <a:solidFill>
                          <a:srgbClr val="000000"/>
                        </a:solidFill>
                        <a:effectLst/>
                        <a:latin typeface="Aptos Narrow" panose="020B00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81506344"/>
                  </a:ext>
                </a:extLst>
              </a:tr>
              <a:tr h="548640">
                <a:tc>
                  <a:txBody>
                    <a:bodyPr/>
                    <a:lstStyle/>
                    <a:p>
                      <a:pPr algn="ctr" rtl="0" fontAlgn="ctr">
                        <a:buNone/>
                      </a:pPr>
                      <a:r>
                        <a:rPr lang="en-US" sz="900" b="1" i="0" u="none" strike="noStrike" dirty="0">
                          <a:solidFill>
                            <a:srgbClr val="7F7F7F"/>
                          </a:solidFill>
                          <a:effectLst/>
                          <a:latin typeface="Arial" panose="020B0604020202020204" pitchFamily="34" charset="0"/>
                        </a:rPr>
                        <a:t>All</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rtl="0" fontAlgn="ctr">
                        <a:buNone/>
                      </a:pPr>
                      <a:r>
                        <a:rPr lang="en-US" sz="900" b="1" i="0" u="none" strike="noStrike" dirty="0">
                          <a:solidFill>
                            <a:srgbClr val="00338D"/>
                          </a:solidFill>
                          <a:effectLst/>
                          <a:latin typeface="Aptos Narrow" panose="020B0004020202020204" pitchFamily="34" charset="0"/>
                        </a:rPr>
                        <a:t>Go Live</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1800" b="0" i="0" u="none" strike="noStrike" dirty="0">
                        <a:solidFill>
                          <a:srgbClr val="000000"/>
                        </a:solidFill>
                        <a:effectLst/>
                        <a:latin typeface="Arial" panose="020B06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b">
                        <a:buNone/>
                      </a:pPr>
                      <a:endParaRPr lang="en-US" sz="1800" b="0" i="0" u="none" strike="noStrike" dirty="0">
                        <a:solidFill>
                          <a:srgbClr val="000000"/>
                        </a:solidFill>
                        <a:effectLst/>
                        <a:latin typeface="Arial" panose="020B06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b">
                        <a:buNone/>
                      </a:pPr>
                      <a:endParaRPr lang="en-US" sz="1800" b="0" i="0" u="none" strike="noStrike">
                        <a:solidFill>
                          <a:srgbClr val="000000"/>
                        </a:solidFill>
                        <a:effectLst/>
                        <a:latin typeface="Arial" panose="020B06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gridSpan="2">
                  <a:txBody>
                    <a:bodyPr/>
                    <a:lstStyle/>
                    <a:p>
                      <a:endParaRPr lang="en-US" dirty="0"/>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hMerge="1">
                  <a:txBody>
                    <a:bodyPr/>
                    <a:lstStyle/>
                    <a:p>
                      <a:pPr algn="l" fontAlgn="b">
                        <a:buNone/>
                      </a:pPr>
                      <a:endParaRPr lang="en-US" sz="1800" b="0" i="0" u="none" strike="noStrike">
                        <a:solidFill>
                          <a:srgbClr val="000000"/>
                        </a:solidFill>
                        <a:effectLst/>
                        <a:latin typeface="Arial" panose="020B06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b">
                        <a:buNone/>
                      </a:pPr>
                      <a:endParaRPr lang="en-US" sz="1800" b="0" i="0" u="none" strike="noStrike">
                        <a:solidFill>
                          <a:srgbClr val="000000"/>
                        </a:solidFill>
                        <a:effectLst/>
                        <a:latin typeface="Arial" panose="020B06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b">
                        <a:buNone/>
                      </a:pPr>
                      <a:endParaRPr lang="en-US" sz="1800" b="0" i="0" u="none" strike="noStrike" dirty="0">
                        <a:solidFill>
                          <a:srgbClr val="000000"/>
                        </a:solidFill>
                        <a:effectLst/>
                        <a:latin typeface="Arial" panose="020B06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b">
                        <a:buNone/>
                      </a:pPr>
                      <a:endParaRPr lang="en-US" sz="1800" b="0" i="0" u="none" strike="noStrike">
                        <a:solidFill>
                          <a:srgbClr val="000000"/>
                        </a:solidFill>
                        <a:effectLst/>
                        <a:latin typeface="Arial" panose="020B06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b">
                        <a:buNone/>
                      </a:pPr>
                      <a:endParaRPr lang="en-US" sz="1800" b="0" i="0" u="none" strike="noStrike">
                        <a:solidFill>
                          <a:srgbClr val="000000"/>
                        </a:solidFill>
                        <a:effectLst/>
                        <a:latin typeface="Arial" panose="020B06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b">
                        <a:buNone/>
                      </a:pPr>
                      <a:endParaRPr lang="en-US" sz="1800" b="0" i="0" u="none" strike="noStrike" dirty="0">
                        <a:solidFill>
                          <a:srgbClr val="000000"/>
                        </a:solidFill>
                        <a:effectLst/>
                        <a:latin typeface="Arial" panose="020B06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b">
                        <a:buNone/>
                      </a:pPr>
                      <a:endParaRPr lang="en-US" sz="1800" b="0" i="0" u="none" strike="noStrike" dirty="0">
                        <a:solidFill>
                          <a:srgbClr val="000000"/>
                        </a:solidFill>
                        <a:effectLst/>
                        <a:latin typeface="Arial" panose="020B06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b">
                        <a:buNone/>
                      </a:pPr>
                      <a:endParaRPr lang="en-US" sz="900" b="0" i="0" u="none" strike="noStrike">
                        <a:solidFill>
                          <a:srgbClr val="000000"/>
                        </a:solidFill>
                        <a:effectLst/>
                        <a:latin typeface="Aptos Narrow" panose="020B00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buNone/>
                      </a:pPr>
                      <a:endParaRPr lang="en-US" sz="1800" b="0" i="0" u="none" strike="noStrike">
                        <a:solidFill>
                          <a:srgbClr val="000000"/>
                        </a:solidFill>
                        <a:effectLst/>
                        <a:latin typeface="Arial" panose="020B06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endParaRPr lang="en-US" sz="1800" b="0" i="0" u="none" strike="noStrike">
                        <a:solidFill>
                          <a:srgbClr val="000000"/>
                        </a:solidFill>
                        <a:effectLst/>
                        <a:latin typeface="Arial" panose="020B06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buNone/>
                      </a:pPr>
                      <a:endParaRPr lang="en-US" sz="900" b="0" i="0" u="none" strike="noStrike">
                        <a:solidFill>
                          <a:srgbClr val="000000"/>
                        </a:solidFill>
                        <a:effectLst/>
                        <a:latin typeface="Aptos Narrow" panose="020B00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dirty="0"/>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en-US" sz="1000" b="0" i="0" u="none" strike="noStrike">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en-US" sz="1000" b="0" i="0" u="none" strike="noStrike">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en-US" sz="1000" b="0" i="0" u="none" strike="noStrike" dirty="0">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en-US" sz="1000" b="0" i="0" u="none" strike="noStrike" dirty="0">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en-US" sz="1000" b="0" i="0" u="none" strike="noStrike" dirty="0">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en-US" sz="1000" b="0" i="0" u="none" strike="noStrike" dirty="0">
                        <a:solidFill>
                          <a:srgbClr val="000000"/>
                        </a:solidFill>
                        <a:effectLst/>
                        <a:latin typeface="Aptos Narrow" panose="020B00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en-US" sz="1000" b="0" i="0" u="none" strike="noStrike" dirty="0">
                        <a:solidFill>
                          <a:srgbClr val="000000"/>
                        </a:solidFill>
                        <a:effectLst/>
                        <a:latin typeface="Aptos Narrow" panose="020B00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en-US" sz="1000" b="0" i="0" u="none" strike="noStrike" dirty="0">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en-US" sz="1000" b="0" i="0" u="none" strike="noStrike" dirty="0">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en-US" sz="1000" b="0" i="0" u="none" strike="noStrike" dirty="0">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en-US" sz="1000" b="0" i="0" u="none" strike="noStrike" dirty="0">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en-US" sz="1000" b="0" i="0" u="none" strike="noStrike" dirty="0">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2">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000" b="0" i="0" u="none" strike="noStrike" dirty="0">
                          <a:solidFill>
                            <a:srgbClr val="000000"/>
                          </a:solidFill>
                          <a:effectLst/>
                          <a:latin typeface="Aptos Narrow" panose="020B0004020202020204" pitchFamily="34" charset="0"/>
                        </a:rPr>
                        <a:t>Deployment &amp; Go Live Activities</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1E876"/>
                    </a:solidFill>
                  </a:tcPr>
                </a:tc>
                <a:tc hMerge="1">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en-US" sz="1000" b="0" i="0" u="none" strike="noStrike" dirty="0">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en-US" sz="1000" b="0" i="0" u="none" strike="noStrike" dirty="0">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769633409"/>
                  </a:ext>
                </a:extLst>
              </a:tr>
            </a:tbl>
          </a:graphicData>
        </a:graphic>
      </p:graphicFrame>
      <p:sp>
        <p:nvSpPr>
          <p:cNvPr id="6" name="Star: 5 Points 5">
            <a:extLst>
              <a:ext uri="{FF2B5EF4-FFF2-40B4-BE49-F238E27FC236}">
                <a16:creationId xmlns:a16="http://schemas.microsoft.com/office/drawing/2014/main" id="{2EAA8E5F-7C5E-5D7F-58B8-62F351391B19}"/>
              </a:ext>
            </a:extLst>
          </p:cNvPr>
          <p:cNvSpPr/>
          <p:nvPr/>
        </p:nvSpPr>
        <p:spPr>
          <a:xfrm>
            <a:off x="11173839" y="5233234"/>
            <a:ext cx="386089" cy="323892"/>
          </a:xfrm>
          <a:prstGeom prst="star5">
            <a:avLst/>
          </a:prstGeom>
          <a:solidFill>
            <a:srgbClr val="00B05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500" b="0" i="0" u="none" strike="noStrike" kern="1200" cap="none" spc="0" normalizeH="0" baseline="0" noProof="0" err="1">
              <a:ln>
                <a:noFill/>
              </a:ln>
              <a:solidFill>
                <a:srgbClr val="FFFFFF"/>
              </a:solidFill>
              <a:effectLst/>
              <a:uLnTx/>
              <a:uFillTx/>
              <a:latin typeface="Arial"/>
              <a:ea typeface="+mn-ea"/>
              <a:cs typeface="+mn-cs"/>
            </a:endParaRPr>
          </a:p>
        </p:txBody>
      </p:sp>
      <p:sp>
        <p:nvSpPr>
          <p:cNvPr id="4" name="TextBox 3">
            <a:extLst>
              <a:ext uri="{FF2B5EF4-FFF2-40B4-BE49-F238E27FC236}">
                <a16:creationId xmlns:a16="http://schemas.microsoft.com/office/drawing/2014/main" id="{74872C43-1A55-9A16-D65C-43D376714550}"/>
              </a:ext>
            </a:extLst>
          </p:cNvPr>
          <p:cNvSpPr txBox="1"/>
          <p:nvPr/>
        </p:nvSpPr>
        <p:spPr>
          <a:xfrm>
            <a:off x="9600127" y="81638"/>
            <a:ext cx="1971183" cy="729395"/>
          </a:xfrm>
          <a:prstGeom prst="rect">
            <a:avLst/>
          </a:prstGeom>
          <a:solidFill>
            <a:schemeClr val="bg1"/>
          </a:solidFill>
          <a:ln>
            <a:solidFill>
              <a:schemeClr val="accent1"/>
            </a:solidFill>
          </a:ln>
        </p:spPr>
        <p:txBody>
          <a:bodyPr vert="horz" wrap="square" lIns="0" tIns="0" rIns="0" bIns="0" rtlCol="0" anchor="t" anchorCtr="0">
            <a:noAutofit/>
          </a:bodyPr>
          <a:lstStyle/>
          <a:p>
            <a:pPr>
              <a:spcAft>
                <a:spcPts val="600"/>
              </a:spcAft>
            </a:pPr>
            <a:r>
              <a:rPr lang="en-US" sz="1100" b="1" dirty="0">
                <a:solidFill>
                  <a:schemeClr val="tx2"/>
                </a:solidFill>
              </a:rPr>
              <a:t>Page team has confirmed completion of development of Primary module by 21</a:t>
            </a:r>
            <a:r>
              <a:rPr lang="en-US" sz="1100" b="1" baseline="30000" dirty="0">
                <a:solidFill>
                  <a:schemeClr val="tx2"/>
                </a:solidFill>
              </a:rPr>
              <a:t>st</a:t>
            </a:r>
            <a:r>
              <a:rPr lang="en-US" sz="1100" b="1" dirty="0">
                <a:solidFill>
                  <a:schemeClr val="tx2"/>
                </a:solidFill>
              </a:rPr>
              <a:t> April (Delay of ~3 months)</a:t>
            </a:r>
          </a:p>
        </p:txBody>
      </p:sp>
    </p:spTree>
    <p:extLst>
      <p:ext uri="{BB962C8B-B14F-4D97-AF65-F5344CB8AC3E}">
        <p14:creationId xmlns:p14="http://schemas.microsoft.com/office/powerpoint/2010/main" val="3770642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3609E-D7C6-778A-0D76-B1CEC908857A}"/>
              </a:ext>
            </a:extLst>
          </p:cNvPr>
          <p:cNvSpPr>
            <a:spLocks noGrp="1"/>
          </p:cNvSpPr>
          <p:nvPr>
            <p:ph type="title"/>
          </p:nvPr>
        </p:nvSpPr>
        <p:spPr/>
        <p:txBody>
          <a:bodyPr/>
          <a:lstStyle/>
          <a:p>
            <a:r>
              <a:rPr lang="en-US" dirty="0"/>
              <a:t>Load Testing Status Update</a:t>
            </a:r>
          </a:p>
        </p:txBody>
      </p:sp>
      <p:graphicFrame>
        <p:nvGraphicFramePr>
          <p:cNvPr id="3" name="Table 2">
            <a:extLst>
              <a:ext uri="{FF2B5EF4-FFF2-40B4-BE49-F238E27FC236}">
                <a16:creationId xmlns:a16="http://schemas.microsoft.com/office/drawing/2014/main" id="{E23A997A-9CE5-9F6D-BFEC-16F3D16EE17C}"/>
              </a:ext>
            </a:extLst>
          </p:cNvPr>
          <p:cNvGraphicFramePr>
            <a:graphicFrameLocks noGrp="1"/>
          </p:cNvGraphicFramePr>
          <p:nvPr>
            <p:extLst>
              <p:ext uri="{D42A27DB-BD31-4B8C-83A1-F6EECF244321}">
                <p14:modId xmlns:p14="http://schemas.microsoft.com/office/powerpoint/2010/main" val="2706571652"/>
              </p:ext>
            </p:extLst>
          </p:nvPr>
        </p:nvGraphicFramePr>
        <p:xfrm>
          <a:off x="566382" y="1131146"/>
          <a:ext cx="10891050" cy="4528992"/>
        </p:xfrm>
        <a:graphic>
          <a:graphicData uri="http://schemas.openxmlformats.org/drawingml/2006/table">
            <a:tbl>
              <a:tblPr firstRow="1" bandRow="1">
                <a:tableStyleId>{5C22544A-7EE6-4342-B048-85BDC9FD1C3A}</a:tableStyleId>
              </a:tblPr>
              <a:tblGrid>
                <a:gridCol w="1581294">
                  <a:extLst>
                    <a:ext uri="{9D8B030D-6E8A-4147-A177-3AD203B41FA5}">
                      <a16:colId xmlns:a16="http://schemas.microsoft.com/office/drawing/2014/main" val="3022420129"/>
                    </a:ext>
                  </a:extLst>
                </a:gridCol>
                <a:gridCol w="2775126">
                  <a:extLst>
                    <a:ext uri="{9D8B030D-6E8A-4147-A177-3AD203B41FA5}">
                      <a16:colId xmlns:a16="http://schemas.microsoft.com/office/drawing/2014/main" val="3312037354"/>
                    </a:ext>
                  </a:extLst>
                </a:gridCol>
                <a:gridCol w="2178210">
                  <a:extLst>
                    <a:ext uri="{9D8B030D-6E8A-4147-A177-3AD203B41FA5}">
                      <a16:colId xmlns:a16="http://schemas.microsoft.com/office/drawing/2014/main" val="427346072"/>
                    </a:ext>
                  </a:extLst>
                </a:gridCol>
                <a:gridCol w="2178210">
                  <a:extLst>
                    <a:ext uri="{9D8B030D-6E8A-4147-A177-3AD203B41FA5}">
                      <a16:colId xmlns:a16="http://schemas.microsoft.com/office/drawing/2014/main" val="4261476310"/>
                    </a:ext>
                  </a:extLst>
                </a:gridCol>
                <a:gridCol w="2178210">
                  <a:extLst>
                    <a:ext uri="{9D8B030D-6E8A-4147-A177-3AD203B41FA5}">
                      <a16:colId xmlns:a16="http://schemas.microsoft.com/office/drawing/2014/main" val="1396920782"/>
                    </a:ext>
                  </a:extLst>
                </a:gridCol>
              </a:tblGrid>
              <a:tr h="348384">
                <a:tc>
                  <a:txBody>
                    <a:bodyPr/>
                    <a:lstStyle/>
                    <a:p>
                      <a:pPr algn="ctr" fontAlgn="t">
                        <a:buNone/>
                      </a:pPr>
                      <a:r>
                        <a:rPr lang="en-US" sz="1100" b="0" i="0" u="none" strike="noStrike" dirty="0" err="1">
                          <a:solidFill>
                            <a:schemeClr val="bg1"/>
                          </a:solidFill>
                          <a:effectLst/>
                          <a:latin typeface="Aptos Narrow" panose="020B0004020202020204" pitchFamily="34" charset="0"/>
                        </a:rPr>
                        <a:t>Sl.No</a:t>
                      </a:r>
                      <a:r>
                        <a:rPr lang="en-US" sz="1100" b="0" i="0" u="none" strike="noStrike" dirty="0">
                          <a:solidFill>
                            <a:schemeClr val="bg1"/>
                          </a:solidFill>
                          <a:effectLst/>
                          <a:latin typeface="Aptos Narrow" panose="020B0004020202020204" pitchFamily="34" charset="0"/>
                        </a:rPr>
                        <a:t>.</a:t>
                      </a:r>
                    </a:p>
                  </a:txBody>
                  <a:tcPr marL="6350" marR="6350" marT="6350" anchor="ctr"/>
                </a:tc>
                <a:tc>
                  <a:txBody>
                    <a:bodyPr/>
                    <a:lstStyle/>
                    <a:p>
                      <a:pPr>
                        <a:buNone/>
                      </a:pPr>
                      <a:r>
                        <a:rPr lang="en-US" sz="1000" dirty="0"/>
                        <a:t>Module</a:t>
                      </a:r>
                    </a:p>
                  </a:txBody>
                  <a:tcPr anchor="ctr"/>
                </a:tc>
                <a:tc>
                  <a:txBody>
                    <a:bodyPr/>
                    <a:lstStyle/>
                    <a:p>
                      <a:pPr algn="ctr" fontAlgn="t">
                        <a:buNone/>
                      </a:pPr>
                      <a:r>
                        <a:rPr lang="en-US" sz="1000" b="1" kern="1200" dirty="0">
                          <a:solidFill>
                            <a:schemeClr val="lt1"/>
                          </a:solidFill>
                          <a:latin typeface="+mn-lt"/>
                          <a:ea typeface="+mn-ea"/>
                          <a:cs typeface="+mn-cs"/>
                        </a:rPr>
                        <a:t>1 CP</a:t>
                      </a:r>
                    </a:p>
                  </a:txBody>
                  <a:tcPr marL="6350" marR="6350" marT="6350" anchor="ctr"/>
                </a:tc>
                <a:tc>
                  <a:txBody>
                    <a:bodyPr/>
                    <a:lstStyle/>
                    <a:p>
                      <a:pPr algn="ctr" fontAlgn="t">
                        <a:buNone/>
                      </a:pPr>
                      <a:r>
                        <a:rPr lang="en-US" sz="1000" b="1" kern="1200" dirty="0">
                          <a:solidFill>
                            <a:schemeClr val="lt1"/>
                          </a:solidFill>
                          <a:latin typeface="+mn-lt"/>
                          <a:ea typeface="+mn-ea"/>
                          <a:cs typeface="+mn-cs"/>
                        </a:rPr>
                        <a:t>2 CPs</a:t>
                      </a:r>
                    </a:p>
                  </a:txBody>
                  <a:tcPr marL="6350" marR="6350" marT="6350" anchor="ctr"/>
                </a:tc>
                <a:tc>
                  <a:txBody>
                    <a:bodyPr/>
                    <a:lstStyle/>
                    <a:p>
                      <a:pPr algn="ctr" fontAlgn="t">
                        <a:buNone/>
                      </a:pPr>
                      <a:r>
                        <a:rPr lang="en-US" sz="1000" b="1" kern="1200" dirty="0">
                          <a:solidFill>
                            <a:schemeClr val="lt1"/>
                          </a:solidFill>
                          <a:latin typeface="+mn-lt"/>
                          <a:ea typeface="+mn-ea"/>
                          <a:cs typeface="+mn-cs"/>
                        </a:rPr>
                        <a:t>100 CPs</a:t>
                      </a:r>
                    </a:p>
                  </a:txBody>
                  <a:tcPr marL="6350" marR="6350" marT="6350" anchor="ctr"/>
                </a:tc>
                <a:extLst>
                  <a:ext uri="{0D108BD9-81ED-4DB2-BD59-A6C34878D82A}">
                    <a16:rowId xmlns:a16="http://schemas.microsoft.com/office/drawing/2014/main" val="990784677"/>
                  </a:ext>
                </a:extLst>
              </a:tr>
              <a:tr h="348384">
                <a:tc>
                  <a:txBody>
                    <a:bodyPr/>
                    <a:lstStyle/>
                    <a:p>
                      <a:pPr algn="ctr" fontAlgn="t">
                        <a:buNone/>
                      </a:pPr>
                      <a:r>
                        <a:rPr lang="en-US" sz="1100" b="0" i="0" u="none" strike="noStrike" dirty="0">
                          <a:solidFill>
                            <a:srgbClr val="000000"/>
                          </a:solidFill>
                          <a:effectLst/>
                          <a:latin typeface="Aptos Narrow" panose="020B0004020202020204" pitchFamily="34" charset="0"/>
                        </a:rPr>
                        <a:t>1</a:t>
                      </a:r>
                    </a:p>
                  </a:txBody>
                  <a:tcPr marL="6350" marR="6350" marT="6350" anchor="ctr">
                    <a:solidFill>
                      <a:srgbClr val="DAF2D0"/>
                    </a:solidFill>
                  </a:tcPr>
                </a:tc>
                <a:tc>
                  <a:txBody>
                    <a:bodyPr/>
                    <a:lstStyle/>
                    <a:p>
                      <a:pPr>
                        <a:buNone/>
                      </a:pPr>
                      <a:r>
                        <a:rPr lang="en-US" sz="1000" dirty="0"/>
                        <a:t>GRN-MC</a:t>
                      </a:r>
                    </a:p>
                  </a:txBody>
                  <a:tcPr anchor="ctr">
                    <a:solidFill>
                      <a:srgbClr val="DAF2D0"/>
                    </a:solidFill>
                  </a:tcPr>
                </a:tc>
                <a:tc>
                  <a:txBody>
                    <a:bodyPr/>
                    <a:lstStyle/>
                    <a:p>
                      <a:pPr algn="ctr" fontAlgn="t">
                        <a:buNone/>
                      </a:pPr>
                      <a:r>
                        <a:rPr kumimoji="0" lang="en-US" sz="1100" b="0" i="0" u="none" strike="noStrike" kern="1200" cap="none" spc="0" normalizeH="0" baseline="0" noProof="0" dirty="0">
                          <a:ln>
                            <a:noFill/>
                          </a:ln>
                          <a:solidFill>
                            <a:srgbClr val="000000"/>
                          </a:solidFill>
                          <a:effectLst/>
                          <a:uLnTx/>
                          <a:uFillTx/>
                          <a:latin typeface="Aptos Narrow" panose="020B0004020202020204" pitchFamily="34" charset="0"/>
                          <a:ea typeface="+mn-ea"/>
                          <a:cs typeface="+mn-cs"/>
                        </a:rPr>
                        <a:t>Completed</a:t>
                      </a:r>
                      <a:endParaRPr lang="en-US" sz="1100" b="0" i="0" u="none" strike="noStrike" dirty="0">
                        <a:solidFill>
                          <a:srgbClr val="000000"/>
                        </a:solidFill>
                        <a:effectLst/>
                        <a:latin typeface="Aptos Narrow" panose="020B0004020202020204" pitchFamily="34" charset="0"/>
                      </a:endParaRPr>
                    </a:p>
                  </a:txBody>
                  <a:tcPr marL="6350" marR="6350" marT="6350" anchor="ctr">
                    <a:solidFill>
                      <a:srgbClr val="DAF2D0"/>
                    </a:solidFill>
                  </a:tcPr>
                </a:tc>
                <a:tc>
                  <a:txBody>
                    <a:bodyPr/>
                    <a:lstStyle/>
                    <a:p>
                      <a:pPr algn="ctr" fontAlgn="t">
                        <a:buNone/>
                      </a:pPr>
                      <a:r>
                        <a:rPr kumimoji="0" lang="en-US" sz="1100" b="0" i="0" u="none" strike="noStrike" kern="1200" cap="none" spc="0" normalizeH="0" baseline="0" noProof="0">
                          <a:ln>
                            <a:noFill/>
                          </a:ln>
                          <a:solidFill>
                            <a:srgbClr val="000000"/>
                          </a:solidFill>
                          <a:effectLst/>
                          <a:uLnTx/>
                          <a:uFillTx/>
                          <a:latin typeface="Aptos Narrow" panose="020B0004020202020204" pitchFamily="34" charset="0"/>
                          <a:ea typeface="+mn-ea"/>
                          <a:cs typeface="+mn-cs"/>
                        </a:rPr>
                        <a:t>Completed</a:t>
                      </a:r>
                      <a:endParaRPr lang="en-US" sz="1100" b="0" i="0" u="none" strike="noStrike">
                        <a:solidFill>
                          <a:srgbClr val="000000"/>
                        </a:solidFill>
                        <a:effectLst/>
                        <a:latin typeface="Aptos Narrow" panose="020B0004020202020204" pitchFamily="34" charset="0"/>
                      </a:endParaRPr>
                    </a:p>
                  </a:txBody>
                  <a:tcPr marL="6350" marR="6350" marT="6350" anchor="ctr">
                    <a:solidFill>
                      <a:srgbClr val="DAF2D0"/>
                    </a:solidFill>
                  </a:tcPr>
                </a:tc>
                <a:tc>
                  <a:txBody>
                    <a:bodyPr/>
                    <a:lstStyle/>
                    <a:p>
                      <a:pPr algn="ctr" fontAlgn="t">
                        <a:buNone/>
                      </a:pPr>
                      <a:r>
                        <a:rPr lang="en-US" sz="1100" b="0" i="0" u="none" strike="noStrike">
                          <a:solidFill>
                            <a:srgbClr val="000000"/>
                          </a:solidFill>
                          <a:effectLst/>
                          <a:latin typeface="Aptos Narrow" panose="020B0004020202020204" pitchFamily="34" charset="0"/>
                        </a:rPr>
                        <a:t>Pending</a:t>
                      </a:r>
                    </a:p>
                  </a:txBody>
                  <a:tcPr marL="6350" marR="6350" marT="6350" anchor="ctr"/>
                </a:tc>
                <a:extLst>
                  <a:ext uri="{0D108BD9-81ED-4DB2-BD59-A6C34878D82A}">
                    <a16:rowId xmlns:a16="http://schemas.microsoft.com/office/drawing/2014/main" val="1374088696"/>
                  </a:ext>
                </a:extLst>
              </a:tr>
              <a:tr h="348384">
                <a:tc>
                  <a:txBody>
                    <a:bodyPr/>
                    <a:lstStyle/>
                    <a:p>
                      <a:pPr algn="ctr" fontAlgn="t">
                        <a:buNone/>
                      </a:pPr>
                      <a:r>
                        <a:rPr lang="en-US" sz="1100" b="0" i="0" u="none" strike="noStrike">
                          <a:solidFill>
                            <a:srgbClr val="000000"/>
                          </a:solidFill>
                          <a:effectLst/>
                          <a:latin typeface="Aptos Narrow" panose="020B0004020202020204" pitchFamily="34" charset="0"/>
                        </a:rPr>
                        <a:t>2</a:t>
                      </a:r>
                    </a:p>
                  </a:txBody>
                  <a:tcPr marL="6350" marR="6350" marT="6350" anchor="ctr">
                    <a:solidFill>
                      <a:srgbClr val="DAF2D0"/>
                    </a:solidFill>
                  </a:tcPr>
                </a:tc>
                <a:tc>
                  <a:txBody>
                    <a:bodyPr/>
                    <a:lstStyle/>
                    <a:p>
                      <a:pPr>
                        <a:buNone/>
                      </a:pPr>
                      <a:r>
                        <a:rPr lang="en-US" sz="1000" dirty="0"/>
                        <a:t>GRN-BB</a:t>
                      </a:r>
                    </a:p>
                  </a:txBody>
                  <a:tcPr anchor="ctr">
                    <a:solidFill>
                      <a:srgbClr val="DAF2D0"/>
                    </a:solidFill>
                  </a:tcPr>
                </a:tc>
                <a:tc>
                  <a:txBody>
                    <a:bodyPr/>
                    <a:lstStyle/>
                    <a:p>
                      <a:pPr algn="ctr" fontAlgn="t">
                        <a:buNone/>
                      </a:pPr>
                      <a:r>
                        <a:rPr kumimoji="0" lang="en-US" sz="1100" b="0" i="0" u="none" strike="noStrike" kern="1200" cap="none" spc="0" normalizeH="0" baseline="0" noProof="0">
                          <a:ln>
                            <a:noFill/>
                          </a:ln>
                          <a:solidFill>
                            <a:srgbClr val="000000"/>
                          </a:solidFill>
                          <a:effectLst/>
                          <a:uLnTx/>
                          <a:uFillTx/>
                          <a:latin typeface="Aptos Narrow" panose="020B0004020202020204" pitchFamily="34" charset="0"/>
                          <a:ea typeface="+mn-ea"/>
                          <a:cs typeface="+mn-cs"/>
                        </a:rPr>
                        <a:t>Completed</a:t>
                      </a:r>
                      <a:endParaRPr lang="en-US" sz="1100" b="0" i="0" u="none" strike="noStrike" dirty="0">
                        <a:solidFill>
                          <a:srgbClr val="000000"/>
                        </a:solidFill>
                        <a:effectLst/>
                        <a:latin typeface="Aptos Narrow" panose="020B0004020202020204" pitchFamily="34" charset="0"/>
                      </a:endParaRPr>
                    </a:p>
                  </a:txBody>
                  <a:tcPr marL="6350" marR="6350" marT="6350" anchor="ctr">
                    <a:solidFill>
                      <a:srgbClr val="DAF2D0"/>
                    </a:solidFill>
                  </a:tcPr>
                </a:tc>
                <a:tc>
                  <a:txBody>
                    <a:bodyPr/>
                    <a:lstStyle/>
                    <a:p>
                      <a:pPr algn="ctr" fontAlgn="t">
                        <a:buNone/>
                      </a:pPr>
                      <a:r>
                        <a:rPr kumimoji="0" lang="en-US" sz="1100" b="0" i="0" u="none" strike="noStrike" kern="1200" cap="none" spc="0" normalizeH="0" baseline="0" noProof="0">
                          <a:ln>
                            <a:noFill/>
                          </a:ln>
                          <a:solidFill>
                            <a:srgbClr val="000000"/>
                          </a:solidFill>
                          <a:effectLst/>
                          <a:uLnTx/>
                          <a:uFillTx/>
                          <a:latin typeface="Aptos Narrow" panose="020B0004020202020204" pitchFamily="34" charset="0"/>
                          <a:ea typeface="+mn-ea"/>
                          <a:cs typeface="+mn-cs"/>
                        </a:rPr>
                        <a:t>Completed</a:t>
                      </a:r>
                      <a:endParaRPr lang="en-US" sz="1100" b="0" i="0" u="none" strike="noStrike">
                        <a:solidFill>
                          <a:srgbClr val="000000"/>
                        </a:solidFill>
                        <a:effectLst/>
                        <a:latin typeface="Aptos Narrow" panose="020B0004020202020204" pitchFamily="34" charset="0"/>
                      </a:endParaRPr>
                    </a:p>
                  </a:txBody>
                  <a:tcPr marL="6350" marR="6350" marT="6350" anchor="ctr">
                    <a:solidFill>
                      <a:srgbClr val="DAF2D0"/>
                    </a:solidFill>
                  </a:tcPr>
                </a:tc>
                <a:tc>
                  <a:txBody>
                    <a:bodyPr/>
                    <a:lstStyle/>
                    <a:p>
                      <a:pPr algn="ctr" fontAlgn="t">
                        <a:buNone/>
                      </a:pPr>
                      <a:r>
                        <a:rPr lang="en-US" sz="1100" b="0" i="0" u="none" strike="noStrike">
                          <a:solidFill>
                            <a:srgbClr val="000000"/>
                          </a:solidFill>
                          <a:effectLst/>
                          <a:latin typeface="Aptos Narrow" panose="020B0004020202020204" pitchFamily="34" charset="0"/>
                        </a:rPr>
                        <a:t>Pending</a:t>
                      </a:r>
                    </a:p>
                  </a:txBody>
                  <a:tcPr marL="6350" marR="6350" marT="6350" anchor="ctr"/>
                </a:tc>
                <a:extLst>
                  <a:ext uri="{0D108BD9-81ED-4DB2-BD59-A6C34878D82A}">
                    <a16:rowId xmlns:a16="http://schemas.microsoft.com/office/drawing/2014/main" val="406224457"/>
                  </a:ext>
                </a:extLst>
              </a:tr>
              <a:tr h="348384">
                <a:tc>
                  <a:txBody>
                    <a:bodyPr/>
                    <a:lstStyle/>
                    <a:p>
                      <a:pPr algn="ctr" fontAlgn="t">
                        <a:buNone/>
                      </a:pPr>
                      <a:r>
                        <a:rPr lang="en-US" sz="1100" b="0" i="0" u="none" strike="noStrike">
                          <a:solidFill>
                            <a:srgbClr val="000000"/>
                          </a:solidFill>
                          <a:effectLst/>
                          <a:latin typeface="Aptos Narrow" panose="020B0004020202020204" pitchFamily="34" charset="0"/>
                        </a:rPr>
                        <a:t>3</a:t>
                      </a:r>
                    </a:p>
                  </a:txBody>
                  <a:tcPr marL="6350" marR="6350" marT="6350" anchor="ctr">
                    <a:solidFill>
                      <a:srgbClr val="DAF2D0"/>
                    </a:solidFill>
                  </a:tcPr>
                </a:tc>
                <a:tc>
                  <a:txBody>
                    <a:bodyPr/>
                    <a:lstStyle/>
                    <a:p>
                      <a:pPr>
                        <a:buNone/>
                      </a:pPr>
                      <a:r>
                        <a:rPr lang="en-US" sz="1000" dirty="0"/>
                        <a:t>Inventory Audit</a:t>
                      </a:r>
                    </a:p>
                  </a:txBody>
                  <a:tcPr anchor="ctr">
                    <a:solidFill>
                      <a:srgbClr val="DAF2D0"/>
                    </a:solidFill>
                  </a:tcPr>
                </a:tc>
                <a:tc>
                  <a:txBody>
                    <a:bodyPr/>
                    <a:lstStyle/>
                    <a:p>
                      <a:pPr algn="ctr" fontAlgn="t">
                        <a:buNone/>
                      </a:pPr>
                      <a:r>
                        <a:rPr kumimoji="0" lang="en-US" sz="1100" b="0" i="0" u="none" strike="noStrike" kern="1200" cap="none" spc="0" normalizeH="0" baseline="0" noProof="0">
                          <a:ln>
                            <a:noFill/>
                          </a:ln>
                          <a:solidFill>
                            <a:srgbClr val="000000"/>
                          </a:solidFill>
                          <a:effectLst/>
                          <a:uLnTx/>
                          <a:uFillTx/>
                          <a:latin typeface="Aptos Narrow" panose="020B0004020202020204" pitchFamily="34" charset="0"/>
                          <a:ea typeface="+mn-ea"/>
                          <a:cs typeface="+mn-cs"/>
                        </a:rPr>
                        <a:t>Completed</a:t>
                      </a:r>
                      <a:endParaRPr lang="en-US" sz="1100" b="0" i="0" u="none" strike="noStrike" dirty="0">
                        <a:solidFill>
                          <a:srgbClr val="000000"/>
                        </a:solidFill>
                        <a:effectLst/>
                        <a:latin typeface="Aptos Narrow" panose="020B0004020202020204" pitchFamily="34" charset="0"/>
                      </a:endParaRPr>
                    </a:p>
                  </a:txBody>
                  <a:tcPr marL="6350" marR="6350" marT="6350" anchor="ctr">
                    <a:solidFill>
                      <a:srgbClr val="DAF2D0"/>
                    </a:solidFill>
                  </a:tcPr>
                </a:tc>
                <a:tc>
                  <a:txBody>
                    <a:bodyPr/>
                    <a:lstStyle/>
                    <a:p>
                      <a:pPr algn="ctr" fontAlgn="t">
                        <a:buNone/>
                      </a:pPr>
                      <a:r>
                        <a:rPr kumimoji="0" lang="en-US" sz="1100" b="0" i="0" u="none" strike="noStrike" kern="1200" cap="none" spc="0" normalizeH="0" baseline="0" noProof="0">
                          <a:ln>
                            <a:noFill/>
                          </a:ln>
                          <a:solidFill>
                            <a:srgbClr val="000000"/>
                          </a:solidFill>
                          <a:effectLst/>
                          <a:uLnTx/>
                          <a:uFillTx/>
                          <a:latin typeface="Aptos Narrow" panose="020B0004020202020204" pitchFamily="34" charset="0"/>
                          <a:ea typeface="+mn-ea"/>
                          <a:cs typeface="+mn-cs"/>
                        </a:rPr>
                        <a:t>Completed</a:t>
                      </a:r>
                      <a:endParaRPr lang="en-US" sz="1100" b="0" i="0" u="none" strike="noStrike">
                        <a:solidFill>
                          <a:srgbClr val="000000"/>
                        </a:solidFill>
                        <a:effectLst/>
                        <a:latin typeface="Aptos Narrow" panose="020B0004020202020204" pitchFamily="34" charset="0"/>
                      </a:endParaRPr>
                    </a:p>
                  </a:txBody>
                  <a:tcPr marL="6350" marR="6350" marT="6350" anchor="ctr">
                    <a:solidFill>
                      <a:srgbClr val="DAF2D0"/>
                    </a:solidFill>
                  </a:tcPr>
                </a:tc>
                <a:tc>
                  <a:txBody>
                    <a:bodyPr/>
                    <a:lstStyle/>
                    <a:p>
                      <a:pPr algn="ctr" fontAlgn="t">
                        <a:buNone/>
                      </a:pPr>
                      <a:r>
                        <a:rPr lang="en-US" sz="1100" b="0" i="0" u="none" strike="noStrike">
                          <a:solidFill>
                            <a:srgbClr val="000000"/>
                          </a:solidFill>
                          <a:effectLst/>
                          <a:latin typeface="Aptos Narrow" panose="020B0004020202020204" pitchFamily="34" charset="0"/>
                        </a:rPr>
                        <a:t>Pending</a:t>
                      </a:r>
                    </a:p>
                  </a:txBody>
                  <a:tcPr marL="6350" marR="6350" marT="6350" anchor="ctr"/>
                </a:tc>
                <a:extLst>
                  <a:ext uri="{0D108BD9-81ED-4DB2-BD59-A6C34878D82A}">
                    <a16:rowId xmlns:a16="http://schemas.microsoft.com/office/drawing/2014/main" val="3874389611"/>
                  </a:ext>
                </a:extLst>
              </a:tr>
              <a:tr h="348384">
                <a:tc>
                  <a:txBody>
                    <a:bodyPr/>
                    <a:lstStyle/>
                    <a:p>
                      <a:pPr algn="ctr" fontAlgn="t">
                        <a:buNone/>
                      </a:pPr>
                      <a:r>
                        <a:rPr lang="en-US" sz="1100" b="0" i="0" u="none" strike="noStrike">
                          <a:solidFill>
                            <a:srgbClr val="000000"/>
                          </a:solidFill>
                          <a:effectLst/>
                          <a:latin typeface="Aptos Narrow" panose="020B0004020202020204" pitchFamily="34" charset="0"/>
                        </a:rPr>
                        <a:t>4</a:t>
                      </a:r>
                    </a:p>
                  </a:txBody>
                  <a:tcPr marL="6350" marR="6350" marT="6350" anchor="ctr">
                    <a:solidFill>
                      <a:srgbClr val="DAF2D0"/>
                    </a:solidFill>
                  </a:tcPr>
                </a:tc>
                <a:tc>
                  <a:txBody>
                    <a:bodyPr/>
                    <a:lstStyle/>
                    <a:p>
                      <a:pPr>
                        <a:buNone/>
                      </a:pPr>
                      <a:r>
                        <a:rPr lang="en-US" sz="1000" dirty="0"/>
                        <a:t>SFA API for Order creation in salesforce</a:t>
                      </a:r>
                    </a:p>
                  </a:txBody>
                  <a:tcPr anchor="ctr">
                    <a:solidFill>
                      <a:srgbClr val="DAF2D0"/>
                    </a:solidFill>
                  </a:tcPr>
                </a:tc>
                <a:tc>
                  <a:txBody>
                    <a:bodyPr/>
                    <a:lstStyle/>
                    <a:p>
                      <a:pPr algn="ctr" fontAlgn="t">
                        <a:buNone/>
                      </a:pPr>
                      <a:r>
                        <a:rPr kumimoji="0" lang="en-US" sz="1100" b="0" i="0" u="none" strike="noStrike" kern="1200" cap="none" spc="0" normalizeH="0" baseline="0" noProof="0">
                          <a:ln>
                            <a:noFill/>
                          </a:ln>
                          <a:solidFill>
                            <a:srgbClr val="000000"/>
                          </a:solidFill>
                          <a:effectLst/>
                          <a:uLnTx/>
                          <a:uFillTx/>
                          <a:latin typeface="Aptos Narrow" panose="020B0004020202020204" pitchFamily="34" charset="0"/>
                          <a:ea typeface="+mn-ea"/>
                          <a:cs typeface="+mn-cs"/>
                        </a:rPr>
                        <a:t>Completed</a:t>
                      </a:r>
                      <a:endParaRPr lang="en-US" sz="1100" b="0" i="0" u="none" strike="noStrike" dirty="0">
                        <a:solidFill>
                          <a:srgbClr val="000000"/>
                        </a:solidFill>
                        <a:effectLst/>
                        <a:latin typeface="Aptos Narrow" panose="020B0004020202020204" pitchFamily="34" charset="0"/>
                      </a:endParaRPr>
                    </a:p>
                  </a:txBody>
                  <a:tcPr marL="6350" marR="6350" marT="6350" anchor="ctr">
                    <a:solidFill>
                      <a:srgbClr val="DAF2D0"/>
                    </a:solidFill>
                  </a:tcPr>
                </a:tc>
                <a:tc>
                  <a:txBody>
                    <a:bodyPr/>
                    <a:lstStyle/>
                    <a:p>
                      <a:pPr algn="ctr" fontAlgn="t">
                        <a:buNone/>
                      </a:pPr>
                      <a:r>
                        <a:rPr kumimoji="0" lang="en-US" sz="1100" b="0" i="0" u="none" strike="noStrike" kern="1200" cap="none" spc="0" normalizeH="0" baseline="0" noProof="0">
                          <a:ln>
                            <a:noFill/>
                          </a:ln>
                          <a:solidFill>
                            <a:srgbClr val="000000"/>
                          </a:solidFill>
                          <a:effectLst/>
                          <a:uLnTx/>
                          <a:uFillTx/>
                          <a:latin typeface="Aptos Narrow" panose="020B0004020202020204" pitchFamily="34" charset="0"/>
                          <a:ea typeface="+mn-ea"/>
                          <a:cs typeface="+mn-cs"/>
                        </a:rPr>
                        <a:t>Completed</a:t>
                      </a:r>
                      <a:endParaRPr lang="en-US" sz="1100" b="0" i="0" u="none" strike="noStrike" dirty="0">
                        <a:solidFill>
                          <a:srgbClr val="000000"/>
                        </a:solidFill>
                        <a:effectLst/>
                        <a:latin typeface="Aptos Narrow" panose="020B0004020202020204" pitchFamily="34" charset="0"/>
                      </a:endParaRPr>
                    </a:p>
                  </a:txBody>
                  <a:tcPr marL="6350" marR="6350" marT="6350" anchor="ctr">
                    <a:solidFill>
                      <a:srgbClr val="DAF2D0"/>
                    </a:solidFill>
                  </a:tcPr>
                </a:tc>
                <a:tc>
                  <a:txBody>
                    <a:bodyPr/>
                    <a:lstStyle/>
                    <a:p>
                      <a:pPr algn="ctr" fontAlgn="t">
                        <a:buNone/>
                      </a:pPr>
                      <a:r>
                        <a:rPr lang="en-US" sz="1100" b="0" i="0" u="none" strike="noStrike">
                          <a:solidFill>
                            <a:srgbClr val="000000"/>
                          </a:solidFill>
                          <a:effectLst/>
                          <a:latin typeface="Aptos Narrow" panose="020B0004020202020204" pitchFamily="34" charset="0"/>
                        </a:rPr>
                        <a:t>Pending</a:t>
                      </a:r>
                    </a:p>
                  </a:txBody>
                  <a:tcPr marL="6350" marR="6350" marT="6350" anchor="ctr"/>
                </a:tc>
                <a:extLst>
                  <a:ext uri="{0D108BD9-81ED-4DB2-BD59-A6C34878D82A}">
                    <a16:rowId xmlns:a16="http://schemas.microsoft.com/office/drawing/2014/main" val="3812558102"/>
                  </a:ext>
                </a:extLst>
              </a:tr>
              <a:tr h="348384">
                <a:tc>
                  <a:txBody>
                    <a:bodyPr/>
                    <a:lstStyle/>
                    <a:p>
                      <a:pPr algn="ctr" fontAlgn="t">
                        <a:buNone/>
                      </a:pPr>
                      <a:r>
                        <a:rPr lang="en-US" sz="1100" b="0" i="0" u="none" strike="noStrike">
                          <a:solidFill>
                            <a:srgbClr val="000000"/>
                          </a:solidFill>
                          <a:effectLst/>
                          <a:latin typeface="Aptos Narrow" panose="020B0004020202020204" pitchFamily="34" charset="0"/>
                        </a:rPr>
                        <a:t>5</a:t>
                      </a:r>
                    </a:p>
                  </a:txBody>
                  <a:tcPr marL="6350" marR="6350" marT="6350" anchor="ctr">
                    <a:solidFill>
                      <a:srgbClr val="DAF2D0"/>
                    </a:solidFill>
                  </a:tcPr>
                </a:tc>
                <a:tc>
                  <a:txBody>
                    <a:bodyPr/>
                    <a:lstStyle/>
                    <a:p>
                      <a:pPr>
                        <a:buNone/>
                      </a:pPr>
                      <a:r>
                        <a:rPr lang="en-US" sz="1000" dirty="0"/>
                        <a:t>MUB Indicator SO/DSO</a:t>
                      </a:r>
                    </a:p>
                  </a:txBody>
                  <a:tcPr anchor="ctr">
                    <a:solidFill>
                      <a:srgbClr val="DAF2D0"/>
                    </a:solidFill>
                  </a:tcPr>
                </a:tc>
                <a:tc>
                  <a:txBody>
                    <a:bodyPr/>
                    <a:lstStyle/>
                    <a:p>
                      <a:pPr algn="ctr" fontAlgn="t">
                        <a:buNone/>
                      </a:pPr>
                      <a:r>
                        <a:rPr kumimoji="0" lang="en-US" sz="1100" b="0" i="0" u="none" strike="noStrike" kern="1200" cap="none" spc="0" normalizeH="0" baseline="0" noProof="0" dirty="0">
                          <a:ln>
                            <a:noFill/>
                          </a:ln>
                          <a:solidFill>
                            <a:srgbClr val="000000"/>
                          </a:solidFill>
                          <a:effectLst/>
                          <a:uLnTx/>
                          <a:uFillTx/>
                          <a:latin typeface="Aptos Narrow" panose="020B0004020202020204" pitchFamily="34" charset="0"/>
                          <a:ea typeface="+mn-ea"/>
                          <a:cs typeface="+mn-cs"/>
                        </a:rPr>
                        <a:t>Completed</a:t>
                      </a:r>
                      <a:endParaRPr lang="en-US" sz="1100" b="0" i="0" u="none" strike="noStrike" dirty="0">
                        <a:solidFill>
                          <a:srgbClr val="000000"/>
                        </a:solidFill>
                        <a:effectLst/>
                        <a:latin typeface="Aptos Narrow" panose="020B0004020202020204" pitchFamily="34" charset="0"/>
                      </a:endParaRPr>
                    </a:p>
                  </a:txBody>
                  <a:tcPr marL="6350" marR="6350" marT="6350" anchor="ctr">
                    <a:solidFill>
                      <a:srgbClr val="DAF2D0"/>
                    </a:solidFill>
                  </a:tcPr>
                </a:tc>
                <a:tc>
                  <a:txBody>
                    <a:bodyPr/>
                    <a:lstStyle/>
                    <a:p>
                      <a:pPr algn="ctr" fontAlgn="t">
                        <a:buNone/>
                      </a:pPr>
                      <a:r>
                        <a:rPr kumimoji="0" lang="en-US" sz="1100" b="0" i="0" u="none" strike="noStrike" kern="1200" cap="none" spc="0" normalizeH="0" baseline="0" noProof="0" dirty="0">
                          <a:ln>
                            <a:noFill/>
                          </a:ln>
                          <a:solidFill>
                            <a:srgbClr val="000000"/>
                          </a:solidFill>
                          <a:effectLst/>
                          <a:uLnTx/>
                          <a:uFillTx/>
                          <a:latin typeface="Aptos Narrow" panose="020B0004020202020204" pitchFamily="34" charset="0"/>
                          <a:ea typeface="+mn-ea"/>
                          <a:cs typeface="+mn-cs"/>
                        </a:rPr>
                        <a:t>Completed</a:t>
                      </a:r>
                      <a:endParaRPr lang="en-US" sz="1100" b="0" i="0" u="none" strike="noStrike" dirty="0">
                        <a:solidFill>
                          <a:srgbClr val="000000"/>
                        </a:solidFill>
                        <a:effectLst/>
                        <a:latin typeface="Aptos Narrow" panose="020B0004020202020204" pitchFamily="34" charset="0"/>
                      </a:endParaRPr>
                    </a:p>
                  </a:txBody>
                  <a:tcPr marL="6350" marR="6350" marT="6350" anchor="ctr">
                    <a:solidFill>
                      <a:srgbClr val="DAF2D0"/>
                    </a:solidFill>
                  </a:tcPr>
                </a:tc>
                <a:tc>
                  <a:txBody>
                    <a:bodyPr/>
                    <a:lstStyle/>
                    <a:p>
                      <a:pPr algn="ctr" fontAlgn="t">
                        <a:buNone/>
                      </a:pPr>
                      <a:r>
                        <a:rPr lang="en-US" sz="1100" b="0" i="0" u="none" strike="noStrike">
                          <a:solidFill>
                            <a:srgbClr val="000000"/>
                          </a:solidFill>
                          <a:effectLst/>
                          <a:latin typeface="Aptos Narrow" panose="020B0004020202020204" pitchFamily="34" charset="0"/>
                        </a:rPr>
                        <a:t>Pending</a:t>
                      </a:r>
                    </a:p>
                  </a:txBody>
                  <a:tcPr marL="6350" marR="6350" marT="6350" anchor="ctr"/>
                </a:tc>
                <a:extLst>
                  <a:ext uri="{0D108BD9-81ED-4DB2-BD59-A6C34878D82A}">
                    <a16:rowId xmlns:a16="http://schemas.microsoft.com/office/drawing/2014/main" val="1414416461"/>
                  </a:ext>
                </a:extLst>
              </a:tr>
              <a:tr h="348384">
                <a:tc>
                  <a:txBody>
                    <a:bodyPr/>
                    <a:lstStyle/>
                    <a:p>
                      <a:pPr algn="ctr" fontAlgn="t">
                        <a:buNone/>
                      </a:pPr>
                      <a:r>
                        <a:rPr lang="en-US" sz="1100" b="0" i="0" u="none" strike="noStrike">
                          <a:solidFill>
                            <a:srgbClr val="000000"/>
                          </a:solidFill>
                          <a:effectLst/>
                          <a:latin typeface="Aptos Narrow" panose="020B0004020202020204" pitchFamily="34" charset="0"/>
                        </a:rPr>
                        <a:t>6</a:t>
                      </a:r>
                    </a:p>
                  </a:txBody>
                  <a:tcPr marL="6350" marR="6350" marT="6350" anchor="ctr">
                    <a:solidFill>
                      <a:srgbClr val="DAF2D0"/>
                    </a:solidFill>
                  </a:tcPr>
                </a:tc>
                <a:tc>
                  <a:txBody>
                    <a:bodyPr/>
                    <a:lstStyle/>
                    <a:p>
                      <a:pPr>
                        <a:buNone/>
                      </a:pPr>
                      <a:r>
                        <a:rPr lang="en-US" sz="1000"/>
                        <a:t>Style Penetration SO/DSO</a:t>
                      </a:r>
                    </a:p>
                  </a:txBody>
                  <a:tcPr anchor="ctr">
                    <a:solidFill>
                      <a:srgbClr val="DAF2D0"/>
                    </a:solidFill>
                  </a:tcPr>
                </a:tc>
                <a:tc>
                  <a:txBody>
                    <a:bodyPr/>
                    <a:lstStyle/>
                    <a:p>
                      <a:pPr algn="ctr" fontAlgn="t">
                        <a:buNone/>
                      </a:pPr>
                      <a:r>
                        <a:rPr kumimoji="0" lang="en-US" sz="1100" b="0" i="0" u="none" strike="noStrike" kern="1200" cap="none" spc="0" normalizeH="0" baseline="0" noProof="0" dirty="0">
                          <a:ln>
                            <a:noFill/>
                          </a:ln>
                          <a:solidFill>
                            <a:srgbClr val="000000"/>
                          </a:solidFill>
                          <a:effectLst/>
                          <a:uLnTx/>
                          <a:uFillTx/>
                          <a:latin typeface="Aptos Narrow" panose="020B0004020202020204" pitchFamily="34" charset="0"/>
                          <a:ea typeface="+mn-ea"/>
                          <a:cs typeface="+mn-cs"/>
                        </a:rPr>
                        <a:t>Completed</a:t>
                      </a:r>
                      <a:endParaRPr lang="en-US" sz="1100" b="0" i="0" u="none" strike="noStrike" dirty="0">
                        <a:solidFill>
                          <a:srgbClr val="000000"/>
                        </a:solidFill>
                        <a:effectLst/>
                        <a:latin typeface="Aptos Narrow" panose="020B0004020202020204" pitchFamily="34" charset="0"/>
                      </a:endParaRPr>
                    </a:p>
                  </a:txBody>
                  <a:tcPr marL="6350" marR="6350" marT="6350" anchor="ctr">
                    <a:solidFill>
                      <a:srgbClr val="DAF2D0"/>
                    </a:solidFill>
                  </a:tcPr>
                </a:tc>
                <a:tc>
                  <a:txBody>
                    <a:bodyPr/>
                    <a:lstStyle/>
                    <a:p>
                      <a:pPr algn="ctr" fontAlgn="t">
                        <a:buNone/>
                      </a:pPr>
                      <a:r>
                        <a:rPr kumimoji="0" lang="en-US" sz="1100" b="0" i="0" u="none" strike="noStrike" kern="1200" cap="none" spc="0" normalizeH="0" baseline="0" noProof="0" dirty="0">
                          <a:ln>
                            <a:noFill/>
                          </a:ln>
                          <a:solidFill>
                            <a:srgbClr val="000000"/>
                          </a:solidFill>
                          <a:effectLst/>
                          <a:uLnTx/>
                          <a:uFillTx/>
                          <a:latin typeface="Aptos Narrow" panose="020B0004020202020204" pitchFamily="34" charset="0"/>
                          <a:ea typeface="+mn-ea"/>
                          <a:cs typeface="+mn-cs"/>
                        </a:rPr>
                        <a:t>Completed</a:t>
                      </a:r>
                      <a:endParaRPr lang="en-US" sz="1100" b="0" i="0" u="none" strike="noStrike" dirty="0">
                        <a:solidFill>
                          <a:srgbClr val="000000"/>
                        </a:solidFill>
                        <a:effectLst/>
                        <a:latin typeface="Aptos Narrow" panose="020B0004020202020204" pitchFamily="34" charset="0"/>
                      </a:endParaRPr>
                    </a:p>
                  </a:txBody>
                  <a:tcPr marL="6350" marR="6350" marT="6350" anchor="ctr">
                    <a:solidFill>
                      <a:srgbClr val="DAF2D0"/>
                    </a:solidFill>
                  </a:tcPr>
                </a:tc>
                <a:tc>
                  <a:txBody>
                    <a:bodyPr/>
                    <a:lstStyle/>
                    <a:p>
                      <a:pPr algn="ctr" fontAlgn="t">
                        <a:buNone/>
                      </a:pPr>
                      <a:r>
                        <a:rPr lang="en-US" sz="1100" b="0" i="0" u="none" strike="noStrike">
                          <a:solidFill>
                            <a:srgbClr val="000000"/>
                          </a:solidFill>
                          <a:effectLst/>
                          <a:latin typeface="Aptos Narrow" panose="020B0004020202020204" pitchFamily="34" charset="0"/>
                        </a:rPr>
                        <a:t>Pending</a:t>
                      </a:r>
                    </a:p>
                  </a:txBody>
                  <a:tcPr marL="6350" marR="6350" marT="6350" anchor="ctr"/>
                </a:tc>
                <a:extLst>
                  <a:ext uri="{0D108BD9-81ED-4DB2-BD59-A6C34878D82A}">
                    <a16:rowId xmlns:a16="http://schemas.microsoft.com/office/drawing/2014/main" val="1577374415"/>
                  </a:ext>
                </a:extLst>
              </a:tr>
              <a:tr h="348384">
                <a:tc>
                  <a:txBody>
                    <a:bodyPr/>
                    <a:lstStyle/>
                    <a:p>
                      <a:pPr algn="ctr" fontAlgn="t">
                        <a:buNone/>
                      </a:pPr>
                      <a:r>
                        <a:rPr lang="en-US" sz="1100" b="0" i="0" u="none" strike="noStrike" dirty="0">
                          <a:solidFill>
                            <a:srgbClr val="000000"/>
                          </a:solidFill>
                          <a:effectLst/>
                          <a:latin typeface="Aptos Narrow" panose="020B0004020202020204" pitchFamily="34" charset="0"/>
                        </a:rPr>
                        <a:t>7</a:t>
                      </a:r>
                    </a:p>
                  </a:txBody>
                  <a:tcPr marL="6350" marR="6350" marT="6350" anchor="ctr">
                    <a:solidFill>
                      <a:srgbClr val="DAF2D0"/>
                    </a:solidFill>
                  </a:tcPr>
                </a:tc>
                <a:tc>
                  <a:txBody>
                    <a:bodyPr/>
                    <a:lstStyle/>
                    <a:p>
                      <a:pPr>
                        <a:buNone/>
                      </a:pPr>
                      <a:r>
                        <a:rPr lang="en-US" sz="1000" dirty="0"/>
                        <a:t>SFA Stock Allocation for GT</a:t>
                      </a:r>
                    </a:p>
                  </a:txBody>
                  <a:tcPr anchor="ctr">
                    <a:solidFill>
                      <a:srgbClr val="DAF2D0"/>
                    </a:solidFill>
                  </a:tcPr>
                </a:tc>
                <a:tc>
                  <a:txBody>
                    <a:bodyPr/>
                    <a:lstStyle/>
                    <a:p>
                      <a:pPr algn="ctr" fontAlgn="t">
                        <a:buNone/>
                      </a:pPr>
                      <a:r>
                        <a:rPr kumimoji="0" lang="en-US" sz="1100" b="0" i="0" u="none" strike="noStrike" kern="1200" cap="none" spc="0" normalizeH="0" baseline="0" noProof="0" dirty="0">
                          <a:ln>
                            <a:noFill/>
                          </a:ln>
                          <a:solidFill>
                            <a:srgbClr val="000000"/>
                          </a:solidFill>
                          <a:effectLst/>
                          <a:uLnTx/>
                          <a:uFillTx/>
                          <a:latin typeface="Aptos Narrow" panose="020B0004020202020204" pitchFamily="34" charset="0"/>
                          <a:ea typeface="+mn-ea"/>
                          <a:cs typeface="+mn-cs"/>
                        </a:rPr>
                        <a:t>Completed</a:t>
                      </a:r>
                      <a:endParaRPr lang="en-US" sz="1100" b="0" i="0" u="none" strike="noStrike" dirty="0">
                        <a:solidFill>
                          <a:srgbClr val="000000"/>
                        </a:solidFill>
                        <a:effectLst/>
                        <a:latin typeface="Aptos Narrow" panose="020B0004020202020204" pitchFamily="34" charset="0"/>
                      </a:endParaRPr>
                    </a:p>
                  </a:txBody>
                  <a:tcPr marL="6350" marR="6350" marT="6350" anchor="ctr">
                    <a:solidFill>
                      <a:srgbClr val="DAF2D0"/>
                    </a:solidFill>
                  </a:tcPr>
                </a:tc>
                <a:tc>
                  <a:txBody>
                    <a:bodyPr/>
                    <a:lstStyle/>
                    <a:p>
                      <a:pPr algn="ctr" fontAlgn="t">
                        <a:buNone/>
                      </a:pPr>
                      <a:r>
                        <a:rPr kumimoji="0" lang="en-US" sz="1100" b="0" i="0" u="none" strike="noStrike" kern="1200" cap="none" spc="0" normalizeH="0" baseline="0" noProof="0" dirty="0">
                          <a:ln>
                            <a:noFill/>
                          </a:ln>
                          <a:solidFill>
                            <a:srgbClr val="000000"/>
                          </a:solidFill>
                          <a:effectLst/>
                          <a:uLnTx/>
                          <a:uFillTx/>
                          <a:latin typeface="Aptos Narrow" panose="020B0004020202020204" pitchFamily="34" charset="0"/>
                          <a:ea typeface="+mn-ea"/>
                          <a:cs typeface="+mn-cs"/>
                        </a:rPr>
                        <a:t>Completed</a:t>
                      </a:r>
                      <a:endParaRPr lang="en-US" sz="1100" b="0" i="0" u="none" strike="noStrike" dirty="0">
                        <a:solidFill>
                          <a:srgbClr val="000000"/>
                        </a:solidFill>
                        <a:effectLst/>
                        <a:latin typeface="Aptos Narrow" panose="020B0004020202020204" pitchFamily="34" charset="0"/>
                      </a:endParaRPr>
                    </a:p>
                  </a:txBody>
                  <a:tcPr marL="6350" marR="6350" marT="6350" anchor="ctr">
                    <a:solidFill>
                      <a:srgbClr val="DAF2D0"/>
                    </a:solidFill>
                  </a:tcPr>
                </a:tc>
                <a:tc>
                  <a:txBody>
                    <a:bodyPr/>
                    <a:lstStyle/>
                    <a:p>
                      <a:pPr algn="ctr" fontAlgn="t">
                        <a:buNone/>
                      </a:pPr>
                      <a:r>
                        <a:rPr lang="en-US" sz="1100" b="0" i="0" u="none" strike="noStrike">
                          <a:solidFill>
                            <a:srgbClr val="000000"/>
                          </a:solidFill>
                          <a:effectLst/>
                          <a:latin typeface="Aptos Narrow" panose="020B0004020202020204" pitchFamily="34" charset="0"/>
                        </a:rPr>
                        <a:t>Pending</a:t>
                      </a:r>
                    </a:p>
                  </a:txBody>
                  <a:tcPr marL="6350" marR="6350" marT="6350" anchor="ctr"/>
                </a:tc>
                <a:extLst>
                  <a:ext uri="{0D108BD9-81ED-4DB2-BD59-A6C34878D82A}">
                    <a16:rowId xmlns:a16="http://schemas.microsoft.com/office/drawing/2014/main" val="1443543993"/>
                  </a:ext>
                </a:extLst>
              </a:tr>
              <a:tr h="348384">
                <a:tc>
                  <a:txBody>
                    <a:bodyPr/>
                    <a:lstStyle/>
                    <a:p>
                      <a:pPr algn="ctr" fontAlgn="t">
                        <a:buNone/>
                      </a:pPr>
                      <a:r>
                        <a:rPr lang="en-US" sz="1100" b="0" i="0" u="none" strike="noStrike">
                          <a:solidFill>
                            <a:srgbClr val="000000"/>
                          </a:solidFill>
                          <a:effectLst/>
                          <a:latin typeface="Aptos Narrow" panose="020B0004020202020204" pitchFamily="34" charset="0"/>
                        </a:rPr>
                        <a:t>8</a:t>
                      </a:r>
                    </a:p>
                  </a:txBody>
                  <a:tcPr marL="6350" marR="6350" marT="6350" anchor="ctr">
                    <a:solidFill>
                      <a:srgbClr val="DAF2D0"/>
                    </a:solidFill>
                  </a:tcPr>
                </a:tc>
                <a:tc>
                  <a:txBody>
                    <a:bodyPr/>
                    <a:lstStyle/>
                    <a:p>
                      <a:pPr>
                        <a:buNone/>
                      </a:pPr>
                      <a:r>
                        <a:rPr lang="en-US" sz="1000" dirty="0"/>
                        <a:t>SFA </a:t>
                      </a:r>
                      <a:r>
                        <a:rPr lang="en-US" sz="1000" dirty="0" err="1"/>
                        <a:t>Pickslip</a:t>
                      </a:r>
                      <a:r>
                        <a:rPr lang="en-US" sz="1000" dirty="0"/>
                        <a:t> Generation for GT</a:t>
                      </a:r>
                    </a:p>
                  </a:txBody>
                  <a:tcPr anchor="ctr">
                    <a:solidFill>
                      <a:srgbClr val="DAF2D0"/>
                    </a:solidFill>
                  </a:tcPr>
                </a:tc>
                <a:tc>
                  <a:txBody>
                    <a:bodyPr/>
                    <a:lstStyle/>
                    <a:p>
                      <a:pPr algn="ctr" fontAlgn="t">
                        <a:buNone/>
                      </a:pPr>
                      <a:r>
                        <a:rPr kumimoji="0" lang="en-US" sz="1100" b="0" i="0" u="none" strike="noStrike" kern="1200" cap="none" spc="0" normalizeH="0" baseline="0" noProof="0" dirty="0">
                          <a:ln>
                            <a:noFill/>
                          </a:ln>
                          <a:solidFill>
                            <a:srgbClr val="000000"/>
                          </a:solidFill>
                          <a:effectLst/>
                          <a:uLnTx/>
                          <a:uFillTx/>
                          <a:latin typeface="Aptos Narrow" panose="020B0004020202020204" pitchFamily="34" charset="0"/>
                          <a:ea typeface="+mn-ea"/>
                          <a:cs typeface="+mn-cs"/>
                        </a:rPr>
                        <a:t>Completed</a:t>
                      </a:r>
                      <a:endParaRPr lang="en-US" sz="1100" b="0" i="0" u="none" strike="noStrike" dirty="0">
                        <a:solidFill>
                          <a:srgbClr val="000000"/>
                        </a:solidFill>
                        <a:effectLst/>
                        <a:latin typeface="Aptos Narrow" panose="020B0004020202020204" pitchFamily="34" charset="0"/>
                      </a:endParaRPr>
                    </a:p>
                  </a:txBody>
                  <a:tcPr marL="6350" marR="6350" marT="6350" anchor="ctr">
                    <a:solidFill>
                      <a:srgbClr val="DAF2D0"/>
                    </a:solidFill>
                  </a:tcPr>
                </a:tc>
                <a:tc>
                  <a:txBody>
                    <a:bodyPr/>
                    <a:lstStyle/>
                    <a:p>
                      <a:pPr algn="ctr" fontAlgn="t">
                        <a:buNone/>
                      </a:pPr>
                      <a:r>
                        <a:rPr kumimoji="0" lang="en-US" sz="1100" b="0" i="0" u="none" strike="noStrike" kern="1200" cap="none" spc="0" normalizeH="0" baseline="0" noProof="0" dirty="0">
                          <a:ln>
                            <a:noFill/>
                          </a:ln>
                          <a:solidFill>
                            <a:srgbClr val="000000"/>
                          </a:solidFill>
                          <a:effectLst/>
                          <a:uLnTx/>
                          <a:uFillTx/>
                          <a:latin typeface="Aptos Narrow" panose="020B0004020202020204" pitchFamily="34" charset="0"/>
                          <a:ea typeface="+mn-ea"/>
                          <a:cs typeface="+mn-cs"/>
                        </a:rPr>
                        <a:t>Completed</a:t>
                      </a:r>
                      <a:endParaRPr lang="en-US" sz="1100" b="0" i="0" u="none" strike="noStrike" dirty="0">
                        <a:solidFill>
                          <a:srgbClr val="000000"/>
                        </a:solidFill>
                        <a:effectLst/>
                        <a:latin typeface="Aptos Narrow" panose="020B0004020202020204" pitchFamily="34" charset="0"/>
                      </a:endParaRPr>
                    </a:p>
                  </a:txBody>
                  <a:tcPr marL="6350" marR="6350" marT="6350" anchor="ctr">
                    <a:solidFill>
                      <a:srgbClr val="DAF2D0"/>
                    </a:solidFill>
                  </a:tcPr>
                </a:tc>
                <a:tc>
                  <a:txBody>
                    <a:bodyPr/>
                    <a:lstStyle/>
                    <a:p>
                      <a:pPr algn="ctr" fontAlgn="t">
                        <a:buNone/>
                      </a:pPr>
                      <a:r>
                        <a:rPr lang="en-US" sz="1100" b="0" i="0" u="none" strike="noStrike">
                          <a:solidFill>
                            <a:srgbClr val="000000"/>
                          </a:solidFill>
                          <a:effectLst/>
                          <a:latin typeface="Aptos Narrow" panose="020B0004020202020204" pitchFamily="34" charset="0"/>
                        </a:rPr>
                        <a:t>Pending</a:t>
                      </a:r>
                    </a:p>
                  </a:txBody>
                  <a:tcPr marL="6350" marR="6350" marT="6350" anchor="ctr"/>
                </a:tc>
                <a:extLst>
                  <a:ext uri="{0D108BD9-81ED-4DB2-BD59-A6C34878D82A}">
                    <a16:rowId xmlns:a16="http://schemas.microsoft.com/office/drawing/2014/main" val="3682927569"/>
                  </a:ext>
                </a:extLst>
              </a:tr>
              <a:tr h="348384">
                <a:tc>
                  <a:txBody>
                    <a:bodyPr/>
                    <a:lstStyle/>
                    <a:p>
                      <a:pPr algn="ctr" fontAlgn="t">
                        <a:buNone/>
                      </a:pPr>
                      <a:r>
                        <a:rPr lang="en-US" sz="1100" b="0" i="0" u="none" strike="noStrike" dirty="0">
                          <a:solidFill>
                            <a:srgbClr val="000000"/>
                          </a:solidFill>
                          <a:effectLst/>
                          <a:latin typeface="Aptos Narrow" panose="020B0004020202020204" pitchFamily="34" charset="0"/>
                        </a:rPr>
                        <a:t>9</a:t>
                      </a:r>
                    </a:p>
                  </a:txBody>
                  <a:tcPr marL="6350" marR="6350" marT="6350" anchor="ctr">
                    <a:solidFill>
                      <a:srgbClr val="DAF2D0"/>
                    </a:solidFill>
                  </a:tcPr>
                </a:tc>
                <a:tc>
                  <a:txBody>
                    <a:bodyPr/>
                    <a:lstStyle/>
                    <a:p>
                      <a:pPr>
                        <a:buNone/>
                      </a:pPr>
                      <a:r>
                        <a:rPr lang="en-US" sz="1000" dirty="0"/>
                        <a:t>SFA Invoicing</a:t>
                      </a:r>
                    </a:p>
                  </a:txBody>
                  <a:tcPr anchor="ctr">
                    <a:solidFill>
                      <a:srgbClr val="DAF2D0"/>
                    </a:solidFill>
                  </a:tcPr>
                </a:tc>
                <a:tc>
                  <a:txBody>
                    <a:bodyPr/>
                    <a:lstStyle/>
                    <a:p>
                      <a:pPr algn="ctr" fontAlgn="t">
                        <a:buNone/>
                      </a:pPr>
                      <a:r>
                        <a:rPr kumimoji="0" lang="en-US" sz="1100" b="0" i="0" u="none" strike="noStrike" kern="1200" cap="none" spc="0" normalizeH="0" baseline="0" noProof="0" dirty="0">
                          <a:ln>
                            <a:noFill/>
                          </a:ln>
                          <a:solidFill>
                            <a:srgbClr val="000000"/>
                          </a:solidFill>
                          <a:effectLst/>
                          <a:uLnTx/>
                          <a:uFillTx/>
                          <a:latin typeface="Aptos Narrow" panose="020B0004020202020204" pitchFamily="34" charset="0"/>
                          <a:ea typeface="+mn-ea"/>
                          <a:cs typeface="+mn-cs"/>
                        </a:rPr>
                        <a:t>Completed</a:t>
                      </a:r>
                      <a:endParaRPr lang="en-US" sz="1100" b="0" i="0" u="none" strike="noStrike" dirty="0">
                        <a:solidFill>
                          <a:srgbClr val="000000"/>
                        </a:solidFill>
                        <a:effectLst/>
                        <a:latin typeface="Aptos Narrow" panose="020B0004020202020204" pitchFamily="34" charset="0"/>
                      </a:endParaRPr>
                    </a:p>
                  </a:txBody>
                  <a:tcPr marL="6350" marR="6350" marT="6350" anchor="ctr">
                    <a:solidFill>
                      <a:srgbClr val="DAF2D0"/>
                    </a:solidFill>
                  </a:tcPr>
                </a:tc>
                <a:tc>
                  <a:txBody>
                    <a:bodyPr/>
                    <a:lstStyle/>
                    <a:p>
                      <a:pPr algn="ctr" fontAlgn="t">
                        <a:buNone/>
                      </a:pPr>
                      <a:r>
                        <a:rPr kumimoji="0" lang="en-US" sz="1100" b="0" i="0" u="none" strike="noStrike" kern="1200" cap="none" spc="0" normalizeH="0" baseline="0" noProof="0" dirty="0">
                          <a:ln>
                            <a:noFill/>
                          </a:ln>
                          <a:solidFill>
                            <a:srgbClr val="000000"/>
                          </a:solidFill>
                          <a:effectLst/>
                          <a:uLnTx/>
                          <a:uFillTx/>
                          <a:latin typeface="Aptos Narrow" panose="020B0004020202020204" pitchFamily="34" charset="0"/>
                          <a:ea typeface="+mn-ea"/>
                          <a:cs typeface="+mn-cs"/>
                        </a:rPr>
                        <a:t>Completed</a:t>
                      </a:r>
                      <a:endParaRPr lang="en-US" sz="1100" b="0" i="0" u="none" strike="noStrike" dirty="0">
                        <a:solidFill>
                          <a:srgbClr val="000000"/>
                        </a:solidFill>
                        <a:effectLst/>
                        <a:latin typeface="Aptos Narrow" panose="020B0004020202020204" pitchFamily="34" charset="0"/>
                      </a:endParaRPr>
                    </a:p>
                  </a:txBody>
                  <a:tcPr marL="6350" marR="6350" marT="6350" anchor="ctr">
                    <a:solidFill>
                      <a:srgbClr val="DAF2D0"/>
                    </a:solidFill>
                  </a:tcPr>
                </a:tc>
                <a:tc>
                  <a:txBody>
                    <a:bodyPr/>
                    <a:lstStyle/>
                    <a:p>
                      <a:pPr algn="ctr" fontAlgn="t">
                        <a:buNone/>
                      </a:pPr>
                      <a:r>
                        <a:rPr lang="en-US" sz="1100" b="0" i="0" u="none" strike="noStrike">
                          <a:solidFill>
                            <a:srgbClr val="000000"/>
                          </a:solidFill>
                          <a:effectLst/>
                          <a:latin typeface="Aptos Narrow" panose="020B0004020202020204" pitchFamily="34" charset="0"/>
                        </a:rPr>
                        <a:t>Pending</a:t>
                      </a:r>
                    </a:p>
                  </a:txBody>
                  <a:tcPr marL="6350" marR="6350" marT="6350" anchor="ctr"/>
                </a:tc>
                <a:extLst>
                  <a:ext uri="{0D108BD9-81ED-4DB2-BD59-A6C34878D82A}">
                    <a16:rowId xmlns:a16="http://schemas.microsoft.com/office/drawing/2014/main" val="1497298362"/>
                  </a:ext>
                </a:extLst>
              </a:tr>
              <a:tr h="348384">
                <a:tc>
                  <a:txBody>
                    <a:bodyPr/>
                    <a:lstStyle/>
                    <a:p>
                      <a:pPr algn="ctr" fontAlgn="t">
                        <a:buNone/>
                      </a:pPr>
                      <a:r>
                        <a:rPr lang="en-US" sz="1100" b="0" i="0" u="none" strike="noStrike">
                          <a:solidFill>
                            <a:srgbClr val="000000"/>
                          </a:solidFill>
                          <a:effectLst/>
                          <a:latin typeface="Aptos Narrow" panose="020B0004020202020204" pitchFamily="34" charset="0"/>
                        </a:rPr>
                        <a:t>10</a:t>
                      </a:r>
                    </a:p>
                  </a:txBody>
                  <a:tcPr marL="6350" marR="6350" marT="6350" anchor="ctr"/>
                </a:tc>
                <a:tc>
                  <a:txBody>
                    <a:bodyPr/>
                    <a:lstStyle/>
                    <a:p>
                      <a:pPr>
                        <a:buNone/>
                      </a:pPr>
                      <a:r>
                        <a:rPr lang="en-US" sz="1000" dirty="0"/>
                        <a:t>Walk IN Order creation</a:t>
                      </a:r>
                    </a:p>
                  </a:txBody>
                  <a:tcPr anchor="ctr"/>
                </a:tc>
                <a:tc>
                  <a:txBody>
                    <a:bodyPr/>
                    <a:lstStyle/>
                    <a:p>
                      <a:pPr algn="ctr" fontAlgn="t">
                        <a:buNone/>
                      </a:pPr>
                      <a:r>
                        <a:rPr lang="en-US" sz="1100" b="0" i="0" u="none" strike="noStrike">
                          <a:solidFill>
                            <a:srgbClr val="000000"/>
                          </a:solidFill>
                          <a:effectLst/>
                          <a:latin typeface="Aptos Narrow" panose="020B0004020202020204" pitchFamily="34" charset="0"/>
                        </a:rPr>
                        <a:t>In Progress</a:t>
                      </a:r>
                    </a:p>
                  </a:txBody>
                  <a:tcPr marL="6350" marR="6350" marT="6350" anchor="ctr"/>
                </a:tc>
                <a:tc>
                  <a:txBody>
                    <a:bodyPr/>
                    <a:lstStyle/>
                    <a:p>
                      <a:pPr algn="ctr" fontAlgn="t">
                        <a:buNone/>
                      </a:pPr>
                      <a:r>
                        <a:rPr lang="en-US" sz="1100" b="0" i="0" u="none" strike="noStrike">
                          <a:solidFill>
                            <a:srgbClr val="000000"/>
                          </a:solidFill>
                          <a:effectLst/>
                          <a:latin typeface="Aptos Narrow" panose="020B0004020202020204" pitchFamily="34" charset="0"/>
                        </a:rPr>
                        <a:t>In Progress</a:t>
                      </a:r>
                    </a:p>
                  </a:txBody>
                  <a:tcPr marL="6350" marR="6350" marT="6350" anchor="ctr"/>
                </a:tc>
                <a:tc>
                  <a:txBody>
                    <a:bodyPr/>
                    <a:lstStyle/>
                    <a:p>
                      <a:pPr algn="ctr" fontAlgn="t">
                        <a:buNone/>
                      </a:pPr>
                      <a:r>
                        <a:rPr lang="en-US" sz="1100" b="0" i="0" u="none" strike="noStrike">
                          <a:solidFill>
                            <a:srgbClr val="000000"/>
                          </a:solidFill>
                          <a:effectLst/>
                          <a:latin typeface="Aptos Narrow" panose="020B0004020202020204" pitchFamily="34" charset="0"/>
                        </a:rPr>
                        <a:t>Pending</a:t>
                      </a:r>
                    </a:p>
                  </a:txBody>
                  <a:tcPr marL="6350" marR="6350" marT="6350" anchor="ctr"/>
                </a:tc>
                <a:extLst>
                  <a:ext uri="{0D108BD9-81ED-4DB2-BD59-A6C34878D82A}">
                    <a16:rowId xmlns:a16="http://schemas.microsoft.com/office/drawing/2014/main" val="3090938647"/>
                  </a:ext>
                </a:extLst>
              </a:tr>
              <a:tr h="348384">
                <a:tc>
                  <a:txBody>
                    <a:bodyPr/>
                    <a:lstStyle/>
                    <a:p>
                      <a:pPr algn="ctr" fontAlgn="t">
                        <a:buNone/>
                      </a:pPr>
                      <a:r>
                        <a:rPr lang="en-US" sz="1100" b="0" i="0" u="none" strike="noStrike">
                          <a:solidFill>
                            <a:srgbClr val="000000"/>
                          </a:solidFill>
                          <a:effectLst/>
                          <a:latin typeface="Aptos Narrow" panose="020B0004020202020204" pitchFamily="34" charset="0"/>
                        </a:rPr>
                        <a:t>11</a:t>
                      </a:r>
                    </a:p>
                  </a:txBody>
                  <a:tcPr marL="6350" marR="6350" marT="6350" anchor="ctr"/>
                </a:tc>
                <a:tc>
                  <a:txBody>
                    <a:bodyPr/>
                    <a:lstStyle/>
                    <a:p>
                      <a:pPr>
                        <a:buNone/>
                      </a:pPr>
                      <a:r>
                        <a:rPr lang="en-US" sz="1000" dirty="0"/>
                        <a:t>Walk IN Invoice on Status Change</a:t>
                      </a:r>
                    </a:p>
                  </a:txBody>
                  <a:tcPr anchor="ctr"/>
                </a:tc>
                <a:tc>
                  <a:txBody>
                    <a:bodyPr/>
                    <a:lstStyle/>
                    <a:p>
                      <a:pPr algn="ctr" fontAlgn="t">
                        <a:buNone/>
                      </a:pPr>
                      <a:r>
                        <a:rPr lang="en-US" sz="1100" b="0" i="0" u="none" strike="noStrike">
                          <a:solidFill>
                            <a:srgbClr val="000000"/>
                          </a:solidFill>
                          <a:effectLst/>
                          <a:latin typeface="Aptos Narrow" panose="020B0004020202020204" pitchFamily="34" charset="0"/>
                        </a:rPr>
                        <a:t>In Progress</a:t>
                      </a:r>
                    </a:p>
                  </a:txBody>
                  <a:tcPr marL="6350" marR="6350" marT="6350" anchor="ctr"/>
                </a:tc>
                <a:tc>
                  <a:txBody>
                    <a:bodyPr/>
                    <a:lstStyle/>
                    <a:p>
                      <a:pPr algn="ctr" fontAlgn="t">
                        <a:buNone/>
                      </a:pPr>
                      <a:r>
                        <a:rPr lang="en-US" sz="1100" b="0" i="0" u="none" strike="noStrike" dirty="0">
                          <a:solidFill>
                            <a:srgbClr val="000000"/>
                          </a:solidFill>
                          <a:effectLst/>
                          <a:latin typeface="Aptos Narrow" panose="020B0004020202020204" pitchFamily="34" charset="0"/>
                        </a:rPr>
                        <a:t>In Progress</a:t>
                      </a:r>
                    </a:p>
                  </a:txBody>
                  <a:tcPr marL="6350" marR="6350" marT="6350" anchor="ctr"/>
                </a:tc>
                <a:tc>
                  <a:txBody>
                    <a:bodyPr/>
                    <a:lstStyle/>
                    <a:p>
                      <a:pPr algn="ctr" fontAlgn="t">
                        <a:buNone/>
                      </a:pPr>
                      <a:r>
                        <a:rPr lang="en-US" sz="1100" b="0" i="0" u="none" strike="noStrike" dirty="0">
                          <a:solidFill>
                            <a:srgbClr val="000000"/>
                          </a:solidFill>
                          <a:effectLst/>
                          <a:latin typeface="Aptos Narrow" panose="020B0004020202020204" pitchFamily="34" charset="0"/>
                        </a:rPr>
                        <a:t>Pending</a:t>
                      </a:r>
                    </a:p>
                  </a:txBody>
                  <a:tcPr marL="6350" marR="6350" marT="6350" anchor="ctr"/>
                </a:tc>
                <a:extLst>
                  <a:ext uri="{0D108BD9-81ED-4DB2-BD59-A6C34878D82A}">
                    <a16:rowId xmlns:a16="http://schemas.microsoft.com/office/drawing/2014/main" val="3419324535"/>
                  </a:ext>
                </a:extLst>
              </a:tr>
              <a:tr h="348384">
                <a:tc>
                  <a:txBody>
                    <a:bodyPr/>
                    <a:lstStyle/>
                    <a:p>
                      <a:pPr algn="ctr" fontAlgn="t">
                        <a:buNone/>
                      </a:pPr>
                      <a:r>
                        <a:rPr lang="en-US" sz="1100" b="0" i="0" u="none" strike="noStrike" dirty="0">
                          <a:solidFill>
                            <a:srgbClr val="000000"/>
                          </a:solidFill>
                          <a:effectLst/>
                          <a:latin typeface="Aptos Narrow" panose="020B0004020202020204" pitchFamily="34" charset="0"/>
                        </a:rPr>
                        <a:t>12</a:t>
                      </a:r>
                    </a:p>
                  </a:txBody>
                  <a:tcPr marL="6350" marR="6350" marT="6350" anchor="ctr"/>
                </a:tc>
                <a:tc>
                  <a:txBody>
                    <a:bodyPr/>
                    <a:lstStyle/>
                    <a:p>
                      <a:pPr>
                        <a:buNone/>
                      </a:pPr>
                      <a:r>
                        <a:rPr lang="en-US" sz="1000" dirty="0"/>
                        <a:t>SFA App - Check in API</a:t>
                      </a:r>
                    </a:p>
                  </a:txBody>
                  <a:tcPr anchor="ctr"/>
                </a:tc>
                <a:tc>
                  <a:txBody>
                    <a:bodyPr/>
                    <a:lstStyle/>
                    <a:p>
                      <a:pPr algn="ctr" fontAlgn="t">
                        <a:buNone/>
                      </a:pPr>
                      <a:r>
                        <a:rPr lang="en-US" sz="1100" b="0" i="0" u="none" strike="noStrike">
                          <a:solidFill>
                            <a:srgbClr val="000000"/>
                          </a:solidFill>
                          <a:effectLst/>
                          <a:latin typeface="Aptos Narrow" panose="020B0004020202020204" pitchFamily="34" charset="0"/>
                        </a:rPr>
                        <a:t>In Progress</a:t>
                      </a:r>
                    </a:p>
                  </a:txBody>
                  <a:tcPr marL="6350" marR="6350" marT="6350" anchor="ctr"/>
                </a:tc>
                <a:tc>
                  <a:txBody>
                    <a:bodyPr/>
                    <a:lstStyle/>
                    <a:p>
                      <a:pPr algn="ctr" fontAlgn="t">
                        <a:buNone/>
                      </a:pPr>
                      <a:r>
                        <a:rPr lang="en-US" sz="1100" b="0" i="0" u="none" strike="noStrike">
                          <a:solidFill>
                            <a:srgbClr val="000000"/>
                          </a:solidFill>
                          <a:effectLst/>
                          <a:latin typeface="Aptos Narrow" panose="020B0004020202020204" pitchFamily="34" charset="0"/>
                        </a:rPr>
                        <a:t>In Progress</a:t>
                      </a:r>
                    </a:p>
                  </a:txBody>
                  <a:tcPr marL="6350" marR="6350" marT="6350" anchor="ctr"/>
                </a:tc>
                <a:tc>
                  <a:txBody>
                    <a:bodyPr/>
                    <a:lstStyle/>
                    <a:p>
                      <a:pPr algn="ctr" fontAlgn="t">
                        <a:buNone/>
                      </a:pPr>
                      <a:r>
                        <a:rPr lang="en-US" sz="1100" b="0" i="0" u="none" strike="noStrike" dirty="0">
                          <a:solidFill>
                            <a:srgbClr val="000000"/>
                          </a:solidFill>
                          <a:effectLst/>
                          <a:latin typeface="Aptos Narrow" panose="020B0004020202020204" pitchFamily="34" charset="0"/>
                        </a:rPr>
                        <a:t>Pending</a:t>
                      </a:r>
                    </a:p>
                  </a:txBody>
                  <a:tcPr marL="6350" marR="6350" marT="6350" anchor="ctr"/>
                </a:tc>
                <a:extLst>
                  <a:ext uri="{0D108BD9-81ED-4DB2-BD59-A6C34878D82A}">
                    <a16:rowId xmlns:a16="http://schemas.microsoft.com/office/drawing/2014/main" val="767638468"/>
                  </a:ext>
                </a:extLst>
              </a:tr>
            </a:tbl>
          </a:graphicData>
        </a:graphic>
      </p:graphicFrame>
      <p:sp>
        <p:nvSpPr>
          <p:cNvPr id="4" name="TextBox 3">
            <a:extLst>
              <a:ext uri="{FF2B5EF4-FFF2-40B4-BE49-F238E27FC236}">
                <a16:creationId xmlns:a16="http://schemas.microsoft.com/office/drawing/2014/main" id="{ECC2D168-AEB0-D235-89EE-D12E8F41666C}"/>
              </a:ext>
            </a:extLst>
          </p:cNvPr>
          <p:cNvSpPr txBox="1"/>
          <p:nvPr/>
        </p:nvSpPr>
        <p:spPr>
          <a:xfrm>
            <a:off x="8531352" y="129657"/>
            <a:ext cx="3438144" cy="793887"/>
          </a:xfrm>
          <a:prstGeom prst="rect">
            <a:avLst/>
          </a:prstGeom>
        </p:spPr>
        <p:txBody>
          <a:bodyPr vert="horz" wrap="square" lIns="0" tIns="0" rIns="0" bIns="0" rtlCol="0" anchor="t" anchorCtr="0">
            <a:noAutofit/>
          </a:bodyPr>
          <a:lstStyle/>
          <a:p>
            <a:pPr marL="342900" indent="-342900" algn="l">
              <a:spcAft>
                <a:spcPts val="600"/>
              </a:spcAft>
              <a:buAutoNum type="arabicPeriod"/>
            </a:pPr>
            <a:r>
              <a:rPr lang="en-US" sz="1100" b="1" dirty="0">
                <a:solidFill>
                  <a:schemeClr val="tx2"/>
                </a:solidFill>
              </a:rPr>
              <a:t>Demonstration provided for GRN MC &amp; BB Load Testing to Page team</a:t>
            </a:r>
          </a:p>
          <a:p>
            <a:pPr marL="342900" indent="-342900" algn="l">
              <a:spcAft>
                <a:spcPts val="600"/>
              </a:spcAft>
              <a:buAutoNum type="arabicPeriod"/>
            </a:pPr>
            <a:r>
              <a:rPr lang="en-US" sz="1100" b="1" dirty="0">
                <a:solidFill>
                  <a:schemeClr val="tx2"/>
                </a:solidFill>
              </a:rPr>
              <a:t>Test Data requirements shared with Page team</a:t>
            </a:r>
          </a:p>
        </p:txBody>
      </p:sp>
    </p:spTree>
    <p:extLst>
      <p:ext uri="{BB962C8B-B14F-4D97-AF65-F5344CB8AC3E}">
        <p14:creationId xmlns:p14="http://schemas.microsoft.com/office/powerpoint/2010/main" val="3157259633"/>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239608-CF95-BF02-E34A-11B283F443EB}"/>
              </a:ext>
            </a:extLst>
          </p:cNvPr>
          <p:cNvSpPr>
            <a:spLocks noGrp="1"/>
          </p:cNvSpPr>
          <p:nvPr>
            <p:ph type="title"/>
          </p:nvPr>
        </p:nvSpPr>
        <p:spPr>
          <a:xfrm>
            <a:off x="325677" y="331592"/>
            <a:ext cx="10204450" cy="533400"/>
          </a:xfrm>
        </p:spPr>
        <p:txBody>
          <a:bodyPr/>
          <a:lstStyle/>
          <a:p>
            <a:r>
              <a:rPr lang="en-US" dirty="0"/>
              <a:t>Overall Timeline</a:t>
            </a:r>
          </a:p>
        </p:txBody>
      </p:sp>
      <p:graphicFrame>
        <p:nvGraphicFramePr>
          <p:cNvPr id="3" name="Table 2">
            <a:extLst>
              <a:ext uri="{FF2B5EF4-FFF2-40B4-BE49-F238E27FC236}">
                <a16:creationId xmlns:a16="http://schemas.microsoft.com/office/drawing/2014/main" id="{9D80D30C-7DCC-841E-1481-3F1E986BEC13}"/>
              </a:ext>
            </a:extLst>
          </p:cNvPr>
          <p:cNvGraphicFramePr>
            <a:graphicFrameLocks noGrp="1"/>
          </p:cNvGraphicFramePr>
          <p:nvPr>
            <p:extLst>
              <p:ext uri="{D42A27DB-BD31-4B8C-83A1-F6EECF244321}">
                <p14:modId xmlns:p14="http://schemas.microsoft.com/office/powerpoint/2010/main" val="1090476444"/>
              </p:ext>
            </p:extLst>
          </p:nvPr>
        </p:nvGraphicFramePr>
        <p:xfrm>
          <a:off x="325677" y="1077238"/>
          <a:ext cx="11536471" cy="4809992"/>
        </p:xfrm>
        <a:graphic>
          <a:graphicData uri="http://schemas.openxmlformats.org/drawingml/2006/table">
            <a:tbl>
              <a:tblPr/>
              <a:tblGrid>
                <a:gridCol w="1491949">
                  <a:extLst>
                    <a:ext uri="{9D8B030D-6E8A-4147-A177-3AD203B41FA5}">
                      <a16:colId xmlns:a16="http://schemas.microsoft.com/office/drawing/2014/main" val="4028831663"/>
                    </a:ext>
                  </a:extLst>
                </a:gridCol>
                <a:gridCol w="399120">
                  <a:extLst>
                    <a:ext uri="{9D8B030D-6E8A-4147-A177-3AD203B41FA5}">
                      <a16:colId xmlns:a16="http://schemas.microsoft.com/office/drawing/2014/main" val="162959329"/>
                    </a:ext>
                  </a:extLst>
                </a:gridCol>
                <a:gridCol w="418126">
                  <a:extLst>
                    <a:ext uri="{9D8B030D-6E8A-4147-A177-3AD203B41FA5}">
                      <a16:colId xmlns:a16="http://schemas.microsoft.com/office/drawing/2014/main" val="1597740393"/>
                    </a:ext>
                  </a:extLst>
                </a:gridCol>
                <a:gridCol w="399120">
                  <a:extLst>
                    <a:ext uri="{9D8B030D-6E8A-4147-A177-3AD203B41FA5}">
                      <a16:colId xmlns:a16="http://schemas.microsoft.com/office/drawing/2014/main" val="2322823532"/>
                    </a:ext>
                  </a:extLst>
                </a:gridCol>
                <a:gridCol w="446634">
                  <a:extLst>
                    <a:ext uri="{9D8B030D-6E8A-4147-A177-3AD203B41FA5}">
                      <a16:colId xmlns:a16="http://schemas.microsoft.com/office/drawing/2014/main" val="2017885516"/>
                    </a:ext>
                  </a:extLst>
                </a:gridCol>
                <a:gridCol w="413374">
                  <a:extLst>
                    <a:ext uri="{9D8B030D-6E8A-4147-A177-3AD203B41FA5}">
                      <a16:colId xmlns:a16="http://schemas.microsoft.com/office/drawing/2014/main" val="2955866344"/>
                    </a:ext>
                  </a:extLst>
                </a:gridCol>
                <a:gridCol w="33260">
                  <a:extLst>
                    <a:ext uri="{9D8B030D-6E8A-4147-A177-3AD203B41FA5}">
                      <a16:colId xmlns:a16="http://schemas.microsoft.com/office/drawing/2014/main" val="1013140697"/>
                    </a:ext>
                  </a:extLst>
                </a:gridCol>
                <a:gridCol w="380114">
                  <a:extLst>
                    <a:ext uri="{9D8B030D-6E8A-4147-A177-3AD203B41FA5}">
                      <a16:colId xmlns:a16="http://schemas.microsoft.com/office/drawing/2014/main" val="1449950760"/>
                    </a:ext>
                  </a:extLst>
                </a:gridCol>
                <a:gridCol w="389617">
                  <a:extLst>
                    <a:ext uri="{9D8B030D-6E8A-4147-A177-3AD203B41FA5}">
                      <a16:colId xmlns:a16="http://schemas.microsoft.com/office/drawing/2014/main" val="2242880255"/>
                    </a:ext>
                  </a:extLst>
                </a:gridCol>
                <a:gridCol w="399120">
                  <a:extLst>
                    <a:ext uri="{9D8B030D-6E8A-4147-A177-3AD203B41FA5}">
                      <a16:colId xmlns:a16="http://schemas.microsoft.com/office/drawing/2014/main" val="135734404"/>
                    </a:ext>
                  </a:extLst>
                </a:gridCol>
                <a:gridCol w="408624">
                  <a:extLst>
                    <a:ext uri="{9D8B030D-6E8A-4147-A177-3AD203B41FA5}">
                      <a16:colId xmlns:a16="http://schemas.microsoft.com/office/drawing/2014/main" val="575990056"/>
                    </a:ext>
                  </a:extLst>
                </a:gridCol>
                <a:gridCol w="408624">
                  <a:extLst>
                    <a:ext uri="{9D8B030D-6E8A-4147-A177-3AD203B41FA5}">
                      <a16:colId xmlns:a16="http://schemas.microsoft.com/office/drawing/2014/main" val="2797534953"/>
                    </a:ext>
                  </a:extLst>
                </a:gridCol>
                <a:gridCol w="408624">
                  <a:extLst>
                    <a:ext uri="{9D8B030D-6E8A-4147-A177-3AD203B41FA5}">
                      <a16:colId xmlns:a16="http://schemas.microsoft.com/office/drawing/2014/main" val="3264739251"/>
                    </a:ext>
                  </a:extLst>
                </a:gridCol>
                <a:gridCol w="655014">
                  <a:extLst>
                    <a:ext uri="{9D8B030D-6E8A-4147-A177-3AD203B41FA5}">
                      <a16:colId xmlns:a16="http://schemas.microsoft.com/office/drawing/2014/main" val="2112277937"/>
                    </a:ext>
                  </a:extLst>
                </a:gridCol>
                <a:gridCol w="703894">
                  <a:extLst>
                    <a:ext uri="{9D8B030D-6E8A-4147-A177-3AD203B41FA5}">
                      <a16:colId xmlns:a16="http://schemas.microsoft.com/office/drawing/2014/main" val="169628630"/>
                    </a:ext>
                  </a:extLst>
                </a:gridCol>
                <a:gridCol w="741223">
                  <a:extLst>
                    <a:ext uri="{9D8B030D-6E8A-4147-A177-3AD203B41FA5}">
                      <a16:colId xmlns:a16="http://schemas.microsoft.com/office/drawing/2014/main" val="2541129643"/>
                    </a:ext>
                  </a:extLst>
                </a:gridCol>
                <a:gridCol w="741223">
                  <a:extLst>
                    <a:ext uri="{9D8B030D-6E8A-4147-A177-3AD203B41FA5}">
                      <a16:colId xmlns:a16="http://schemas.microsoft.com/office/drawing/2014/main" val="3550424357"/>
                    </a:ext>
                  </a:extLst>
                </a:gridCol>
                <a:gridCol w="380114">
                  <a:extLst>
                    <a:ext uri="{9D8B030D-6E8A-4147-A177-3AD203B41FA5}">
                      <a16:colId xmlns:a16="http://schemas.microsoft.com/office/drawing/2014/main" val="1379385655"/>
                    </a:ext>
                  </a:extLst>
                </a:gridCol>
                <a:gridCol w="380114">
                  <a:extLst>
                    <a:ext uri="{9D8B030D-6E8A-4147-A177-3AD203B41FA5}">
                      <a16:colId xmlns:a16="http://schemas.microsoft.com/office/drawing/2014/main" val="2881083055"/>
                    </a:ext>
                  </a:extLst>
                </a:gridCol>
                <a:gridCol w="389617">
                  <a:extLst>
                    <a:ext uri="{9D8B030D-6E8A-4147-A177-3AD203B41FA5}">
                      <a16:colId xmlns:a16="http://schemas.microsoft.com/office/drawing/2014/main" val="676044725"/>
                    </a:ext>
                  </a:extLst>
                </a:gridCol>
                <a:gridCol w="408624">
                  <a:extLst>
                    <a:ext uri="{9D8B030D-6E8A-4147-A177-3AD203B41FA5}">
                      <a16:colId xmlns:a16="http://schemas.microsoft.com/office/drawing/2014/main" val="2052581947"/>
                    </a:ext>
                  </a:extLst>
                </a:gridCol>
                <a:gridCol w="370611">
                  <a:extLst>
                    <a:ext uri="{9D8B030D-6E8A-4147-A177-3AD203B41FA5}">
                      <a16:colId xmlns:a16="http://schemas.microsoft.com/office/drawing/2014/main" val="3792285041"/>
                    </a:ext>
                  </a:extLst>
                </a:gridCol>
                <a:gridCol w="380114">
                  <a:extLst>
                    <a:ext uri="{9D8B030D-6E8A-4147-A177-3AD203B41FA5}">
                      <a16:colId xmlns:a16="http://schemas.microsoft.com/office/drawing/2014/main" val="4089950611"/>
                    </a:ext>
                  </a:extLst>
                </a:gridCol>
                <a:gridCol w="389617">
                  <a:extLst>
                    <a:ext uri="{9D8B030D-6E8A-4147-A177-3AD203B41FA5}">
                      <a16:colId xmlns:a16="http://schemas.microsoft.com/office/drawing/2014/main" val="1871396943"/>
                    </a:ext>
                  </a:extLst>
                </a:gridCol>
              </a:tblGrid>
              <a:tr h="437272">
                <a:tc>
                  <a:txBody>
                    <a:bodyPr/>
                    <a:lstStyle/>
                    <a:p>
                      <a:pPr algn="l" fontAlgn="b">
                        <a:buNone/>
                      </a:pPr>
                      <a:r>
                        <a:rPr lang="en-US" sz="1000" b="1" i="0" u="none" strike="noStrike" dirty="0">
                          <a:solidFill>
                            <a:srgbClr val="000000"/>
                          </a:solidFill>
                          <a:effectLst/>
                          <a:latin typeface="Aptos Narrow" panose="020B0004020202020204" pitchFamily="34" charset="0"/>
                        </a:rPr>
                        <a:t>Activities</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r" fontAlgn="b">
                        <a:buNone/>
                      </a:pPr>
                      <a:r>
                        <a:rPr lang="en-US" sz="1000" b="1" i="0" u="none" strike="noStrike">
                          <a:solidFill>
                            <a:srgbClr val="000000"/>
                          </a:solidFill>
                          <a:effectLst/>
                          <a:latin typeface="Aptos Narrow" panose="020B0004020202020204" pitchFamily="34" charset="0"/>
                        </a:rPr>
                        <a:t>16-Mar</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r" fontAlgn="b">
                        <a:buNone/>
                      </a:pPr>
                      <a:r>
                        <a:rPr lang="en-US" sz="1000" b="1" i="0" u="none" strike="noStrike" dirty="0">
                          <a:solidFill>
                            <a:srgbClr val="000000"/>
                          </a:solidFill>
                          <a:effectLst/>
                          <a:latin typeface="Aptos Narrow" panose="020B0004020202020204" pitchFamily="34" charset="0"/>
                        </a:rPr>
                        <a:t>23-Mar</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r" fontAlgn="b">
                        <a:buNone/>
                      </a:pPr>
                      <a:r>
                        <a:rPr lang="en-US" sz="1000" b="1" i="0" u="none" strike="noStrike" dirty="0">
                          <a:solidFill>
                            <a:srgbClr val="000000"/>
                          </a:solidFill>
                          <a:effectLst/>
                          <a:latin typeface="Aptos Narrow" panose="020B0004020202020204" pitchFamily="34" charset="0"/>
                        </a:rPr>
                        <a:t>30-Mar</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r" fontAlgn="b">
                        <a:buNone/>
                      </a:pPr>
                      <a:r>
                        <a:rPr lang="en-US" sz="1000" b="1" i="0" u="none" strike="noStrike">
                          <a:solidFill>
                            <a:srgbClr val="000000"/>
                          </a:solidFill>
                          <a:effectLst/>
                          <a:latin typeface="Aptos Narrow" panose="020B0004020202020204" pitchFamily="34" charset="0"/>
                        </a:rPr>
                        <a:t>6-Apr</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gridSpan="2">
                  <a:txBody>
                    <a:bodyPr/>
                    <a:lstStyle/>
                    <a:p>
                      <a:pPr algn="r" fontAlgn="b">
                        <a:buNone/>
                      </a:pPr>
                      <a:r>
                        <a:rPr lang="en-US" sz="1000" b="1" i="0" u="none" strike="noStrike">
                          <a:solidFill>
                            <a:srgbClr val="000000"/>
                          </a:solidFill>
                          <a:effectLst/>
                          <a:latin typeface="Aptos Narrow" panose="020B0004020202020204" pitchFamily="34" charset="0"/>
                        </a:rPr>
                        <a:t>13-Apr</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hMerge="1">
                  <a:txBody>
                    <a:bodyPr/>
                    <a:lstStyle/>
                    <a:p>
                      <a:endParaRPr lang="en-US"/>
                    </a:p>
                  </a:txBody>
                  <a:tcPr/>
                </a:tc>
                <a:tc>
                  <a:txBody>
                    <a:bodyPr/>
                    <a:lstStyle/>
                    <a:p>
                      <a:pPr algn="r" fontAlgn="b">
                        <a:buNone/>
                      </a:pPr>
                      <a:r>
                        <a:rPr lang="en-US" sz="1000" b="1" i="0" u="none" strike="noStrike">
                          <a:solidFill>
                            <a:srgbClr val="000000"/>
                          </a:solidFill>
                          <a:effectLst/>
                          <a:latin typeface="Aptos Narrow" panose="020B0004020202020204" pitchFamily="34" charset="0"/>
                        </a:rPr>
                        <a:t>20-Apr</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r" fontAlgn="b">
                        <a:buNone/>
                      </a:pPr>
                      <a:r>
                        <a:rPr lang="en-US" sz="1000" b="1" i="0" u="none" strike="noStrike">
                          <a:solidFill>
                            <a:srgbClr val="000000"/>
                          </a:solidFill>
                          <a:effectLst/>
                          <a:latin typeface="Aptos Narrow" panose="020B0004020202020204" pitchFamily="34" charset="0"/>
                        </a:rPr>
                        <a:t>27-Apr</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r" fontAlgn="b">
                        <a:buNone/>
                      </a:pPr>
                      <a:r>
                        <a:rPr lang="en-US" sz="1000" b="1" i="0" u="none" strike="noStrike">
                          <a:solidFill>
                            <a:srgbClr val="000000"/>
                          </a:solidFill>
                          <a:effectLst/>
                          <a:latin typeface="Aptos Narrow" panose="020B0004020202020204" pitchFamily="34" charset="0"/>
                        </a:rPr>
                        <a:t>4-May</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r" fontAlgn="b">
                        <a:buNone/>
                      </a:pPr>
                      <a:r>
                        <a:rPr lang="en-US" sz="1000" b="1" i="0" u="none" strike="noStrike">
                          <a:solidFill>
                            <a:srgbClr val="000000"/>
                          </a:solidFill>
                          <a:effectLst/>
                          <a:latin typeface="Aptos Narrow" panose="020B0004020202020204" pitchFamily="34" charset="0"/>
                        </a:rPr>
                        <a:t>11-May</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r" fontAlgn="b">
                        <a:buNone/>
                      </a:pPr>
                      <a:r>
                        <a:rPr lang="en-US" sz="1000" b="1" i="0" u="none" strike="noStrike" dirty="0">
                          <a:solidFill>
                            <a:srgbClr val="000000"/>
                          </a:solidFill>
                          <a:effectLst/>
                          <a:latin typeface="Aptos Narrow" panose="020B0004020202020204" pitchFamily="34" charset="0"/>
                        </a:rPr>
                        <a:t>18-May</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r" fontAlgn="b">
                        <a:buNone/>
                      </a:pPr>
                      <a:r>
                        <a:rPr lang="en-US" sz="1000" b="1" i="0" u="none" strike="noStrike">
                          <a:solidFill>
                            <a:srgbClr val="000000"/>
                          </a:solidFill>
                          <a:effectLst/>
                          <a:latin typeface="Aptos Narrow" panose="020B0004020202020204" pitchFamily="34" charset="0"/>
                        </a:rPr>
                        <a:t>25-May</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l" fontAlgn="b">
                        <a:buNone/>
                      </a:pPr>
                      <a:r>
                        <a:rPr lang="en-US" sz="1000" b="1" i="0" u="none" strike="noStrike" dirty="0">
                          <a:solidFill>
                            <a:srgbClr val="000000"/>
                          </a:solidFill>
                          <a:effectLst/>
                          <a:latin typeface="Aptos Narrow" panose="020B0004020202020204" pitchFamily="34" charset="0"/>
                        </a:rPr>
                        <a:t>01-Jun  to  14-Jun</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fontAlgn="b">
                        <a:buNone/>
                      </a:pPr>
                      <a:r>
                        <a:rPr lang="en-US" sz="1000" b="1" i="0" u="none" strike="noStrike" dirty="0">
                          <a:solidFill>
                            <a:srgbClr val="000000"/>
                          </a:solidFill>
                          <a:effectLst/>
                          <a:latin typeface="Aptos Narrow" panose="020B0004020202020204" pitchFamily="34" charset="0"/>
                        </a:rPr>
                        <a:t>15-Jun to</a:t>
                      </a:r>
                    </a:p>
                    <a:p>
                      <a:pPr algn="ctr" fontAlgn="b">
                        <a:buNone/>
                      </a:pPr>
                      <a:r>
                        <a:rPr lang="en-US" sz="1000" b="1" i="0" u="none" strike="noStrike" dirty="0">
                          <a:solidFill>
                            <a:srgbClr val="000000"/>
                          </a:solidFill>
                          <a:effectLst/>
                          <a:latin typeface="Aptos Narrow" panose="020B0004020202020204" pitchFamily="34" charset="0"/>
                        </a:rPr>
                        <a:t>31-Jul</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fontAlgn="b">
                        <a:buNone/>
                      </a:pPr>
                      <a:r>
                        <a:rPr lang="en-US" sz="1000" b="1" i="0" u="none" strike="noStrike" dirty="0">
                          <a:solidFill>
                            <a:srgbClr val="000000"/>
                          </a:solidFill>
                          <a:effectLst/>
                          <a:latin typeface="Aptos Narrow" panose="020B0004020202020204" pitchFamily="34" charset="0"/>
                        </a:rPr>
                        <a:t>01-Aug  to</a:t>
                      </a:r>
                    </a:p>
                    <a:p>
                      <a:pPr algn="ctr" fontAlgn="b">
                        <a:buNone/>
                      </a:pPr>
                      <a:r>
                        <a:rPr lang="en-US" sz="1000" b="1" i="0" u="none" strike="noStrike" dirty="0">
                          <a:solidFill>
                            <a:srgbClr val="000000"/>
                          </a:solidFill>
                          <a:effectLst/>
                          <a:latin typeface="Aptos Narrow" panose="020B0004020202020204" pitchFamily="34" charset="0"/>
                        </a:rPr>
                        <a:t>14-Aug</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fontAlgn="b">
                        <a:buNone/>
                      </a:pPr>
                      <a:r>
                        <a:rPr lang="en-US" sz="1000" b="1" i="0" u="none" strike="noStrike">
                          <a:solidFill>
                            <a:srgbClr val="000000"/>
                          </a:solidFill>
                          <a:effectLst/>
                          <a:latin typeface="Aptos Narrow" panose="020B0004020202020204" pitchFamily="34" charset="0"/>
                        </a:rPr>
                        <a:t>15-Aug - 31-Aug</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fontAlgn="b">
                        <a:buNone/>
                      </a:pPr>
                      <a:r>
                        <a:rPr lang="en-US" sz="1000" b="1" i="0" u="none" strike="noStrike" dirty="0">
                          <a:solidFill>
                            <a:srgbClr val="000000"/>
                          </a:solidFill>
                          <a:effectLst/>
                          <a:latin typeface="Aptos Narrow" panose="020B0004020202020204" pitchFamily="34" charset="0"/>
                        </a:rPr>
                        <a:t>1-Sep</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fontAlgn="b">
                        <a:buNone/>
                      </a:pPr>
                      <a:r>
                        <a:rPr lang="en-US" sz="1000" b="1" i="0" u="none" strike="noStrike">
                          <a:solidFill>
                            <a:srgbClr val="000000"/>
                          </a:solidFill>
                          <a:effectLst/>
                          <a:latin typeface="Aptos Narrow" panose="020B0004020202020204" pitchFamily="34" charset="0"/>
                        </a:rPr>
                        <a:t>1-Oct</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fontAlgn="b">
                        <a:buNone/>
                      </a:pPr>
                      <a:r>
                        <a:rPr lang="en-US" sz="1000" b="1" i="0" u="none" strike="noStrike">
                          <a:solidFill>
                            <a:srgbClr val="000000"/>
                          </a:solidFill>
                          <a:effectLst/>
                          <a:latin typeface="Aptos Narrow" panose="020B0004020202020204" pitchFamily="34" charset="0"/>
                        </a:rPr>
                        <a:t>1-Nov</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fontAlgn="b">
                        <a:buNone/>
                      </a:pPr>
                      <a:r>
                        <a:rPr lang="en-US" sz="1000" b="1" i="0" u="none" strike="noStrike">
                          <a:solidFill>
                            <a:srgbClr val="000000"/>
                          </a:solidFill>
                          <a:effectLst/>
                          <a:latin typeface="Aptos Narrow" panose="020B0004020202020204" pitchFamily="34" charset="0"/>
                        </a:rPr>
                        <a:t>1-Dec</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fontAlgn="b">
                        <a:buNone/>
                      </a:pPr>
                      <a:r>
                        <a:rPr lang="en-US" sz="1000" b="1" i="0" u="none" strike="noStrike" dirty="0">
                          <a:solidFill>
                            <a:srgbClr val="000000"/>
                          </a:solidFill>
                          <a:effectLst/>
                          <a:latin typeface="Aptos Narrow" panose="020B0004020202020204" pitchFamily="34" charset="0"/>
                        </a:rPr>
                        <a:t>1-Jan</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fontAlgn="b">
                        <a:buNone/>
                      </a:pPr>
                      <a:r>
                        <a:rPr lang="en-US" sz="1000" b="1" i="0" u="none" strike="noStrike" dirty="0">
                          <a:solidFill>
                            <a:srgbClr val="000000"/>
                          </a:solidFill>
                          <a:effectLst/>
                          <a:latin typeface="Aptos Narrow" panose="020B0004020202020204" pitchFamily="34" charset="0"/>
                        </a:rPr>
                        <a:t>1-Feb</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fontAlgn="b">
                        <a:buNone/>
                      </a:pPr>
                      <a:r>
                        <a:rPr lang="en-US" sz="1000" b="1" i="0" u="none" strike="noStrike" dirty="0">
                          <a:solidFill>
                            <a:srgbClr val="000000"/>
                          </a:solidFill>
                          <a:effectLst/>
                          <a:latin typeface="Aptos Narrow" panose="020B0004020202020204" pitchFamily="34" charset="0"/>
                        </a:rPr>
                        <a:t>1-Mar</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4108915153"/>
                  </a:ext>
                </a:extLst>
              </a:tr>
              <a:tr h="437272">
                <a:tc>
                  <a:txBody>
                    <a:bodyPr/>
                    <a:lstStyle/>
                    <a:p>
                      <a:pPr algn="l" fontAlgn="b">
                        <a:buNone/>
                      </a:pPr>
                      <a:r>
                        <a:rPr lang="en-US" sz="1000" b="0" i="0" u="none" strike="noStrike">
                          <a:solidFill>
                            <a:srgbClr val="000000"/>
                          </a:solidFill>
                          <a:effectLst/>
                          <a:latin typeface="Aptos Narrow" panose="020B0004020202020204" pitchFamily="34" charset="0"/>
                        </a:rPr>
                        <a:t>Completion of E2E testing</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dirty="0">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l" fontAlgn="b">
                        <a:buNone/>
                      </a:pPr>
                      <a:r>
                        <a:rPr lang="en-US" sz="1000" b="1"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1"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1"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gridSpan="2">
                  <a:txBody>
                    <a:bodyPr/>
                    <a:lstStyle/>
                    <a:p>
                      <a:pPr algn="l" fontAlgn="b">
                        <a:buNone/>
                      </a:pPr>
                      <a:r>
                        <a:rPr lang="en-US" sz="1000" b="1"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tc>
                  <a:txBody>
                    <a:bodyPr/>
                    <a:lstStyle/>
                    <a:p>
                      <a:pPr algn="l" fontAlgn="b">
                        <a:buNone/>
                      </a:pPr>
                      <a:r>
                        <a:rPr lang="en-US" sz="1000" b="1"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1"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1"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1"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1"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1"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1" i="0" u="none" strike="noStrike" dirty="0">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0" b="1" i="0" u="none" strike="noStrike" dirty="0">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0" b="1"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0" b="1"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0" b="1"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0" b="1"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0" b="1"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0" b="1"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0" b="1"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0" b="1"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0" b="1"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93582994"/>
                  </a:ext>
                </a:extLst>
              </a:tr>
              <a:tr h="437272">
                <a:tc>
                  <a:txBody>
                    <a:bodyPr/>
                    <a:lstStyle/>
                    <a:p>
                      <a:pPr algn="l" fontAlgn="b">
                        <a:buNone/>
                      </a:pPr>
                      <a:r>
                        <a:rPr lang="en-US" sz="1000" b="0" i="0" u="none" strike="noStrike">
                          <a:solidFill>
                            <a:srgbClr val="000000"/>
                          </a:solidFill>
                          <a:effectLst/>
                          <a:latin typeface="Aptos Narrow" panose="020B0004020202020204" pitchFamily="34" charset="0"/>
                        </a:rPr>
                        <a:t>Production Deployment</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dirty="0">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l" fontAlgn="b">
                        <a:buNone/>
                      </a:pPr>
                      <a:r>
                        <a:rPr lang="en-US" sz="1000" b="0" i="0" u="none" strike="noStrike" dirty="0">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gridSpan="2">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8">
                  <a:txBody>
                    <a:bodyPr/>
                    <a:lstStyle/>
                    <a:p>
                      <a:pPr algn="ctr" fontAlgn="ctr">
                        <a:buNone/>
                      </a:pPr>
                      <a:r>
                        <a:rPr lang="en-US" sz="1000" b="0" i="0" u="none" strike="noStrike" dirty="0">
                          <a:solidFill>
                            <a:srgbClr val="000000"/>
                          </a:solidFill>
                          <a:effectLst/>
                          <a:latin typeface="Aptos Narrow" panose="020B0004020202020204" pitchFamily="34" charset="0"/>
                        </a:rPr>
                        <a:t>Testing and Preparation for SAP Go live</a:t>
                      </a:r>
                    </a:p>
                  </a:txBody>
                  <a:tcPr marL="4202" marR="4202" marT="4202" marB="0" vert="vert27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rowSpan="8">
                  <a:txBody>
                    <a:bodyPr/>
                    <a:lstStyle/>
                    <a:p>
                      <a:pPr algn="ctr" fontAlgn="ctr">
                        <a:buNone/>
                      </a:pPr>
                      <a:r>
                        <a:rPr lang="en-US" sz="1000" b="0" i="0" u="none" strike="noStrike" dirty="0">
                          <a:solidFill>
                            <a:srgbClr val="000000"/>
                          </a:solidFill>
                          <a:effectLst/>
                          <a:latin typeface="Aptos Narrow" panose="020B0004020202020204" pitchFamily="34" charset="0"/>
                        </a:rPr>
                        <a:t>SAP Settling time</a:t>
                      </a:r>
                    </a:p>
                  </a:txBody>
                  <a:tcPr marL="4202" marR="4202" marT="4202" marB="0" vert="vert27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88981019"/>
                  </a:ext>
                </a:extLst>
              </a:tr>
              <a:tr h="437272">
                <a:tc>
                  <a:txBody>
                    <a:bodyPr/>
                    <a:lstStyle/>
                    <a:p>
                      <a:pPr algn="l" fontAlgn="b">
                        <a:buNone/>
                      </a:pPr>
                      <a:r>
                        <a:rPr lang="en-US" sz="1000" b="0" i="0" u="none" strike="noStrike">
                          <a:solidFill>
                            <a:srgbClr val="000000"/>
                          </a:solidFill>
                          <a:effectLst/>
                          <a:latin typeface="Aptos Narrow" panose="020B0004020202020204" pitchFamily="34" charset="0"/>
                        </a:rPr>
                        <a:t>Cutover data activities</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dirty="0">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l" fontAlgn="b">
                        <a:buNone/>
                      </a:pPr>
                      <a:r>
                        <a:rPr lang="en-US" sz="1000" b="0" i="0" u="none" strike="noStrike" dirty="0">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gridSpan="2">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endParaRPr lang="en-US"/>
                    </a:p>
                  </a:txBody>
                  <a:tcPr/>
                </a:tc>
                <a:tc vMerge="1">
                  <a:txBody>
                    <a:bodyPr/>
                    <a:lstStyle/>
                    <a:p>
                      <a:endParaRPr lang="en-US"/>
                    </a:p>
                  </a:txBody>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42945842"/>
                  </a:ext>
                </a:extLst>
              </a:tr>
              <a:tr h="437272">
                <a:tc>
                  <a:txBody>
                    <a:bodyPr/>
                    <a:lstStyle/>
                    <a:p>
                      <a:pPr algn="l" fontAlgn="b">
                        <a:buNone/>
                      </a:pPr>
                      <a:r>
                        <a:rPr lang="en-US" sz="1000" b="0" i="0" u="none" strike="noStrike">
                          <a:solidFill>
                            <a:srgbClr val="000000"/>
                          </a:solidFill>
                          <a:effectLst/>
                          <a:latin typeface="Aptos Narrow" panose="020B0004020202020204" pitchFamily="34" charset="0"/>
                        </a:rPr>
                        <a:t>Go Live and expansion to 5 CPs</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dirty="0">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US" sz="1000" b="0" i="0" u="none" strike="noStrike" dirty="0">
                          <a:solidFill>
                            <a:srgbClr val="000000"/>
                          </a:solidFill>
                          <a:effectLst/>
                          <a:latin typeface="Aptos Narrow" panose="020B0004020202020204" pitchFamily="34" charset="0"/>
                        </a:rPr>
                        <a:t>2</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gridSpan="2">
                  <a:txBody>
                    <a:bodyPr/>
                    <a:lstStyle/>
                    <a:p>
                      <a:pPr algn="r" fontAlgn="b">
                        <a:buNone/>
                      </a:pPr>
                      <a:r>
                        <a:rPr lang="en-US" sz="1000" b="0" i="0" u="none" strike="noStrike" dirty="0">
                          <a:solidFill>
                            <a:srgbClr val="000000"/>
                          </a:solidFill>
                          <a:effectLst/>
                          <a:latin typeface="Aptos Narrow" panose="020B0004020202020204" pitchFamily="34" charset="0"/>
                        </a:rPr>
                        <a:t>3</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1CBF3"/>
                    </a:solidFill>
                  </a:tcPr>
                </a:tc>
                <a:tc hMerge="1">
                  <a:txBody>
                    <a:bodyPr/>
                    <a:lstStyle/>
                    <a:p>
                      <a:endParaRPr lang="en-US"/>
                    </a:p>
                  </a:txBody>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endParaRPr lang="en-US"/>
                    </a:p>
                  </a:txBody>
                  <a:tcPr/>
                </a:tc>
                <a:tc vMerge="1">
                  <a:txBody>
                    <a:bodyPr/>
                    <a:lstStyle/>
                    <a:p>
                      <a:endParaRPr lang="en-US"/>
                    </a:p>
                  </a:txBody>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80558874"/>
                  </a:ext>
                </a:extLst>
              </a:tr>
              <a:tr h="437272">
                <a:tc>
                  <a:txBody>
                    <a:bodyPr/>
                    <a:lstStyle/>
                    <a:p>
                      <a:pPr algn="l" fontAlgn="b">
                        <a:buNone/>
                      </a:pPr>
                      <a:r>
                        <a:rPr lang="en-US" sz="1000" b="0" i="0" u="none" strike="noStrike" dirty="0">
                          <a:solidFill>
                            <a:srgbClr val="000000"/>
                          </a:solidFill>
                          <a:effectLst/>
                          <a:latin typeface="Aptos Narrow" panose="020B0004020202020204" pitchFamily="34" charset="0"/>
                        </a:rPr>
                        <a:t>CP Support  &amp; expansion</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dirty="0">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gridSpan="2">
                  <a:txBody>
                    <a:bodyPr/>
                    <a:lstStyle/>
                    <a:p>
                      <a:pPr algn="l" fontAlgn="b">
                        <a:buNone/>
                      </a:pPr>
                      <a:r>
                        <a:rPr lang="en-US" sz="1000" b="0" i="0" u="none" strike="noStrike" dirty="0">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1CBF3"/>
                    </a:solidFill>
                  </a:tcPr>
                </a:tc>
                <a:tc hMerge="1">
                  <a:txBody>
                    <a:bodyPr/>
                    <a:lstStyle/>
                    <a:p>
                      <a:endParaRPr lang="en-US"/>
                    </a:p>
                  </a:txBody>
                  <a:tcPr/>
                </a:tc>
                <a:tc>
                  <a:txBody>
                    <a:bodyPr/>
                    <a:lstStyle/>
                    <a:p>
                      <a:pPr algn="l" fontAlgn="b">
                        <a:buNone/>
                      </a:pPr>
                      <a:r>
                        <a:rPr lang="en-US" sz="1000" b="0" i="0" u="none" strike="noStrike" dirty="0">
                          <a:solidFill>
                            <a:srgbClr val="000000"/>
                          </a:solidFill>
                          <a:effectLst/>
                          <a:latin typeface="Aptos Narrow" panose="020B0004020202020204" pitchFamily="34" charset="0"/>
                        </a:rPr>
                        <a:t>1</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1CBF3"/>
                    </a:solidFill>
                  </a:tcPr>
                </a:tc>
                <a:tc>
                  <a:txBody>
                    <a:bodyPr/>
                    <a:lstStyle/>
                    <a:p>
                      <a:pPr algn="l" fontAlgn="b">
                        <a:buNone/>
                      </a:pPr>
                      <a:r>
                        <a:rPr lang="en-US" sz="1000" b="0" i="0" u="none" strike="noStrike" dirty="0">
                          <a:solidFill>
                            <a:srgbClr val="000000"/>
                          </a:solidFill>
                          <a:effectLst/>
                          <a:latin typeface="Aptos Narrow" panose="020B0004020202020204" pitchFamily="34" charset="0"/>
                        </a:rPr>
                        <a:t> 1</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1CBF3"/>
                    </a:solidFill>
                  </a:tcPr>
                </a:tc>
                <a:tc>
                  <a:txBody>
                    <a:bodyPr/>
                    <a:lstStyle/>
                    <a:p>
                      <a:pPr algn="l" fontAlgn="b">
                        <a:buNone/>
                      </a:pPr>
                      <a:r>
                        <a:rPr lang="en-US" sz="1000" b="0" i="0" u="none" strike="noStrike" dirty="0">
                          <a:solidFill>
                            <a:srgbClr val="000000"/>
                          </a:solidFill>
                          <a:effectLst/>
                          <a:latin typeface="Aptos Narrow" panose="020B0004020202020204" pitchFamily="34" charset="0"/>
                        </a:rPr>
                        <a:t> 1</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1CBF3"/>
                    </a:solidFill>
                  </a:tcPr>
                </a:tc>
                <a:tc>
                  <a:txBody>
                    <a:bodyPr/>
                    <a:lstStyle/>
                    <a:p>
                      <a:pPr algn="l" fontAlgn="b">
                        <a:buNone/>
                      </a:pPr>
                      <a:r>
                        <a:rPr lang="en-US" sz="1000" b="0" i="0" u="none" strike="noStrike" dirty="0">
                          <a:solidFill>
                            <a:srgbClr val="000000"/>
                          </a:solidFill>
                          <a:effectLst/>
                          <a:latin typeface="Aptos Narrow" panose="020B0004020202020204" pitchFamily="34" charset="0"/>
                        </a:rPr>
                        <a:t> 1</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1CBF3"/>
                    </a:solidFill>
                  </a:tcPr>
                </a:tc>
                <a:tc>
                  <a:txBody>
                    <a:bodyPr/>
                    <a:lstStyle/>
                    <a:p>
                      <a:pPr algn="l" fontAlgn="b">
                        <a:buNone/>
                      </a:pPr>
                      <a:r>
                        <a:rPr lang="en-US" sz="1000" b="0" i="0" u="none" strike="noStrike" dirty="0">
                          <a:solidFill>
                            <a:srgbClr val="000000"/>
                          </a:solidFill>
                          <a:effectLst/>
                          <a:latin typeface="Aptos Narrow" panose="020B0004020202020204" pitchFamily="34" charset="0"/>
                        </a:rPr>
                        <a:t> 1</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1CBF3"/>
                    </a:solid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1CBF3"/>
                    </a:solidFill>
                  </a:tcPr>
                </a:tc>
                <a:tc>
                  <a:txBody>
                    <a:bodyPr/>
                    <a:lstStyle/>
                    <a:p>
                      <a:pPr algn="r" fontAlgn="b">
                        <a:buNone/>
                      </a:pPr>
                      <a:r>
                        <a:rPr lang="en-US" sz="1000" b="0" i="0" u="none" strike="noStrike" dirty="0">
                          <a:solidFill>
                            <a:srgbClr val="000000"/>
                          </a:solidFill>
                          <a:effectLst/>
                          <a:latin typeface="Aptos Narrow" panose="020B0004020202020204" pitchFamily="34" charset="0"/>
                        </a:rPr>
                        <a:t>15</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1CBF3"/>
                    </a:solidFill>
                  </a:tcPr>
                </a:tc>
                <a:tc vMerge="1">
                  <a:txBody>
                    <a:bodyPr/>
                    <a:lstStyle/>
                    <a:p>
                      <a:endParaRPr lang="en-US"/>
                    </a:p>
                  </a:txBody>
                  <a:tcPr/>
                </a:tc>
                <a:tc vMerge="1">
                  <a:txBody>
                    <a:bodyPr/>
                    <a:lstStyle/>
                    <a:p>
                      <a:endParaRPr lang="en-US"/>
                    </a:p>
                  </a:txBody>
                  <a:tcPr/>
                </a:tc>
                <a:tc>
                  <a:txBody>
                    <a:bodyPr/>
                    <a:lstStyle/>
                    <a:p>
                      <a:pPr algn="r" fontAlgn="b">
                        <a:buNone/>
                      </a:pPr>
                      <a:r>
                        <a:rPr lang="en-US" sz="1000" b="0" i="0" u="none" strike="noStrike">
                          <a:solidFill>
                            <a:srgbClr val="000000"/>
                          </a:solidFill>
                          <a:effectLst/>
                          <a:latin typeface="Aptos Narrow" panose="020B0004020202020204" pitchFamily="34" charset="0"/>
                        </a:rPr>
                        <a:t>10</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1CBF3"/>
                    </a:solidFill>
                  </a:tcPr>
                </a:tc>
                <a:tc>
                  <a:txBody>
                    <a:bodyPr/>
                    <a:lstStyle/>
                    <a:p>
                      <a:pPr algn="r" fontAlgn="b">
                        <a:buNone/>
                      </a:pPr>
                      <a:r>
                        <a:rPr lang="en-US" sz="1000" b="0" i="0" u="none" strike="noStrike">
                          <a:solidFill>
                            <a:srgbClr val="000000"/>
                          </a:solidFill>
                          <a:effectLst/>
                          <a:latin typeface="Aptos Narrow" panose="020B0004020202020204" pitchFamily="34" charset="0"/>
                        </a:rPr>
                        <a:t>50</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1CBF3"/>
                    </a:solid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1CBF3"/>
                    </a:solidFill>
                  </a:tcPr>
                </a:tc>
                <a:tc>
                  <a:txBody>
                    <a:bodyPr/>
                    <a:lstStyle/>
                    <a:p>
                      <a:pPr algn="r" fontAlgn="b">
                        <a:buNone/>
                      </a:pPr>
                      <a:r>
                        <a:rPr lang="en-US" sz="1000" b="0" i="0" u="none" strike="noStrike">
                          <a:solidFill>
                            <a:srgbClr val="000000"/>
                          </a:solidFill>
                          <a:effectLst/>
                          <a:latin typeface="Aptos Narrow" panose="020B0004020202020204" pitchFamily="34" charset="0"/>
                        </a:rPr>
                        <a:t>100</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1CBF3"/>
                    </a:solidFill>
                  </a:tcPr>
                </a:tc>
                <a:tc>
                  <a:txBody>
                    <a:bodyPr/>
                    <a:lstStyle/>
                    <a:p>
                      <a:pPr algn="r" fontAlgn="b">
                        <a:buNone/>
                      </a:pPr>
                      <a:r>
                        <a:rPr lang="en-US" sz="1000" b="0" i="0" u="none" strike="noStrike">
                          <a:solidFill>
                            <a:srgbClr val="000000"/>
                          </a:solidFill>
                          <a:effectLst/>
                          <a:latin typeface="Aptos Narrow" panose="020B0004020202020204" pitchFamily="34" charset="0"/>
                        </a:rPr>
                        <a:t>300</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1CBF3"/>
                    </a:solidFill>
                  </a:tcPr>
                </a:tc>
                <a:tc>
                  <a:txBody>
                    <a:bodyPr/>
                    <a:lstStyle/>
                    <a:p>
                      <a:pPr algn="r" fontAlgn="b">
                        <a:buNone/>
                      </a:pPr>
                      <a:r>
                        <a:rPr lang="en-US" sz="1000" b="0" i="0" u="none" strike="noStrike">
                          <a:solidFill>
                            <a:srgbClr val="000000"/>
                          </a:solidFill>
                          <a:effectLst/>
                          <a:latin typeface="Aptos Narrow" panose="020B0004020202020204" pitchFamily="34" charset="0"/>
                        </a:rPr>
                        <a:t>400</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1CBF3"/>
                    </a:solidFill>
                  </a:tcPr>
                </a:tc>
                <a:tc>
                  <a:txBody>
                    <a:bodyPr/>
                    <a:lstStyle/>
                    <a:p>
                      <a:pPr algn="r" fontAlgn="b">
                        <a:buNone/>
                      </a:pPr>
                      <a:r>
                        <a:rPr lang="en-US" sz="1000" b="0" i="0" u="none" strike="noStrike">
                          <a:solidFill>
                            <a:srgbClr val="000000"/>
                          </a:solidFill>
                          <a:effectLst/>
                          <a:latin typeface="Aptos Narrow" panose="020B0004020202020204" pitchFamily="34" charset="0"/>
                        </a:rPr>
                        <a:t>400</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1CBF3"/>
                    </a:solidFill>
                  </a:tcPr>
                </a:tc>
                <a:tc>
                  <a:txBody>
                    <a:bodyPr/>
                    <a:lstStyle/>
                    <a:p>
                      <a:pPr algn="r" fontAlgn="b">
                        <a:buNone/>
                      </a:pPr>
                      <a:r>
                        <a:rPr lang="en-US" sz="1000" b="0" i="0" u="none" strike="noStrike">
                          <a:solidFill>
                            <a:srgbClr val="000000"/>
                          </a:solidFill>
                          <a:effectLst/>
                          <a:latin typeface="Aptos Narrow" panose="020B0004020202020204" pitchFamily="34" charset="0"/>
                        </a:rPr>
                        <a:t>70</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1CBF3"/>
                    </a:solidFill>
                  </a:tcPr>
                </a:tc>
                <a:extLst>
                  <a:ext uri="{0D108BD9-81ED-4DB2-BD59-A6C34878D82A}">
                    <a16:rowId xmlns:a16="http://schemas.microsoft.com/office/drawing/2014/main" val="2157354571"/>
                  </a:ext>
                </a:extLst>
              </a:tr>
              <a:tr h="437272">
                <a:tc>
                  <a:txBody>
                    <a:bodyPr/>
                    <a:lstStyle/>
                    <a:p>
                      <a:pPr algn="l" fontAlgn="b">
                        <a:buNone/>
                      </a:pPr>
                      <a:r>
                        <a:rPr lang="en-US" sz="1000" b="0" i="0" u="none" strike="noStrike" dirty="0">
                          <a:solidFill>
                            <a:srgbClr val="000000"/>
                          </a:solidFill>
                          <a:effectLst/>
                          <a:latin typeface="Aptos Narrow" panose="020B0004020202020204" pitchFamily="34" charset="0"/>
                        </a:rPr>
                        <a:t>Load Testing</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gridSpan="8">
                  <a:txBody>
                    <a:bodyPr/>
                    <a:lstStyle/>
                    <a:p>
                      <a:pPr algn="ctr" fontAlgn="b">
                        <a:buNone/>
                      </a:pPr>
                      <a:r>
                        <a:rPr lang="en-US" sz="1000" b="0" i="0" u="none" strike="noStrike" dirty="0">
                          <a:solidFill>
                            <a:srgbClr val="000000"/>
                          </a:solidFill>
                          <a:effectLst/>
                          <a:latin typeface="Aptos Narrow" panose="020B0004020202020204" pitchFamily="34" charset="0"/>
                        </a:rPr>
                        <a:t>Script and </a:t>
                      </a:r>
                      <a:r>
                        <a:rPr lang="en-US" sz="1000" b="0" i="0" u="none" strike="noStrike">
                          <a:solidFill>
                            <a:srgbClr val="000000"/>
                          </a:solidFill>
                          <a:effectLst/>
                          <a:latin typeface="Aptos Narrow" panose="020B0004020202020204" pitchFamily="34" charset="0"/>
                        </a:rPr>
                        <a:t>Data Prep</a:t>
                      </a:r>
                      <a:endParaRPr lang="en-US" sz="1000" b="0" i="0" u="none" strike="noStrike" dirty="0">
                        <a:solidFill>
                          <a:srgbClr val="000000"/>
                        </a:solidFill>
                        <a:effectLst/>
                        <a:latin typeface="Aptos Narrow" panose="020B0004020202020204" pitchFamily="34" charset="0"/>
                      </a:endParaRPr>
                    </a:p>
                  </a:txBody>
                  <a:tcPr marL="4202" marR="4202" marT="42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1CBF3"/>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a:p>
                  </a:txBody>
                  <a:tcPr marL="4202" marR="4202" marT="4202"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86DCD"/>
                    </a:solidFill>
                  </a:tcPr>
                </a:tc>
                <a:tc hMerge="1">
                  <a:txBody>
                    <a:bodyPr/>
                    <a:lstStyle/>
                    <a:p>
                      <a:endParaRPr lang="en-US"/>
                    </a:p>
                  </a:txBody>
                  <a:tcPr/>
                </a:tc>
                <a:tc hMerge="1">
                  <a:txBody>
                    <a:bodyPr/>
                    <a:lstStyle/>
                    <a:p>
                      <a:endParaRPr dirty="0"/>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dirty="0"/>
                    </a:p>
                  </a:txBody>
                  <a:tcPr marL="4202" marR="4202" marT="42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7A0F7"/>
                    </a:solidFill>
                  </a:tcPr>
                </a:tc>
                <a:tc>
                  <a:txBody>
                    <a:bodyPr/>
                    <a:lstStyle/>
                    <a:p>
                      <a:pPr algn="ctr" fontAlgn="b">
                        <a:buNone/>
                      </a:pPr>
                      <a:r>
                        <a:rPr lang="en-US" sz="1000" b="0" i="0" u="none" strike="noStrike" dirty="0">
                          <a:solidFill>
                            <a:srgbClr val="000000"/>
                          </a:solidFill>
                          <a:effectLst/>
                          <a:latin typeface="Aptos Narrow" panose="020B0004020202020204" pitchFamily="34" charset="0"/>
                        </a:rPr>
                        <a:t>Test </a:t>
                      </a:r>
                    </a:p>
                  </a:txBody>
                  <a:tcPr marL="4202" marR="4202" marT="42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7A0F7"/>
                    </a:solid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endParaRPr lang="en-US"/>
                    </a:p>
                  </a:txBody>
                  <a:tcPr/>
                </a:tc>
                <a:tc vMerge="1">
                  <a:txBody>
                    <a:bodyPr/>
                    <a:lstStyle/>
                    <a:p>
                      <a:endParaRPr lang="en-US"/>
                    </a:p>
                  </a:txBody>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85081621"/>
                  </a:ext>
                </a:extLst>
              </a:tr>
              <a:tr h="437272">
                <a:tc>
                  <a:txBody>
                    <a:bodyPr/>
                    <a:lstStyle/>
                    <a:p>
                      <a:pPr algn="l" fontAlgn="b">
                        <a:buNone/>
                      </a:pPr>
                      <a:r>
                        <a:rPr lang="en-US" sz="1000" b="0" i="0" u="none" strike="noStrike">
                          <a:solidFill>
                            <a:srgbClr val="000000"/>
                          </a:solidFill>
                          <a:effectLst/>
                          <a:latin typeface="Aptos Narrow" panose="020B0004020202020204" pitchFamily="34" charset="0"/>
                        </a:rPr>
                        <a:t>Deploy EBO Code</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dirty="0">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dirty="0">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dirty="0">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1CBF3"/>
                    </a:solidFill>
                  </a:tcPr>
                </a:tc>
                <a:tc gridSpan="2">
                  <a:txBody>
                    <a:bodyPr/>
                    <a:lstStyle/>
                    <a:p>
                      <a:r>
                        <a:rPr lang="en-US" sz="1000" b="0" i="0" u="none" strike="noStrike" dirty="0">
                          <a:solidFill>
                            <a:srgbClr val="000000"/>
                          </a:solidFill>
                          <a:effectLst/>
                          <a:latin typeface="Aptos Narrow" panose="020B0004020202020204" pitchFamily="34" charset="0"/>
                        </a:rPr>
                        <a:t> </a:t>
                      </a:r>
                      <a:endParaRPr lang="en-US" dirty="0"/>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dirty="0">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endParaRPr lang="en-US"/>
                    </a:p>
                  </a:txBody>
                  <a:tcPr/>
                </a:tc>
                <a:tc vMerge="1">
                  <a:txBody>
                    <a:bodyPr/>
                    <a:lstStyle/>
                    <a:p>
                      <a:endParaRPr lang="en-US"/>
                    </a:p>
                  </a:txBody>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61304837"/>
                  </a:ext>
                </a:extLst>
              </a:tr>
              <a:tr h="437272">
                <a:tc>
                  <a:txBody>
                    <a:bodyPr/>
                    <a:lstStyle/>
                    <a:p>
                      <a:pPr algn="l" fontAlgn="b">
                        <a:buNone/>
                      </a:pPr>
                      <a:r>
                        <a:rPr lang="en-US" sz="1000" b="0" i="0" u="none" strike="noStrike">
                          <a:solidFill>
                            <a:srgbClr val="000000"/>
                          </a:solidFill>
                          <a:effectLst/>
                          <a:latin typeface="Aptos Narrow" panose="020B0004020202020204" pitchFamily="34" charset="0"/>
                        </a:rPr>
                        <a:t>EBO UAT</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900" b="0" i="0" u="none" strike="noStrike" dirty="0">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gridSpan="2">
                  <a:txBody>
                    <a:bodyPr/>
                    <a:lstStyle/>
                    <a:p>
                      <a:pPr algn="ctr" fontAlgn="b">
                        <a:buNone/>
                      </a:pPr>
                      <a:endParaRPr lang="en-US" sz="900" b="0" i="0" u="none" strike="noStrike" dirty="0">
                        <a:solidFill>
                          <a:srgbClr val="000000"/>
                        </a:solidFill>
                        <a:effectLst/>
                        <a:latin typeface="Aptos Narrow" panose="020B0004020202020204" pitchFamily="34" charset="0"/>
                      </a:endParaRP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1CBF3"/>
                    </a:solidFill>
                  </a:tcPr>
                </a:tc>
                <a:tc hMerge="1">
                  <a:txBody>
                    <a:bodyPr/>
                    <a:lstStyle/>
                    <a:p>
                      <a:endParaRPr lang="en-US"/>
                    </a:p>
                  </a:txBody>
                  <a:tcPr/>
                </a:tc>
                <a:tc>
                  <a:txBody>
                    <a:bodyPr/>
                    <a:lstStyle/>
                    <a:p>
                      <a:pPr algn="l" fontAlgn="b">
                        <a:buNone/>
                      </a:pPr>
                      <a:r>
                        <a:rPr lang="en-US" sz="900" b="0" i="0" u="none" strike="noStrike" dirty="0">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1CBF3"/>
                    </a:solidFill>
                  </a:tcPr>
                </a:tc>
                <a:tc>
                  <a:txBody>
                    <a:bodyPr/>
                    <a:lstStyle/>
                    <a:p>
                      <a:pPr algn="l" fontAlgn="b">
                        <a:buNone/>
                      </a:pPr>
                      <a:r>
                        <a:rPr lang="en-US" sz="900" b="0" i="0" u="none" strike="noStrike" dirty="0">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1CBF3"/>
                    </a:solidFill>
                  </a:tcPr>
                </a:tc>
                <a:tc>
                  <a:txBody>
                    <a:bodyPr/>
                    <a:lstStyle/>
                    <a:p>
                      <a:pPr algn="l" fontAlgn="b">
                        <a:buNone/>
                      </a:pPr>
                      <a:r>
                        <a:rPr lang="en-US" sz="900" b="0" i="0" u="none" strike="noStrike" dirty="0">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1CBF3"/>
                    </a:solidFill>
                  </a:tcPr>
                </a:tc>
                <a:tc>
                  <a:txBody>
                    <a:bodyPr/>
                    <a:lstStyle/>
                    <a:p>
                      <a:pPr algn="l" fontAlgn="b">
                        <a:buNone/>
                      </a:pPr>
                      <a:r>
                        <a:rPr lang="en-US" sz="900" b="0" i="0" u="none" strike="noStrike" dirty="0">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1CBF3"/>
                    </a:solid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endParaRPr lang="en-US"/>
                    </a:p>
                  </a:txBody>
                  <a:tcPr/>
                </a:tc>
                <a:tc vMerge="1">
                  <a:txBody>
                    <a:bodyPr/>
                    <a:lstStyle/>
                    <a:p>
                      <a:endParaRPr lang="en-US"/>
                    </a:p>
                  </a:txBody>
                  <a:tcPr/>
                </a:tc>
                <a:tc>
                  <a:txBody>
                    <a:bodyPr/>
                    <a:lstStyle/>
                    <a:p>
                      <a:pPr algn="l" fontAlgn="b">
                        <a:buNone/>
                      </a:pPr>
                      <a:endParaRPr lang="en-US" sz="1000" b="0" i="0" u="none" strike="noStrike">
                        <a:solidFill>
                          <a:srgbClr val="000000"/>
                        </a:solidFill>
                        <a:effectLst/>
                        <a:latin typeface="Aptos Narrow" panose="020B0004020202020204" pitchFamily="34" charset="0"/>
                      </a:endParaRPr>
                    </a:p>
                  </a:txBody>
                  <a:tcPr marL="4202" marR="4202" marT="4202"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0" b="0" i="0" u="none" strike="noStrike">
                        <a:solidFill>
                          <a:srgbClr val="000000"/>
                        </a:solidFill>
                        <a:effectLst/>
                        <a:latin typeface="Aptos Narrow" panose="020B0004020202020204" pitchFamily="34" charset="0"/>
                      </a:endParaRPr>
                    </a:p>
                  </a:txBody>
                  <a:tcPr marL="4202" marR="4202" marT="4202"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0" b="0" i="0" u="none" strike="noStrike">
                        <a:solidFill>
                          <a:srgbClr val="000000"/>
                        </a:solidFill>
                        <a:effectLst/>
                        <a:latin typeface="Aptos Narrow" panose="020B0004020202020204" pitchFamily="34" charset="0"/>
                      </a:endParaRPr>
                    </a:p>
                  </a:txBody>
                  <a:tcPr marL="4202" marR="4202" marT="4202"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0" b="0" i="0" u="none" strike="noStrike">
                        <a:solidFill>
                          <a:srgbClr val="000000"/>
                        </a:solidFill>
                        <a:effectLst/>
                        <a:latin typeface="Aptos Narrow" panose="020B0004020202020204" pitchFamily="34" charset="0"/>
                      </a:endParaRPr>
                    </a:p>
                  </a:txBody>
                  <a:tcPr marL="4202" marR="4202" marT="4202"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0" b="0" i="0" u="none" strike="noStrike">
                        <a:solidFill>
                          <a:srgbClr val="000000"/>
                        </a:solidFill>
                        <a:effectLst/>
                        <a:latin typeface="Aptos Narrow" panose="020B0004020202020204" pitchFamily="34" charset="0"/>
                      </a:endParaRPr>
                    </a:p>
                  </a:txBody>
                  <a:tcPr marL="4202" marR="4202" marT="4202"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0" b="0" i="0" u="none" strike="noStrike">
                        <a:solidFill>
                          <a:srgbClr val="000000"/>
                        </a:solidFill>
                        <a:effectLst/>
                        <a:latin typeface="Aptos Narrow" panose="020B0004020202020204" pitchFamily="34" charset="0"/>
                      </a:endParaRPr>
                    </a:p>
                  </a:txBody>
                  <a:tcPr marL="4202" marR="4202" marT="4202"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0" b="0" i="0" u="none" strike="noStrike">
                        <a:solidFill>
                          <a:srgbClr val="000000"/>
                        </a:solidFill>
                        <a:effectLst/>
                        <a:latin typeface="Aptos Narrow" panose="020B0004020202020204" pitchFamily="34" charset="0"/>
                      </a:endParaRPr>
                    </a:p>
                  </a:txBody>
                  <a:tcPr marL="4202" marR="4202" marT="4202"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0" b="0" i="0" u="none" strike="noStrike">
                        <a:solidFill>
                          <a:srgbClr val="000000"/>
                        </a:solidFill>
                        <a:effectLst/>
                        <a:latin typeface="Aptos Narrow" panose="020B0004020202020204" pitchFamily="34" charset="0"/>
                      </a:endParaRPr>
                    </a:p>
                  </a:txBody>
                  <a:tcPr marL="4202" marR="4202" marT="4202"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41392330"/>
                  </a:ext>
                </a:extLst>
              </a:tr>
              <a:tr h="437272">
                <a:tc>
                  <a:txBody>
                    <a:bodyPr/>
                    <a:lstStyle/>
                    <a:p>
                      <a:pPr algn="l" fontAlgn="b">
                        <a:buNone/>
                      </a:pPr>
                      <a:r>
                        <a:rPr lang="en-US" sz="1000" b="0" i="0" u="none" strike="noStrike">
                          <a:solidFill>
                            <a:srgbClr val="000000"/>
                          </a:solidFill>
                          <a:effectLst/>
                          <a:latin typeface="Aptos Narrow" panose="020B0004020202020204" pitchFamily="34" charset="0"/>
                        </a:rPr>
                        <a:t>Go Live Ready for EBO</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gridSpan="2">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dirty="0">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dirty="0">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1CBF3"/>
                    </a:solidFill>
                  </a:tcPr>
                </a:tc>
                <a:tc>
                  <a:txBody>
                    <a:bodyPr/>
                    <a:lstStyle/>
                    <a:p>
                      <a:pPr algn="r" fontAlgn="b">
                        <a:buNone/>
                      </a:pPr>
                      <a:r>
                        <a:rPr lang="en-US" sz="1000" b="0" i="0" u="none" strike="noStrike">
                          <a:solidFill>
                            <a:srgbClr val="000000"/>
                          </a:solidFill>
                          <a:effectLst/>
                          <a:latin typeface="Aptos Narrow" panose="020B0004020202020204" pitchFamily="34" charset="0"/>
                        </a:rPr>
                        <a:t>1</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1CBF3"/>
                    </a:solidFill>
                  </a:tcPr>
                </a:tc>
                <a:tc vMerge="1">
                  <a:txBody>
                    <a:bodyPr/>
                    <a:lstStyle/>
                    <a:p>
                      <a:endParaRPr lang="en-US"/>
                    </a:p>
                  </a:txBody>
                  <a:tcPr/>
                </a:tc>
                <a:tc vMerge="1">
                  <a:txBody>
                    <a:bodyPr/>
                    <a:lstStyle/>
                    <a:p>
                      <a:endParaRPr lang="en-US"/>
                    </a:p>
                  </a:txBody>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1CBF3"/>
                    </a:solidFill>
                  </a:tcPr>
                </a:tc>
                <a:tc>
                  <a:txBody>
                    <a:bodyPr/>
                    <a:lstStyle/>
                    <a:p>
                      <a:pPr algn="r" fontAlgn="b">
                        <a:buNone/>
                      </a:pPr>
                      <a:r>
                        <a:rPr lang="en-US" sz="1000" b="0" i="0" u="none" strike="noStrike">
                          <a:solidFill>
                            <a:srgbClr val="000000"/>
                          </a:solidFill>
                          <a:effectLst/>
                          <a:latin typeface="Aptos Narrow" panose="020B0004020202020204" pitchFamily="34" charset="0"/>
                        </a:rPr>
                        <a:t>2</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1CBF3"/>
                    </a:solid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1CBF3"/>
                    </a:solidFill>
                  </a:tcPr>
                </a:tc>
                <a:tc>
                  <a:txBody>
                    <a:bodyPr/>
                    <a:lstStyle/>
                    <a:p>
                      <a:pPr algn="r" fontAlgn="b">
                        <a:buNone/>
                      </a:pPr>
                      <a:r>
                        <a:rPr lang="en-US" sz="1000" b="0" i="0" u="none" strike="noStrike">
                          <a:solidFill>
                            <a:srgbClr val="000000"/>
                          </a:solidFill>
                          <a:effectLst/>
                          <a:latin typeface="Aptos Narrow" panose="020B0004020202020204" pitchFamily="34" charset="0"/>
                        </a:rPr>
                        <a:t>4</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1CBF3"/>
                    </a:solidFill>
                  </a:tcPr>
                </a:tc>
                <a:tc>
                  <a:txBody>
                    <a:bodyPr/>
                    <a:lstStyle/>
                    <a:p>
                      <a:pPr algn="r" fontAlgn="b">
                        <a:buNone/>
                      </a:pPr>
                      <a:r>
                        <a:rPr lang="en-US" sz="1000" b="0" i="0" u="none" strike="noStrike">
                          <a:solidFill>
                            <a:srgbClr val="000000"/>
                          </a:solidFill>
                          <a:effectLst/>
                          <a:latin typeface="Aptos Narrow" panose="020B0004020202020204" pitchFamily="34" charset="0"/>
                        </a:rPr>
                        <a:t>4</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1CBF3"/>
                    </a:solidFill>
                  </a:tcPr>
                </a:tc>
                <a:tc>
                  <a:txBody>
                    <a:bodyPr/>
                    <a:lstStyle/>
                    <a:p>
                      <a:pPr algn="r" fontAlgn="b">
                        <a:buNone/>
                      </a:pPr>
                      <a:r>
                        <a:rPr lang="en-US" sz="1000" b="0" i="0" u="none" strike="noStrike">
                          <a:solidFill>
                            <a:srgbClr val="000000"/>
                          </a:solidFill>
                          <a:effectLst/>
                          <a:latin typeface="Aptos Narrow" panose="020B0004020202020204" pitchFamily="34" charset="0"/>
                        </a:rPr>
                        <a:t>4</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1CBF3"/>
                    </a:solidFill>
                  </a:tcPr>
                </a:tc>
                <a:tc>
                  <a:txBody>
                    <a:bodyPr/>
                    <a:lstStyle/>
                    <a:p>
                      <a:pPr algn="r" fontAlgn="b">
                        <a:buNone/>
                      </a:pPr>
                      <a:r>
                        <a:rPr lang="en-US" sz="1000" b="0" i="0" u="none" strike="noStrike">
                          <a:solidFill>
                            <a:srgbClr val="000000"/>
                          </a:solidFill>
                          <a:effectLst/>
                          <a:latin typeface="Aptos Narrow" panose="020B0004020202020204" pitchFamily="34" charset="0"/>
                        </a:rPr>
                        <a:t>4</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1CBF3"/>
                    </a:solid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1CBF3"/>
                    </a:solidFill>
                  </a:tcPr>
                </a:tc>
                <a:extLst>
                  <a:ext uri="{0D108BD9-81ED-4DB2-BD59-A6C34878D82A}">
                    <a16:rowId xmlns:a16="http://schemas.microsoft.com/office/drawing/2014/main" val="2885172267"/>
                  </a:ext>
                </a:extLst>
              </a:tr>
              <a:tr h="437272">
                <a:tc>
                  <a:txBody>
                    <a:bodyPr/>
                    <a:lstStyle/>
                    <a:p>
                      <a:pPr algn="l" fontAlgn="b">
                        <a:buNone/>
                      </a:pPr>
                      <a:r>
                        <a:rPr lang="en-US" sz="1000" b="0" i="0" u="none" strike="noStrike" dirty="0">
                          <a:solidFill>
                            <a:srgbClr val="000000"/>
                          </a:solidFill>
                          <a:effectLst/>
                          <a:latin typeface="Aptos Narrow" panose="020B0004020202020204" pitchFamily="34" charset="0"/>
                        </a:rPr>
                        <a:t>Speedo Rollout</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gridSpan="2">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US" sz="1000" b="0" i="0" u="none" strike="noStrike" dirty="0">
                          <a:solidFill>
                            <a:srgbClr val="000000"/>
                          </a:solidFill>
                          <a:effectLst/>
                          <a:latin typeface="Aptos Narrow" panose="020B0004020202020204" pitchFamily="34" charset="0"/>
                        </a:rPr>
                        <a:t>36</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1CBF3"/>
                    </a:solid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dirty="0">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87002424"/>
                  </a:ext>
                </a:extLst>
              </a:tr>
            </a:tbl>
          </a:graphicData>
        </a:graphic>
      </p:graphicFrame>
      <p:sp>
        <p:nvSpPr>
          <p:cNvPr id="4" name="TextBox 3">
            <a:extLst>
              <a:ext uri="{FF2B5EF4-FFF2-40B4-BE49-F238E27FC236}">
                <a16:creationId xmlns:a16="http://schemas.microsoft.com/office/drawing/2014/main" id="{B84EB7AB-A997-47B0-AF51-264A646EDF2F}"/>
              </a:ext>
            </a:extLst>
          </p:cNvPr>
          <p:cNvSpPr txBox="1"/>
          <p:nvPr/>
        </p:nvSpPr>
        <p:spPr>
          <a:xfrm>
            <a:off x="6601442" y="5937334"/>
            <a:ext cx="5590558" cy="907569"/>
          </a:xfrm>
          <a:prstGeom prst="rect">
            <a:avLst/>
          </a:prstGeom>
          <a:solidFill>
            <a:schemeClr val="bg1"/>
          </a:solidFill>
          <a:ln>
            <a:solidFill>
              <a:schemeClr val="tx1">
                <a:lumMod val="85000"/>
                <a:lumOff val="15000"/>
              </a:schemeClr>
            </a:solidFill>
          </a:ln>
        </p:spPr>
        <p:txBody>
          <a:bodyPr vert="horz" wrap="square" lIns="0" tIns="0" rIns="0" bIns="0" rtlCol="0" anchor="t" anchorCtr="0">
            <a:noAutofit/>
          </a:bodyPr>
          <a:lstStyle/>
          <a:p>
            <a:pPr algn="l">
              <a:spcAft>
                <a:spcPts val="600"/>
              </a:spcAft>
            </a:pPr>
            <a:r>
              <a:rPr lang="en-US" sz="1100" b="1" dirty="0">
                <a:solidFill>
                  <a:schemeClr val="tx2"/>
                </a:solidFill>
              </a:rPr>
              <a:t>Modules/tasks Excluded:</a:t>
            </a:r>
          </a:p>
          <a:p>
            <a:pPr marL="228600" indent="-228600">
              <a:spcAft>
                <a:spcPts val="600"/>
              </a:spcAft>
              <a:buFont typeface="+mj-lt"/>
              <a:buAutoNum type="arabicPeriod"/>
            </a:pPr>
            <a:r>
              <a:rPr lang="en-US" sz="1100" b="1" dirty="0">
                <a:solidFill>
                  <a:schemeClr val="tx2"/>
                </a:solidFill>
              </a:rPr>
              <a:t>Repackaging	4.Approval changes - condition based</a:t>
            </a:r>
          </a:p>
          <a:p>
            <a:pPr marL="228600" indent="-228600">
              <a:spcAft>
                <a:spcPts val="600"/>
              </a:spcAft>
              <a:buFont typeface="+mj-lt"/>
              <a:buAutoNum type="arabicPeriod"/>
            </a:pPr>
            <a:r>
              <a:rPr lang="en-US" sz="1100" b="1" dirty="0">
                <a:solidFill>
                  <a:schemeClr val="tx2"/>
                </a:solidFill>
              </a:rPr>
              <a:t>Baseline		5. CP to CP</a:t>
            </a:r>
          </a:p>
          <a:p>
            <a:pPr marL="228600" indent="-228600">
              <a:spcAft>
                <a:spcPts val="600"/>
              </a:spcAft>
              <a:buFont typeface="+mj-lt"/>
              <a:buAutoNum type="arabicPeriod"/>
            </a:pPr>
            <a:r>
              <a:rPr lang="en-US" sz="1100" b="1" dirty="0">
                <a:solidFill>
                  <a:schemeClr val="tx2"/>
                </a:solidFill>
              </a:rPr>
              <a:t>TPM		6. Promo secondary</a:t>
            </a:r>
          </a:p>
          <a:p>
            <a:pPr algn="l">
              <a:spcAft>
                <a:spcPts val="600"/>
              </a:spcAft>
            </a:pPr>
            <a:endParaRPr lang="en-US" sz="1100" b="1" dirty="0">
              <a:solidFill>
                <a:schemeClr val="tx2"/>
              </a:solidFill>
            </a:endParaRPr>
          </a:p>
        </p:txBody>
      </p:sp>
    </p:spTree>
    <p:extLst>
      <p:ext uri="{BB962C8B-B14F-4D97-AF65-F5344CB8AC3E}">
        <p14:creationId xmlns:p14="http://schemas.microsoft.com/office/powerpoint/2010/main" val="3214853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C28080-3DC6-EC35-D564-39483636E18A}"/>
              </a:ext>
            </a:extLst>
          </p:cNvPr>
          <p:cNvSpPr>
            <a:spLocks noGrp="1"/>
          </p:cNvSpPr>
          <p:nvPr>
            <p:ph type="title"/>
          </p:nvPr>
        </p:nvSpPr>
        <p:spPr>
          <a:xfrm>
            <a:off x="458707" y="81440"/>
            <a:ext cx="11290656" cy="674505"/>
          </a:xfrm>
        </p:spPr>
        <p:txBody>
          <a:bodyPr/>
          <a:lstStyle/>
          <a:p>
            <a:r>
              <a:rPr lang="en-US"/>
              <a:t>Sprint-wise Plan for STRIDE</a:t>
            </a:r>
          </a:p>
        </p:txBody>
      </p:sp>
      <p:graphicFrame>
        <p:nvGraphicFramePr>
          <p:cNvPr id="3" name="Table 3">
            <a:extLst>
              <a:ext uri="{FF2B5EF4-FFF2-40B4-BE49-F238E27FC236}">
                <a16:creationId xmlns:a16="http://schemas.microsoft.com/office/drawing/2014/main" id="{E0234A58-A7FE-6510-F0F1-B88A20F3919C}"/>
              </a:ext>
            </a:extLst>
          </p:cNvPr>
          <p:cNvGraphicFramePr>
            <a:graphicFrameLocks noGrp="1"/>
          </p:cNvGraphicFramePr>
          <p:nvPr>
            <p:extLst>
              <p:ext uri="{D42A27DB-BD31-4B8C-83A1-F6EECF244321}">
                <p14:modId xmlns:p14="http://schemas.microsoft.com/office/powerpoint/2010/main" val="706566546"/>
              </p:ext>
            </p:extLst>
          </p:nvPr>
        </p:nvGraphicFramePr>
        <p:xfrm>
          <a:off x="553354" y="1035497"/>
          <a:ext cx="11101361" cy="5052155"/>
        </p:xfrm>
        <a:graphic>
          <a:graphicData uri="http://schemas.openxmlformats.org/drawingml/2006/table">
            <a:tbl>
              <a:tblPr firstRow="1" bandRow="1">
                <a:tableStyleId>{5C22544A-7EE6-4342-B048-85BDC9FD1C3A}</a:tableStyleId>
              </a:tblPr>
              <a:tblGrid>
                <a:gridCol w="1850227">
                  <a:extLst>
                    <a:ext uri="{9D8B030D-6E8A-4147-A177-3AD203B41FA5}">
                      <a16:colId xmlns:a16="http://schemas.microsoft.com/office/drawing/2014/main" val="2523501156"/>
                    </a:ext>
                  </a:extLst>
                </a:gridCol>
                <a:gridCol w="1615894">
                  <a:extLst>
                    <a:ext uri="{9D8B030D-6E8A-4147-A177-3AD203B41FA5}">
                      <a16:colId xmlns:a16="http://schemas.microsoft.com/office/drawing/2014/main" val="266207798"/>
                    </a:ext>
                  </a:extLst>
                </a:gridCol>
                <a:gridCol w="2084560">
                  <a:extLst>
                    <a:ext uri="{9D8B030D-6E8A-4147-A177-3AD203B41FA5}">
                      <a16:colId xmlns:a16="http://schemas.microsoft.com/office/drawing/2014/main" val="494800858"/>
                    </a:ext>
                  </a:extLst>
                </a:gridCol>
                <a:gridCol w="1850227">
                  <a:extLst>
                    <a:ext uri="{9D8B030D-6E8A-4147-A177-3AD203B41FA5}">
                      <a16:colId xmlns:a16="http://schemas.microsoft.com/office/drawing/2014/main" val="3178836385"/>
                    </a:ext>
                  </a:extLst>
                </a:gridCol>
                <a:gridCol w="1944180">
                  <a:extLst>
                    <a:ext uri="{9D8B030D-6E8A-4147-A177-3AD203B41FA5}">
                      <a16:colId xmlns:a16="http://schemas.microsoft.com/office/drawing/2014/main" val="3704669640"/>
                    </a:ext>
                  </a:extLst>
                </a:gridCol>
                <a:gridCol w="1756273">
                  <a:extLst>
                    <a:ext uri="{9D8B030D-6E8A-4147-A177-3AD203B41FA5}">
                      <a16:colId xmlns:a16="http://schemas.microsoft.com/office/drawing/2014/main" val="2546539484"/>
                    </a:ext>
                  </a:extLst>
                </a:gridCol>
              </a:tblGrid>
              <a:tr h="427122">
                <a:tc gridSpan="2">
                  <a:txBody>
                    <a:bodyPr/>
                    <a:lstStyle/>
                    <a:p>
                      <a:pPr algn="ctr"/>
                      <a:r>
                        <a:rPr lang="en-US" sz="1000" i="1" u="sng" dirty="0"/>
                        <a:t>Sprint 1 (05</a:t>
                      </a:r>
                      <a:r>
                        <a:rPr lang="en-US" sz="1000" i="1" u="sng" baseline="30000" dirty="0"/>
                        <a:t>th</a:t>
                      </a:r>
                      <a:r>
                        <a:rPr lang="en-US" sz="1000" i="1" u="sng" dirty="0"/>
                        <a:t> Jan to 30</a:t>
                      </a:r>
                      <a:r>
                        <a:rPr lang="en-US" sz="1000" i="1" u="sng" baseline="30000" dirty="0"/>
                        <a:t>th</a:t>
                      </a:r>
                      <a:r>
                        <a:rPr lang="en-US" sz="1000" i="1" u="sng" dirty="0"/>
                        <a:t> Jan)</a:t>
                      </a:r>
                    </a:p>
                  </a:txBody>
                  <a:tcPr marL="81566" marR="81566" marT="40783" marB="40783" anchor="ctr" anchorCtr="1"/>
                </a:tc>
                <a:tc hMerge="1">
                  <a:txBody>
                    <a:bodyPr/>
                    <a:lstStyle/>
                    <a:p>
                      <a:pPr algn="ctr"/>
                      <a:r>
                        <a:rPr lang="en-US" sz="1200" i="1" u="sng"/>
                        <a:t>Sprint 8</a:t>
                      </a:r>
                    </a:p>
                  </a:txBody>
                  <a:tcPr anchor="ctr" anchorCtr="1"/>
                </a:tc>
                <a:tc>
                  <a:txBody>
                    <a:bodyPr/>
                    <a:lstStyle/>
                    <a:p>
                      <a:pPr algn="ctr"/>
                      <a:r>
                        <a:rPr lang="en-US" sz="1000" i="1" u="sng" dirty="0"/>
                        <a:t>Sprint 2 (02</a:t>
                      </a:r>
                      <a:r>
                        <a:rPr lang="en-US" sz="1000" i="1" u="sng" baseline="30000" dirty="0"/>
                        <a:t>nd</a:t>
                      </a:r>
                      <a:r>
                        <a:rPr lang="en-US" sz="1000" i="1" u="sng" dirty="0"/>
                        <a:t> Feb to 27</a:t>
                      </a:r>
                      <a:r>
                        <a:rPr lang="en-US" sz="1000" i="1" u="sng" baseline="30000" dirty="0"/>
                        <a:t>th</a:t>
                      </a:r>
                      <a:r>
                        <a:rPr lang="en-US" sz="1000" i="1" u="sng" dirty="0"/>
                        <a:t> Feb)</a:t>
                      </a:r>
                    </a:p>
                  </a:txBody>
                  <a:tcPr marL="75768" marR="75768" marT="37884" marB="37884" anchor="ctr" anchorCtr="1"/>
                </a:tc>
                <a:tc>
                  <a:txBody>
                    <a:bodyPr/>
                    <a:lstStyle/>
                    <a:p>
                      <a:pPr algn="ctr"/>
                      <a:r>
                        <a:rPr lang="en-US" sz="1000" i="1" u="sng" dirty="0"/>
                        <a:t>Sprint 3 (02</a:t>
                      </a:r>
                      <a:r>
                        <a:rPr lang="en-US" sz="1000" i="1" u="sng" baseline="30000" dirty="0"/>
                        <a:t>nd</a:t>
                      </a:r>
                      <a:r>
                        <a:rPr lang="en-US" sz="1000" i="1" u="sng" dirty="0"/>
                        <a:t> Mar-21</a:t>
                      </a:r>
                      <a:r>
                        <a:rPr lang="en-US" sz="1000" i="1" u="sng" baseline="30000" dirty="0"/>
                        <a:t>st</a:t>
                      </a:r>
                      <a:r>
                        <a:rPr lang="en-US" sz="1000" i="1" u="sng" dirty="0"/>
                        <a:t> April)</a:t>
                      </a:r>
                    </a:p>
                  </a:txBody>
                  <a:tcPr marL="75768" marR="75768" marT="37884" marB="37884" anchor="ctr" anchorCtr="1"/>
                </a:tc>
                <a:tc>
                  <a:txBody>
                    <a:bodyPr/>
                    <a:lstStyle/>
                    <a:p>
                      <a:pPr algn="ctr"/>
                      <a:r>
                        <a:rPr lang="en-US" sz="1000" i="1" u="sng" dirty="0"/>
                        <a:t>Sprint 4 ( 27</a:t>
                      </a:r>
                      <a:r>
                        <a:rPr lang="en-US" sz="1000" i="1" u="sng" baseline="30000" dirty="0"/>
                        <a:t>th</a:t>
                      </a:r>
                      <a:r>
                        <a:rPr lang="en-US" sz="1000" i="1" u="sng" dirty="0"/>
                        <a:t> Apr-8</a:t>
                      </a:r>
                      <a:r>
                        <a:rPr lang="en-US" sz="1000" i="1" u="sng" baseline="30000" dirty="0"/>
                        <a:t>th</a:t>
                      </a:r>
                      <a:r>
                        <a:rPr lang="en-US" sz="1000" i="1" u="sng" dirty="0"/>
                        <a:t> May)</a:t>
                      </a:r>
                    </a:p>
                  </a:txBody>
                  <a:tcPr marL="75768" marR="75768" marT="37884" marB="37884" anchor="ctr" anchorCtr="1"/>
                </a:tc>
                <a:tc>
                  <a:txBody>
                    <a:bodyPr/>
                    <a:lstStyle/>
                    <a:p>
                      <a:pPr algn="ctr"/>
                      <a:r>
                        <a:rPr lang="en-US" sz="1000" i="1" u="sng" dirty="0"/>
                        <a:t>Sprint 5 (</a:t>
                      </a:r>
                      <a:r>
                        <a:rPr lang="en-US" sz="1000" u="sng" dirty="0"/>
                        <a:t>11</a:t>
                      </a:r>
                      <a:r>
                        <a:rPr lang="en-US" sz="1000" u="sng" baseline="30000" dirty="0"/>
                        <a:t>th</a:t>
                      </a:r>
                      <a:r>
                        <a:rPr lang="en-US" sz="1000" u="sng" dirty="0"/>
                        <a:t> May -22</a:t>
                      </a:r>
                      <a:r>
                        <a:rPr lang="en-US" sz="1000" u="sng" baseline="30000" dirty="0"/>
                        <a:t>nd </a:t>
                      </a:r>
                      <a:r>
                        <a:rPr lang="en-US" sz="1000" u="sng" dirty="0"/>
                        <a:t>May)</a:t>
                      </a:r>
                      <a:endParaRPr lang="en-US" sz="1000" i="1" u="sng" dirty="0"/>
                    </a:p>
                  </a:txBody>
                  <a:tcPr marL="75768" marR="75768" marT="37884" marB="37884" anchor="ctr" anchorCtr="1"/>
                </a:tc>
                <a:extLst>
                  <a:ext uri="{0D108BD9-81ED-4DB2-BD59-A6C34878D82A}">
                    <a16:rowId xmlns:a16="http://schemas.microsoft.com/office/drawing/2014/main" val="3899184136"/>
                  </a:ext>
                </a:extLst>
              </a:tr>
              <a:tr h="461331">
                <a:tc>
                  <a:txBody>
                    <a:bodyPr/>
                    <a:lstStyle/>
                    <a:p>
                      <a:pPr algn="ctr"/>
                      <a:r>
                        <a:rPr lang="en-US" sz="1100" dirty="0">
                          <a:latin typeface="Calibri" panose="020F0502020204030204" pitchFamily="34" charset="0"/>
                          <a:ea typeface="Calibri" panose="020F0502020204030204" pitchFamily="34" charset="0"/>
                          <a:cs typeface="Calibri" panose="020F0502020204030204" pitchFamily="34" charset="0"/>
                        </a:rPr>
                        <a:t> Account Master (Sold To, Bill To) - Jockey</a:t>
                      </a:r>
                    </a:p>
                  </a:txBody>
                  <a:tcPr marL="75768" marR="75768" marT="37884" marB="37884" anchor="ctr" anchorCtr="1">
                    <a:solidFill>
                      <a:srgbClr val="92D050"/>
                    </a:solidFill>
                  </a:tcPr>
                </a:tc>
                <a:tc>
                  <a:txBody>
                    <a:bodyPr/>
                    <a:lstStyle/>
                    <a:p>
                      <a:pPr algn="ctr" fontAlgn="ctr">
                        <a:buNone/>
                      </a:pPr>
                      <a:r>
                        <a:rPr lang="en-US" sz="11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ARS Scheduling + ARS Order</a:t>
                      </a:r>
                    </a:p>
                  </a:txBody>
                  <a:tcPr marL="6350" marR="6350" marT="6350" marB="0" anchor="ctr">
                    <a:solidFill>
                      <a:srgbClr val="92D050"/>
                    </a:solidFill>
                  </a:tcPr>
                </a:tc>
                <a:tc>
                  <a:txBody>
                    <a:bodyPr/>
                    <a:lstStyle/>
                    <a:p>
                      <a:pPr algn="ctr"/>
                      <a:r>
                        <a:rPr lang="en-US" sz="1100" dirty="0">
                          <a:latin typeface="Calibri" panose="020F0502020204030204" pitchFamily="34" charset="0"/>
                          <a:ea typeface="Calibri" panose="020F0502020204030204" pitchFamily="34" charset="0"/>
                          <a:cs typeface="Calibri" panose="020F0502020204030204" pitchFamily="34" charset="0"/>
                        </a:rPr>
                        <a:t>SFA order placement (Jockey &amp; Speedo)</a:t>
                      </a:r>
                    </a:p>
                  </a:txBody>
                  <a:tcPr marL="75768" marR="75768" marT="37884" marB="37884" anchor="ctr" anchorCtr="1">
                    <a:solidFill>
                      <a:srgbClr val="92D050"/>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000" b="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Heroku Changes (Jockey)</a:t>
                      </a:r>
                      <a:endParaRPr lang="en-US" sz="1000" dirty="0">
                        <a:latin typeface="Calibri" panose="020F0502020204030204" pitchFamily="34" charset="0"/>
                        <a:ea typeface="Calibri" panose="020F0502020204030204" pitchFamily="34" charset="0"/>
                        <a:cs typeface="Calibri" panose="020F0502020204030204" pitchFamily="34" charset="0"/>
                      </a:endParaRPr>
                    </a:p>
                  </a:txBody>
                  <a:tcPr marL="75768" marR="75768" marT="37884" marB="37884" anchor="ctr" anchorCtr="1">
                    <a:solidFill>
                      <a:srgbClr val="92D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dirty="0">
                          <a:latin typeface="Calibri" panose="020F0502020204030204" pitchFamily="34" charset="0"/>
                          <a:ea typeface="Calibri" panose="020F0502020204030204" pitchFamily="34" charset="0"/>
                          <a:cs typeface="Calibri" panose="020F0502020204030204" pitchFamily="34" charset="0"/>
                        </a:rPr>
                        <a:t>DB Onboarding Integration</a:t>
                      </a:r>
                    </a:p>
                  </a:txBody>
                  <a:tcPr marL="75768" marR="75768" marT="37884" marB="37884" anchor="ctr" anchorCtr="1"/>
                </a:tc>
                <a:tc>
                  <a:txBody>
                    <a:bodyPr/>
                    <a:lstStyle/>
                    <a:p>
                      <a:pPr algn="ctr"/>
                      <a:r>
                        <a:rPr lang="en-US" sz="1100" dirty="0">
                          <a:latin typeface="Calibri" panose="020F0502020204030204" pitchFamily="34" charset="0"/>
                          <a:ea typeface="Calibri" panose="020F0502020204030204" pitchFamily="34" charset="0"/>
                          <a:cs typeface="Calibri" panose="020F0502020204030204" pitchFamily="34" charset="0"/>
                        </a:rPr>
                        <a:t>EBO Buyer Seller Mapping</a:t>
                      </a:r>
                    </a:p>
                  </a:txBody>
                  <a:tcPr marL="75768" marR="75768" marT="37884" marB="37884" anchor="ctr" anchorCtr="1"/>
                </a:tc>
                <a:extLst>
                  <a:ext uri="{0D108BD9-81ED-4DB2-BD59-A6C34878D82A}">
                    <a16:rowId xmlns:a16="http://schemas.microsoft.com/office/drawing/2014/main" val="3045573136"/>
                  </a:ext>
                </a:extLst>
              </a:tr>
              <a:tr h="837625">
                <a:tc>
                  <a:txBody>
                    <a:bodyPr/>
                    <a:lstStyle/>
                    <a:p>
                      <a:pPr algn="ctr"/>
                      <a:r>
                        <a:rPr lang="en-US" sz="1100" dirty="0">
                          <a:latin typeface="Calibri" panose="020F0502020204030204" pitchFamily="34" charset="0"/>
                          <a:ea typeface="Calibri" panose="020F0502020204030204" pitchFamily="34" charset="0"/>
                          <a:cs typeface="Calibri" panose="020F0502020204030204" pitchFamily="34" charset="0"/>
                        </a:rPr>
                        <a:t> Ship To creation for Jockey (Flow creation combining Jockey/EBO) + Logic to be added for PROMO</a:t>
                      </a:r>
                    </a:p>
                  </a:txBody>
                  <a:tcPr marL="75768" marR="75768" marT="37884" marB="37884" anchor="ctr" anchorCtr="1">
                    <a:solidFill>
                      <a:srgbClr val="92D050"/>
                    </a:solidFill>
                  </a:tcPr>
                </a:tc>
                <a:tc>
                  <a:txBody>
                    <a:bodyPr/>
                    <a:lstStyle/>
                    <a:p>
                      <a:pPr algn="ctr" fontAlgn="ctr">
                        <a:buNone/>
                      </a:pPr>
                      <a:r>
                        <a:rPr lang="en-US" sz="11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Purchase Order Creation(Manual)</a:t>
                      </a:r>
                    </a:p>
                  </a:txBody>
                  <a:tcPr marL="6350" marR="6350" marT="6350" marB="0" anchor="ctr">
                    <a:solidFill>
                      <a:srgbClr val="92D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Outlet 360 KPIs- change structure of Speedo similar to Jockey</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75768" marR="75768" marT="37884" marB="37884" anchor="ctr" anchorCtr="1">
                    <a:solidFill>
                      <a:srgbClr val="92D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dirty="0">
                          <a:latin typeface="Calibri" panose="020F0502020204030204" pitchFamily="34" charset="0"/>
                          <a:ea typeface="Calibri" panose="020F0502020204030204" pitchFamily="34" charset="0"/>
                          <a:cs typeface="Calibri" panose="020F0502020204030204" pitchFamily="34" charset="0"/>
                        </a:rPr>
                        <a:t>Asset Management</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dirty="0">
                          <a:latin typeface="Calibri" panose="020F0502020204030204" pitchFamily="34" charset="0"/>
                          <a:ea typeface="Calibri" panose="020F0502020204030204" pitchFamily="34" charset="0"/>
                          <a:cs typeface="Calibri" panose="020F0502020204030204" pitchFamily="34" charset="0"/>
                        </a:rPr>
                        <a:t>Jockey</a:t>
                      </a:r>
                      <a:endParaRPr kumimoji="0" lang="en-US" sz="10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endParaRPr>
                    </a:p>
                  </a:txBody>
                  <a:tcPr marL="75768" marR="75768" marT="37884" marB="37884" anchor="ctr" anchorCtr="1">
                    <a:solidFill>
                      <a:srgbClr val="92D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rPr>
                        <a:t>Heroku Changes (Speedo)</a:t>
                      </a:r>
                    </a:p>
                  </a:txBody>
                  <a:tcPr marL="75768" marR="75768" marT="37884" marB="37884" anchor="ctr" anchorCtr="1">
                    <a:solidFill>
                      <a:srgbClr val="E7E9F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dirty="0">
                          <a:latin typeface="Calibri" panose="020F0502020204030204" pitchFamily="34" charset="0"/>
                          <a:ea typeface="Calibri" panose="020F0502020204030204" pitchFamily="34" charset="0"/>
                          <a:cs typeface="Calibri" panose="020F0502020204030204" pitchFamily="34" charset="0"/>
                        </a:rPr>
                        <a:t>EBO Secondary stock allocation</a:t>
                      </a:r>
                    </a:p>
                  </a:txBody>
                  <a:tcPr marL="75768" marR="75768" marT="37884" marB="37884" anchor="ctr" anchorCtr="1">
                    <a:solidFill>
                      <a:srgbClr val="E7E9FA"/>
                    </a:solidFill>
                  </a:tcPr>
                </a:tc>
                <a:extLst>
                  <a:ext uri="{0D108BD9-81ED-4DB2-BD59-A6C34878D82A}">
                    <a16:rowId xmlns:a16="http://schemas.microsoft.com/office/drawing/2014/main" val="1649524049"/>
                  </a:ext>
                </a:extLst>
              </a:tr>
              <a:tr h="649478">
                <a:tc>
                  <a:txBody>
                    <a:bodyPr/>
                    <a:lstStyle/>
                    <a:p>
                      <a:pPr algn="ctr" fontAlgn="ctr">
                        <a:buNone/>
                      </a:pPr>
                      <a:r>
                        <a:rPr lang="en-US" sz="11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Jockey Product Master</a:t>
                      </a:r>
                    </a:p>
                  </a:txBody>
                  <a:tcPr marL="6350" marR="6350" marT="6350" marB="0" anchor="ctr">
                    <a:solidFill>
                      <a:srgbClr val="92D050"/>
                    </a:solidFill>
                  </a:tcPr>
                </a:tc>
                <a:tc>
                  <a:txBody>
                    <a:bodyPr/>
                    <a:lstStyle/>
                    <a:p>
                      <a:pPr algn="ctr" fontAlgn="ctr">
                        <a:buNone/>
                      </a:pPr>
                      <a:r>
                        <a:rPr lang="en-US" sz="11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Purchase Order Creation(ARS)</a:t>
                      </a:r>
                    </a:p>
                  </a:txBody>
                  <a:tcPr marL="6350" marR="6350" marT="6350" marB="0" anchor="ctr">
                    <a:solidFill>
                      <a:srgbClr val="92D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Homepage KPIs- change structure of Speedo similar to Jockey</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75768" marR="75768" marT="37884" marB="37884" anchor="ctr" anchorCtr="1">
                    <a:solidFill>
                      <a:srgbClr val="92D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rPr>
                        <a:t>SFA stock allocation and </a:t>
                      </a:r>
                      <a:r>
                        <a:rPr kumimoji="0" lang="en-US" sz="1000" b="0" i="0" u="none" strike="noStrike" kern="1200" cap="none" spc="0" normalizeH="0" baseline="0" noProof="0" dirty="0" err="1">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rPr>
                        <a:t>pickslip</a:t>
                      </a:r>
                      <a:r>
                        <a:rPr kumimoji="0" lang="en-US" sz="10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rPr>
                        <a:t> generation (Jockey &amp; Speedo)</a:t>
                      </a:r>
                    </a:p>
                  </a:txBody>
                  <a:tcPr marL="75768" marR="75768" marT="37884" marB="37884" anchor="ctr" anchorCtr="1">
                    <a:solidFill>
                      <a:srgbClr val="92D050"/>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100" dirty="0">
                          <a:latin typeface="Calibri" panose="020F0502020204030204" pitchFamily="34" charset="0"/>
                          <a:ea typeface="Calibri" panose="020F0502020204030204" pitchFamily="34" charset="0"/>
                          <a:cs typeface="Calibri" panose="020F0502020204030204" pitchFamily="34" charset="0"/>
                        </a:rPr>
                        <a:t>Trade show &amp; Staggered order placement </a:t>
                      </a:r>
                    </a:p>
                  </a:txBody>
                  <a:tcPr marL="6350" marR="6350" marT="6350" marB="0" anchor="ctr">
                    <a:solidFill>
                      <a:srgbClr val="CCCFF4"/>
                    </a:solidFill>
                  </a:tcPr>
                </a:tc>
                <a:tc>
                  <a:txBody>
                    <a:bodyPr/>
                    <a:lstStyle/>
                    <a:p>
                      <a:pPr algn="ctr"/>
                      <a:r>
                        <a:rPr lang="en-US" sz="1100" dirty="0">
                          <a:latin typeface="Calibri" panose="020F0502020204030204" pitchFamily="34" charset="0"/>
                          <a:ea typeface="Calibri" panose="020F0502020204030204" pitchFamily="34" charset="0"/>
                          <a:cs typeface="Calibri" panose="020F0502020204030204" pitchFamily="34" charset="0"/>
                        </a:rPr>
                        <a:t>EBO secondary invoicing</a:t>
                      </a:r>
                    </a:p>
                  </a:txBody>
                  <a:tcPr marL="75768" marR="75768" marT="37884" marB="37884" anchor="ctr" anchorCtr="1">
                    <a:solidFill>
                      <a:srgbClr val="CCCFF4"/>
                    </a:solidFill>
                  </a:tcPr>
                </a:tc>
                <a:extLst>
                  <a:ext uri="{0D108BD9-81ED-4DB2-BD59-A6C34878D82A}">
                    <a16:rowId xmlns:a16="http://schemas.microsoft.com/office/drawing/2014/main" val="3271406264"/>
                  </a:ext>
                </a:extLst>
              </a:tr>
              <a:tr h="397026">
                <a:tc>
                  <a:txBody>
                    <a:bodyPr/>
                    <a:lstStyle/>
                    <a:p>
                      <a:pPr algn="ctr" fontAlgn="ctr">
                        <a:buNone/>
                      </a:pPr>
                      <a:r>
                        <a:rPr lang="en-US" sz="11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Speedo Product Master</a:t>
                      </a:r>
                    </a:p>
                  </a:txBody>
                  <a:tcPr marL="6350" marR="6350" marT="6350" marB="0" anchor="ctr">
                    <a:solidFill>
                      <a:schemeClr val="accent4">
                        <a:lumMod val="40000"/>
                        <a:lumOff val="60000"/>
                      </a:schemeClr>
                    </a:solidFill>
                  </a:tcPr>
                </a:tc>
                <a:tc>
                  <a:txBody>
                    <a:bodyPr/>
                    <a:lstStyle/>
                    <a:p>
                      <a:pPr algn="ctr" fontAlgn="ctr">
                        <a:buNone/>
                      </a:pPr>
                      <a:r>
                        <a:rPr lang="en-US" sz="11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Sales Order Confirmation</a:t>
                      </a:r>
                    </a:p>
                  </a:txBody>
                  <a:tcPr marL="6350" marR="6350" marT="6350" marB="0" anchor="ctr">
                    <a:solidFill>
                      <a:srgbClr val="95E5FF"/>
                    </a:solidFill>
                  </a:tcPr>
                </a:tc>
                <a:tc>
                  <a:txBody>
                    <a:bodyPr/>
                    <a:lstStyle/>
                    <a:p>
                      <a:pPr algn="ctr" fontAlgn="ctr"/>
                      <a:r>
                        <a:rPr lang="en-US" sz="1100" b="0" i="0" u="none" strike="noStrike" dirty="0">
                          <a:solidFill>
                            <a:srgbClr val="000000"/>
                          </a:solidFill>
                          <a:effectLst/>
                          <a:latin typeface="Calibri" panose="020F0502020204030204" pitchFamily="34" charset="0"/>
                        </a:rPr>
                        <a:t>DB Onboarding for Speedo</a:t>
                      </a:r>
                    </a:p>
                  </a:txBody>
                  <a:tcPr marL="6350" marR="6350" marT="6350" marB="0" anchor="ctr">
                    <a:solidFill>
                      <a:srgbClr val="92D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rPr>
                        <a:t>SFA invoicing (Jockey &amp; Speedo)</a:t>
                      </a:r>
                    </a:p>
                  </a:txBody>
                  <a:tcPr marL="75768" marR="75768" marT="37884" marB="37884" anchor="ctr" anchorCtr="1">
                    <a:solidFill>
                      <a:srgbClr val="92D050"/>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100" dirty="0">
                          <a:latin typeface="Calibri" panose="020F0502020204030204" pitchFamily="34" charset="0"/>
                          <a:ea typeface="Calibri" panose="020F0502020204030204" pitchFamily="34" charset="0"/>
                          <a:cs typeface="Calibri" panose="020F0502020204030204" pitchFamily="34" charset="0"/>
                        </a:rPr>
                        <a:t>Bank Guarantee &amp; Security Deposit</a:t>
                      </a:r>
                    </a:p>
                  </a:txBody>
                  <a:tcPr marL="6350" marR="6350" marT="6350" marB="0" anchor="ctr">
                    <a:solidFill>
                      <a:srgbClr val="E7E9FA"/>
                    </a:solidFill>
                  </a:tcPr>
                </a:tc>
                <a:tc>
                  <a:txBody>
                    <a:bodyPr/>
                    <a:lstStyle/>
                    <a:p>
                      <a:pPr algn="ctr"/>
                      <a:r>
                        <a:rPr lang="en-US" sz="1100" dirty="0">
                          <a:latin typeface="Calibri" panose="020F0502020204030204" pitchFamily="34" charset="0"/>
                          <a:ea typeface="Calibri" panose="020F0502020204030204" pitchFamily="34" charset="0"/>
                          <a:cs typeface="Calibri" panose="020F0502020204030204" pitchFamily="34" charset="0"/>
                        </a:rPr>
                        <a:t>EBO stock transfer</a:t>
                      </a:r>
                    </a:p>
                  </a:txBody>
                  <a:tcPr marL="75768" marR="75768" marT="37884" marB="37884" anchor="ctr" anchorCtr="1">
                    <a:solidFill>
                      <a:srgbClr val="E7E9FA"/>
                    </a:solidFill>
                  </a:tcPr>
                </a:tc>
                <a:extLst>
                  <a:ext uri="{0D108BD9-81ED-4DB2-BD59-A6C34878D82A}">
                    <a16:rowId xmlns:a16="http://schemas.microsoft.com/office/drawing/2014/main" val="915656701"/>
                  </a:ext>
                </a:extLst>
              </a:tr>
              <a:tr h="461331">
                <a:tc>
                  <a:txBody>
                    <a:bodyPr/>
                    <a:lstStyle/>
                    <a:p>
                      <a:pPr algn="ctr" fontAlgn="ctr">
                        <a:buNone/>
                      </a:pPr>
                      <a:r>
                        <a:rPr lang="en-US" sz="1100" b="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Price Master</a:t>
                      </a:r>
                    </a:p>
                    <a:p>
                      <a:pPr algn="ctr" fontAlgn="ctr">
                        <a:buNone/>
                      </a:pPr>
                      <a:r>
                        <a:rPr lang="en-US" sz="1100" b="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(Jockey &amp; Speedo)</a:t>
                      </a:r>
                      <a:endParaRPr lang="en-US" sz="11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6350" marR="6350" marT="6350" marB="0" anchor="ctr">
                    <a:solidFill>
                      <a:schemeClr val="accent4">
                        <a:lumMod val="40000"/>
                        <a:lumOff val="60000"/>
                      </a:schemeClr>
                    </a:solidFill>
                  </a:tcPr>
                </a:tc>
                <a:tc>
                  <a:txBody>
                    <a:bodyPr/>
                    <a:lstStyle/>
                    <a:p>
                      <a:pPr algn="ctr" fontAlgn="ctr">
                        <a:buNone/>
                      </a:pPr>
                      <a:r>
                        <a:rPr lang="en-US" sz="11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Sales Order Status Update</a:t>
                      </a:r>
                    </a:p>
                  </a:txBody>
                  <a:tcPr marL="6350" marR="6350" marT="6350" marB="0" anchor="ctr">
                    <a:solidFill>
                      <a:srgbClr val="95E5FF"/>
                    </a:solidFill>
                  </a:tcPr>
                </a:tc>
                <a:tc>
                  <a:txBody>
                    <a:bodyPr/>
                    <a:lstStyle/>
                    <a:p>
                      <a:pPr algn="ctr" fontAlgn="ctr"/>
                      <a:r>
                        <a:rPr lang="sv-SE" sz="1100" b="0" i="0" u="none" strike="noStrike" dirty="0">
                          <a:solidFill>
                            <a:srgbClr val="000000"/>
                          </a:solidFill>
                          <a:effectLst/>
                          <a:latin typeface="Calibri" panose="020F0502020204030204" pitchFamily="34" charset="0"/>
                        </a:rPr>
                        <a:t>DB Offboarding for Speedo</a:t>
                      </a:r>
                    </a:p>
                  </a:txBody>
                  <a:tcPr marL="6350" marR="6350" marT="6350" marB="0" anchor="ctr">
                    <a:solidFill>
                      <a:srgbClr val="92D050"/>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0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Stock Transfer Jockey</a:t>
                      </a:r>
                    </a:p>
                  </a:txBody>
                  <a:tcPr marL="75768" marR="75768" marT="37884" marB="37884" anchor="ctr" anchorCtr="1">
                    <a:solidFill>
                      <a:srgbClr val="92D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dirty="0">
                          <a:latin typeface="Calibri" panose="020F0502020204030204" pitchFamily="34" charset="0"/>
                          <a:ea typeface="Calibri" panose="020F0502020204030204" pitchFamily="34" charset="0"/>
                          <a:cs typeface="Calibri" panose="020F0502020204030204" pitchFamily="34" charset="0"/>
                        </a:rPr>
                        <a:t>Account Ledger/Payment Calculator- Code removal</a:t>
                      </a:r>
                    </a:p>
                  </a:txBody>
                  <a:tcPr marL="75768" marR="75768" marT="37884" marB="37884" anchor="ctr" anchorCtr="1">
                    <a:solidFill>
                      <a:srgbClr val="CCCFF4"/>
                    </a:solidFill>
                  </a:tcPr>
                </a:tc>
                <a:tc>
                  <a:txBody>
                    <a:bodyPr/>
                    <a:lstStyle/>
                    <a:p>
                      <a:pPr algn="ctr"/>
                      <a:r>
                        <a:rPr lang="en-US" sz="1100" dirty="0">
                          <a:latin typeface="Calibri" panose="020F0502020204030204" pitchFamily="34" charset="0"/>
                          <a:ea typeface="Calibri" panose="020F0502020204030204" pitchFamily="34" charset="0"/>
                          <a:cs typeface="Calibri" panose="020F0502020204030204" pitchFamily="34" charset="0"/>
                        </a:rPr>
                        <a:t>EBO returns</a:t>
                      </a:r>
                    </a:p>
                  </a:txBody>
                  <a:tcPr marL="75768" marR="75768" marT="37884" marB="37884" anchor="ctr" anchorCtr="1">
                    <a:solidFill>
                      <a:srgbClr val="CCCFF4"/>
                    </a:solidFill>
                  </a:tcPr>
                </a:tc>
                <a:extLst>
                  <a:ext uri="{0D108BD9-81ED-4DB2-BD59-A6C34878D82A}">
                    <a16:rowId xmlns:a16="http://schemas.microsoft.com/office/drawing/2014/main" val="3701469452"/>
                  </a:ext>
                </a:extLst>
              </a:tr>
              <a:tr h="273184">
                <a:tc>
                  <a:txBody>
                    <a:bodyPr/>
                    <a:lstStyle/>
                    <a:p>
                      <a:pPr algn="ctr" fontAlgn="ctr">
                        <a:buNone/>
                      </a:pPr>
                      <a:r>
                        <a:rPr lang="en-US" sz="11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DB-Product Mapping Speedo</a:t>
                      </a:r>
                    </a:p>
                  </a:txBody>
                  <a:tcPr marL="6350" marR="6350" marT="6350" marB="0" anchor="ctr">
                    <a:solidFill>
                      <a:srgbClr val="95E5FF"/>
                    </a:solidFill>
                  </a:tcPr>
                </a:tc>
                <a:tc>
                  <a:txBody>
                    <a:bodyPr/>
                    <a:lstStyle/>
                    <a:p>
                      <a:pPr algn="ctr" fontAlgn="ctr">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Primary Invoice Create</a:t>
                      </a:r>
                    </a:p>
                  </a:txBody>
                  <a:tcPr marL="6350" marR="6350" marT="6350" marB="0" anchor="ctr">
                    <a:solidFill>
                      <a:schemeClr val="accent4">
                        <a:lumMod val="40000"/>
                        <a:lumOff val="60000"/>
                      </a:schemeClr>
                    </a:solidFill>
                  </a:tcPr>
                </a:tc>
                <a:tc>
                  <a:txBody>
                    <a:bodyPr/>
                    <a:lstStyle/>
                    <a:p>
                      <a:pPr algn="ctr" fontAlgn="ctr"/>
                      <a:r>
                        <a:rPr lang="en-US" sz="1100" b="0" i="0" u="none" strike="noStrike" dirty="0">
                          <a:solidFill>
                            <a:srgbClr val="000000"/>
                          </a:solidFill>
                          <a:effectLst/>
                          <a:latin typeface="Calibri" panose="020F0502020204030204" pitchFamily="34" charset="0"/>
                        </a:rPr>
                        <a:t>Account Master changes for Speedo</a:t>
                      </a:r>
                    </a:p>
                  </a:txBody>
                  <a:tcPr marL="6350" marR="6350" marT="6350" marB="0" anchor="ctr">
                    <a:solidFill>
                      <a:srgbClr val="92D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dirty="0">
                          <a:latin typeface="Calibri" panose="020F0502020204030204" pitchFamily="34" charset="0"/>
                          <a:ea typeface="Calibri" panose="020F0502020204030204" pitchFamily="34" charset="0"/>
                          <a:cs typeface="Calibri" panose="020F0502020204030204" pitchFamily="34" charset="0"/>
                        </a:rPr>
                        <a:t>Inventory Audit Jockey</a:t>
                      </a:r>
                    </a:p>
                  </a:txBody>
                  <a:tcPr marL="75768" marR="75768" marT="37884" marB="37884" anchor="ctr" anchorCtr="1">
                    <a:solidFill>
                      <a:srgbClr val="92D050"/>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000" b="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Speedo + PROMO Product Master</a:t>
                      </a:r>
                      <a:endParaRPr lang="en-US" sz="10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6350" marR="6350" marT="6350" marB="0" anchor="ctr">
                    <a:solidFill>
                      <a:srgbClr val="E7E9FA"/>
                    </a:solidFill>
                  </a:tcPr>
                </a:tc>
                <a:tc>
                  <a:txBody>
                    <a:bodyPr/>
                    <a:lstStyle/>
                    <a:p>
                      <a:pPr algn="ctr"/>
                      <a:r>
                        <a:rPr lang="en-US" sz="1100" dirty="0">
                          <a:latin typeface="Calibri" panose="020F0502020204030204" pitchFamily="34" charset="0"/>
                          <a:ea typeface="Calibri" panose="020F0502020204030204" pitchFamily="34" charset="0"/>
                          <a:cs typeface="Calibri" panose="020F0502020204030204" pitchFamily="34" charset="0"/>
                        </a:rPr>
                        <a:t>EBO Retailer Onboarding</a:t>
                      </a:r>
                    </a:p>
                  </a:txBody>
                  <a:tcPr marL="75768" marR="75768" marT="37884" marB="37884" anchor="ctr" anchorCtr="1">
                    <a:solidFill>
                      <a:srgbClr val="E7E9FA"/>
                    </a:solidFill>
                  </a:tcPr>
                </a:tc>
                <a:extLst>
                  <a:ext uri="{0D108BD9-81ED-4DB2-BD59-A6C34878D82A}">
                    <a16:rowId xmlns:a16="http://schemas.microsoft.com/office/drawing/2014/main" val="3145299511"/>
                  </a:ext>
                </a:extLst>
              </a:tr>
              <a:tr h="461331">
                <a:tc>
                  <a:txBody>
                    <a:bodyPr/>
                    <a:lstStyle/>
                    <a:p>
                      <a:pPr algn="ctr" fontAlgn="ctr">
                        <a:buNone/>
                      </a:pPr>
                      <a:r>
                        <a:rPr lang="en-US" sz="11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Buyer-Seller Mapping</a:t>
                      </a:r>
                    </a:p>
                  </a:txBody>
                  <a:tcPr marL="6350" marR="6350" marT="6350" marB="0" anchor="ctr">
                    <a:solidFill>
                      <a:srgbClr val="92D050"/>
                    </a:solidFill>
                  </a:tcPr>
                </a:tc>
                <a:tc>
                  <a:txBody>
                    <a:bodyPr/>
                    <a:lstStyle/>
                    <a:p>
                      <a:pPr algn="ctr" fontAlgn="ctr">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Invoice Cancellation Request</a:t>
                      </a:r>
                    </a:p>
                  </a:txBody>
                  <a:tcPr marL="6350" marR="6350" marT="6350" marB="0" anchor="ctr">
                    <a:solidFill>
                      <a:schemeClr val="accent4">
                        <a:lumMod val="40000"/>
                        <a:lumOff val="60000"/>
                      </a:schemeClr>
                    </a:solidFill>
                  </a:tcPr>
                </a:tc>
                <a:tc>
                  <a:txBody>
                    <a:bodyPr/>
                    <a:lstStyle/>
                    <a:p>
                      <a:pPr algn="ctr" fontAlgn="ctr"/>
                      <a:r>
                        <a:rPr lang="en-US" sz="1100" b="0" i="0" u="none" strike="noStrike" dirty="0">
                          <a:solidFill>
                            <a:srgbClr val="000000"/>
                          </a:solidFill>
                          <a:effectLst/>
                          <a:latin typeface="Calibri" panose="020F0502020204030204" pitchFamily="34" charset="0"/>
                        </a:rPr>
                        <a:t>Ship To changes for Speedo</a:t>
                      </a:r>
                    </a:p>
                  </a:txBody>
                  <a:tcPr marL="6350" marR="6350" marT="6350" marB="0" anchor="ctr">
                    <a:solidFill>
                      <a:srgbClr val="92D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dirty="0">
                          <a:latin typeface="Calibri" panose="020F0502020204030204" pitchFamily="34" charset="0"/>
                          <a:ea typeface="Calibri" panose="020F0502020204030204" pitchFamily="34" charset="0"/>
                          <a:cs typeface="Calibri" panose="020F0502020204030204" pitchFamily="34" charset="0"/>
                        </a:rPr>
                        <a:t>Asset Management</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dirty="0">
                          <a:latin typeface="Calibri" panose="020F0502020204030204" pitchFamily="34" charset="0"/>
                          <a:ea typeface="Calibri" panose="020F0502020204030204" pitchFamily="34" charset="0"/>
                          <a:cs typeface="Calibri" panose="020F0502020204030204" pitchFamily="34" charset="0"/>
                        </a:rPr>
                        <a:t>Speedo</a:t>
                      </a:r>
                    </a:p>
                  </a:txBody>
                  <a:tcPr marL="75768" marR="75768" marT="37884" marB="37884" anchor="ctr" anchorCtr="1">
                    <a:solidFill>
                      <a:srgbClr val="92D050"/>
                    </a:solidFill>
                  </a:tcPr>
                </a:tc>
                <a:tc>
                  <a:txBody>
                    <a:bodyPr/>
                    <a:lstStyle/>
                    <a:p>
                      <a:pPr algn="ctr" fontAlgn="ctr"/>
                      <a:r>
                        <a:rPr lang="en-US" sz="1000" b="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DB Onboarding for Speedo</a:t>
                      </a:r>
                      <a:endParaRPr lang="en-US" sz="10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6350" marR="6350" marT="6350" marB="0" anchor="ctr">
                    <a:solidFill>
                      <a:srgbClr val="CCCFF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dirty="0">
                          <a:latin typeface="Calibri" panose="020F0502020204030204" pitchFamily="34" charset="0"/>
                          <a:ea typeface="Calibri" panose="020F0502020204030204" pitchFamily="34" charset="0"/>
                          <a:cs typeface="Calibri" panose="020F0502020204030204" pitchFamily="34" charset="0"/>
                        </a:rPr>
                        <a:t>Retailer Onboarding Integration (DMS+EBO)</a:t>
                      </a:r>
                    </a:p>
                  </a:txBody>
                  <a:tcPr marL="75768" marR="75768" marT="37884" marB="37884" anchor="ctr" anchorCtr="1">
                    <a:solidFill>
                      <a:srgbClr val="CCCFF4"/>
                    </a:solidFill>
                  </a:tcPr>
                </a:tc>
                <a:extLst>
                  <a:ext uri="{0D108BD9-81ED-4DB2-BD59-A6C34878D82A}">
                    <a16:rowId xmlns:a16="http://schemas.microsoft.com/office/drawing/2014/main" val="2991079170"/>
                  </a:ext>
                </a:extLst>
              </a:tr>
              <a:tr h="383421">
                <a:tc>
                  <a:txBody>
                    <a:bodyPr/>
                    <a:lstStyle/>
                    <a:p>
                      <a:pPr algn="ctr" fontAlgn="ctr">
                        <a:buNone/>
                      </a:pPr>
                      <a:r>
                        <a:rPr lang="en-US" sz="11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User Master</a:t>
                      </a:r>
                    </a:p>
                  </a:txBody>
                  <a:tcPr marL="6350" marR="6350" marT="6350" marB="0" anchor="ctr">
                    <a:solidFill>
                      <a:srgbClr val="92D050"/>
                    </a:solidFill>
                  </a:tcPr>
                </a:tc>
                <a:tc>
                  <a:txBody>
                    <a:bodyPr/>
                    <a:lstStyle/>
                    <a:p>
                      <a:pPr algn="ctr" fontAlgn="ctr">
                        <a:buNone/>
                      </a:pPr>
                      <a:r>
                        <a:rPr lang="en-US" sz="11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Sales Order Cancellation Request</a:t>
                      </a:r>
                    </a:p>
                  </a:txBody>
                  <a:tcPr marL="6350" marR="6350" marT="6350" marB="0" anchor="ctr">
                    <a:solidFill>
                      <a:srgbClr val="95E5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dirty="0">
                          <a:latin typeface="Calibri" panose="020F0502020204030204" pitchFamily="34" charset="0"/>
                          <a:ea typeface="Calibri" panose="020F0502020204030204" pitchFamily="34" charset="0"/>
                          <a:cs typeface="Calibri" panose="020F0502020204030204" pitchFamily="34" charset="0"/>
                        </a:rPr>
                        <a:t>Retailer Onboarding</a:t>
                      </a:r>
                    </a:p>
                  </a:txBody>
                  <a:tcPr marL="75768" marR="75768" marT="37884" marB="37884" anchor="ctr" anchorCtr="1">
                    <a:solidFill>
                      <a:srgbClr val="92D050"/>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000" dirty="0">
                          <a:latin typeface="Calibri" panose="020F0502020204030204" pitchFamily="34" charset="0"/>
                          <a:ea typeface="Calibri" panose="020F0502020204030204" pitchFamily="34" charset="0"/>
                          <a:cs typeface="Calibri" panose="020F0502020204030204" pitchFamily="34" charset="0"/>
                        </a:rPr>
                        <a:t>Retailer Onboarding</a:t>
                      </a:r>
                    </a:p>
                  </a:txBody>
                  <a:tcPr marL="75768" marR="75768" marT="37884" marB="37884" anchor="ctr" anchorCtr="1">
                    <a:solidFill>
                      <a:srgbClr val="92D050"/>
                    </a:solidFill>
                  </a:tcPr>
                </a:tc>
                <a:tc>
                  <a:txBody>
                    <a:bodyPr/>
                    <a:lstStyle/>
                    <a:p>
                      <a:pPr algn="ctr" fontAlgn="ctr"/>
                      <a:r>
                        <a:rPr lang="sv-SE" sz="1000" b="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DB Offboarding for Speedo</a:t>
                      </a:r>
                      <a:endParaRPr lang="sv-SE" sz="10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6350" marR="6350" marT="635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rPr>
                        <a:t>GRTF &amp; Sales Return</a:t>
                      </a:r>
                    </a:p>
                  </a:txBody>
                  <a:tcPr marL="75768" marR="75768" marT="37884" marB="37884" anchor="ctr" anchorCtr="1"/>
                </a:tc>
                <a:extLst>
                  <a:ext uri="{0D108BD9-81ED-4DB2-BD59-A6C34878D82A}">
                    <a16:rowId xmlns:a16="http://schemas.microsoft.com/office/drawing/2014/main" val="1804709698"/>
                  </a:ext>
                </a:extLst>
              </a:tr>
              <a:tr h="273184">
                <a:tc>
                  <a:txBody>
                    <a:bodyPr/>
                    <a:lstStyle/>
                    <a:p>
                      <a:pPr algn="ctr" fontAlgn="ctr">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Route Upload</a:t>
                      </a:r>
                    </a:p>
                  </a:txBody>
                  <a:tcPr marL="6350" marR="6350" marT="6350" marB="0" anchor="ctr">
                    <a:solidFill>
                      <a:srgbClr val="92D050"/>
                    </a:solidFill>
                  </a:tcPr>
                </a:tc>
                <a:tc>
                  <a:txBody>
                    <a:bodyPr/>
                    <a:lstStyle/>
                    <a:p>
                      <a:pPr algn="ctr" fontAlgn="ctr">
                        <a:buNone/>
                      </a:pPr>
                      <a:r>
                        <a:rPr lang="en-US" sz="11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Geography Master</a:t>
                      </a:r>
                    </a:p>
                  </a:txBody>
                  <a:tcPr marL="6350" marR="6350" marT="6350" marB="0" anchor="ctr">
                    <a:solidFill>
                      <a:srgbClr val="92D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Limit Order</a:t>
                      </a:r>
                    </a:p>
                  </a:txBody>
                  <a:tcPr marL="75768" marR="75768" marT="37884" marB="37884" anchor="ctr" anchorCtr="1">
                    <a:solidFill>
                      <a:srgbClr val="92D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dirty="0">
                          <a:latin typeface="Calibri" panose="020F0502020204030204" pitchFamily="34" charset="0"/>
                          <a:ea typeface="Calibri" panose="020F0502020204030204" pitchFamily="34" charset="0"/>
                          <a:cs typeface="Calibri" panose="020F0502020204030204" pitchFamily="34" charset="0"/>
                        </a:rPr>
                        <a:t>Pricing rule change (Jockey)</a:t>
                      </a:r>
                    </a:p>
                  </a:txBody>
                  <a:tcPr marL="75768" marR="75768" marT="37884" marB="37884" anchor="ctr" anchorCtr="1">
                    <a:solidFill>
                      <a:srgbClr val="92D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dirty="0">
                          <a:latin typeface="Calibri" panose="020F0502020204030204" pitchFamily="34" charset="0"/>
                          <a:ea typeface="Calibri" panose="020F0502020204030204" pitchFamily="34" charset="0"/>
                          <a:cs typeface="Calibri" panose="020F0502020204030204" pitchFamily="34" charset="0"/>
                        </a:rPr>
                        <a:t>Secondary GRN</a:t>
                      </a:r>
                    </a:p>
                  </a:txBody>
                  <a:tcPr marL="75768" marR="75768" marT="37884" marB="37884" anchor="ctr" anchorCtr="1"/>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0" i="0" u="none" strike="noStrike" dirty="0">
                          <a:solidFill>
                            <a:srgbClr val="000000"/>
                          </a:solidFill>
                          <a:effectLst/>
                          <a:latin typeface="Calibri" panose="020F0502020204030204" pitchFamily="34" charset="0"/>
                        </a:rPr>
                        <a:t> </a:t>
                      </a:r>
                      <a:r>
                        <a:rPr lang="en-US" sz="1100" dirty="0">
                          <a:latin typeface="Calibri" panose="020F0502020204030204" pitchFamily="34" charset="0"/>
                          <a:ea typeface="Calibri" panose="020F0502020204030204" pitchFamily="34" charset="0"/>
                          <a:cs typeface="Calibri" panose="020F0502020204030204" pitchFamily="34" charset="0"/>
                        </a:rPr>
                        <a:t>CRMA Reports</a:t>
                      </a:r>
                    </a:p>
                  </a:txBody>
                  <a:tcPr marL="75768" marR="75768" marT="37884" marB="37884" anchor="ctr" anchorCtr="1"/>
                </a:tc>
                <a:extLst>
                  <a:ext uri="{0D108BD9-81ED-4DB2-BD59-A6C34878D82A}">
                    <a16:rowId xmlns:a16="http://schemas.microsoft.com/office/drawing/2014/main" val="2314745254"/>
                  </a:ext>
                </a:extLst>
              </a:tr>
              <a:tr h="427122">
                <a:tc>
                  <a:txBody>
                    <a:bodyPr/>
                    <a:lstStyle/>
                    <a:p>
                      <a:pPr algn="ctr" fontAlgn="ctr">
                        <a:buNone/>
                      </a:pPr>
                      <a:r>
                        <a:rPr lang="en-US" sz="11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Buyer Seller Mapping Automation</a:t>
                      </a:r>
                    </a:p>
                  </a:txBody>
                  <a:tcPr marL="6350" marR="6350" marT="6350" marB="0" anchor="ctr">
                    <a:solidFill>
                      <a:srgbClr val="92D050"/>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100" dirty="0">
                          <a:latin typeface="Calibri" panose="020F0502020204030204" pitchFamily="34" charset="0"/>
                          <a:ea typeface="Calibri" panose="020F0502020204030204" pitchFamily="34" charset="0"/>
                          <a:cs typeface="Calibri" panose="020F0502020204030204" pitchFamily="34" charset="0"/>
                        </a:rPr>
                        <a:t> Opportunity Outlet</a:t>
                      </a:r>
                    </a:p>
                  </a:txBody>
                  <a:tcPr marL="6350" marR="6350" marT="6350" marB="0" anchor="ctr">
                    <a:solidFill>
                      <a:srgbClr val="92D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dirty="0">
                          <a:latin typeface="Calibri" panose="020F0502020204030204" pitchFamily="34" charset="0"/>
                          <a:ea typeface="Calibri" panose="020F0502020204030204" pitchFamily="34" charset="0"/>
                          <a:cs typeface="Calibri" panose="020F0502020204030204" pitchFamily="34" charset="0"/>
                        </a:rPr>
                        <a:t>Primary GRN</a:t>
                      </a:r>
                    </a:p>
                  </a:txBody>
                  <a:tcPr marL="75768" marR="75768" marT="37884" marB="37884" anchor="ctr" anchorCtr="1">
                    <a:solidFill>
                      <a:srgbClr val="95E5FF"/>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0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Pricing rule change (Speedo + PROMO)</a:t>
                      </a:r>
                    </a:p>
                  </a:txBody>
                  <a:tcPr marL="75768" marR="75768" marT="37884" marB="37884" anchor="ctr" anchorCtr="1">
                    <a:solidFill>
                      <a:srgbClr val="92D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dirty="0">
                          <a:latin typeface="Calibri" panose="020F0502020204030204" pitchFamily="34" charset="0"/>
                          <a:ea typeface="Calibri" panose="020F0502020204030204" pitchFamily="34" charset="0"/>
                          <a:cs typeface="Calibri" panose="020F0502020204030204" pitchFamily="34" charset="0"/>
                        </a:rPr>
                        <a:t>CP-DHQ</a:t>
                      </a:r>
                    </a:p>
                  </a:txBody>
                  <a:tcPr marL="75768" marR="75768" marT="37884" marB="37884" anchor="ctr" anchorCtr="1"/>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dirty="0">
                          <a:latin typeface="Calibri" panose="020F0502020204030204" pitchFamily="34" charset="0"/>
                          <a:ea typeface="Calibri" panose="020F0502020204030204" pitchFamily="34" charset="0"/>
                          <a:cs typeface="Calibri" panose="020F0502020204030204" pitchFamily="34" charset="0"/>
                        </a:rPr>
                        <a:t>Manager App</a:t>
                      </a:r>
                    </a:p>
                  </a:txBody>
                  <a:tcPr marL="75768" marR="75768" marT="37884" marB="37884" anchor="ctr" anchorCtr="1"/>
                </a:tc>
                <a:extLst>
                  <a:ext uri="{0D108BD9-81ED-4DB2-BD59-A6C34878D82A}">
                    <a16:rowId xmlns:a16="http://schemas.microsoft.com/office/drawing/2014/main" val="17252857"/>
                  </a:ext>
                </a:extLst>
              </a:tr>
            </a:tbl>
          </a:graphicData>
        </a:graphic>
      </p:graphicFrame>
      <p:sp>
        <p:nvSpPr>
          <p:cNvPr id="8" name="Rectangle 7">
            <a:extLst>
              <a:ext uri="{FF2B5EF4-FFF2-40B4-BE49-F238E27FC236}">
                <a16:creationId xmlns:a16="http://schemas.microsoft.com/office/drawing/2014/main" id="{03E90C58-904D-94D0-B55F-97E7B47EDCEF}"/>
              </a:ext>
            </a:extLst>
          </p:cNvPr>
          <p:cNvSpPr/>
          <p:nvPr/>
        </p:nvSpPr>
        <p:spPr>
          <a:xfrm>
            <a:off x="9353296" y="53509"/>
            <a:ext cx="719667" cy="203200"/>
          </a:xfrm>
          <a:prstGeom prst="rect">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9" name="Rectangle 8">
            <a:extLst>
              <a:ext uri="{FF2B5EF4-FFF2-40B4-BE49-F238E27FC236}">
                <a16:creationId xmlns:a16="http://schemas.microsoft.com/office/drawing/2014/main" id="{0E1BA9D7-8EED-86D5-87F9-DA469D2099A3}"/>
              </a:ext>
            </a:extLst>
          </p:cNvPr>
          <p:cNvSpPr/>
          <p:nvPr/>
        </p:nvSpPr>
        <p:spPr>
          <a:xfrm>
            <a:off x="9353296" y="318198"/>
            <a:ext cx="719667" cy="203200"/>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10" name="Rectangle 9">
            <a:extLst>
              <a:ext uri="{FF2B5EF4-FFF2-40B4-BE49-F238E27FC236}">
                <a16:creationId xmlns:a16="http://schemas.microsoft.com/office/drawing/2014/main" id="{B2E88DDB-E1D6-3D39-25BC-55CE94D0ADC9}"/>
              </a:ext>
            </a:extLst>
          </p:cNvPr>
          <p:cNvSpPr/>
          <p:nvPr/>
        </p:nvSpPr>
        <p:spPr>
          <a:xfrm>
            <a:off x="9353296" y="582887"/>
            <a:ext cx="719667" cy="203200"/>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11" name="TextBox 10">
            <a:extLst>
              <a:ext uri="{FF2B5EF4-FFF2-40B4-BE49-F238E27FC236}">
                <a16:creationId xmlns:a16="http://schemas.microsoft.com/office/drawing/2014/main" id="{2601A106-EDE0-EB37-A6D7-F17BE331973F}"/>
              </a:ext>
            </a:extLst>
          </p:cNvPr>
          <p:cNvSpPr txBox="1"/>
          <p:nvPr/>
        </p:nvSpPr>
        <p:spPr>
          <a:xfrm>
            <a:off x="10199963" y="53509"/>
            <a:ext cx="1549400" cy="203200"/>
          </a:xfrm>
          <a:prstGeom prst="rect">
            <a:avLst/>
          </a:prstGeom>
        </p:spPr>
        <p:txBody>
          <a:bodyPr vert="horz" wrap="square" lIns="0" tIns="0" rIns="0" bIns="0" rtlCol="0" anchor="t" anchorCtr="0">
            <a:noAutofit/>
          </a:bodyPr>
          <a:lstStyle/>
          <a:p>
            <a:pPr algn="l">
              <a:spcAft>
                <a:spcPts val="600"/>
              </a:spcAft>
            </a:pPr>
            <a:r>
              <a:rPr lang="en-US" sz="1100" b="1"/>
              <a:t>Dev Completed</a:t>
            </a:r>
          </a:p>
        </p:txBody>
      </p:sp>
      <p:sp>
        <p:nvSpPr>
          <p:cNvPr id="12" name="TextBox 11">
            <a:extLst>
              <a:ext uri="{FF2B5EF4-FFF2-40B4-BE49-F238E27FC236}">
                <a16:creationId xmlns:a16="http://schemas.microsoft.com/office/drawing/2014/main" id="{B6D5CBAD-EB8C-1759-C53F-3E9ADC5F64CA}"/>
              </a:ext>
            </a:extLst>
          </p:cNvPr>
          <p:cNvSpPr txBox="1"/>
          <p:nvPr/>
        </p:nvSpPr>
        <p:spPr>
          <a:xfrm>
            <a:off x="10199963" y="318198"/>
            <a:ext cx="1549400" cy="203200"/>
          </a:xfrm>
          <a:prstGeom prst="rect">
            <a:avLst/>
          </a:prstGeom>
        </p:spPr>
        <p:txBody>
          <a:bodyPr vert="horz" wrap="square" lIns="0" tIns="0" rIns="0" bIns="0" rtlCol="0" anchor="t" anchorCtr="0">
            <a:noAutofit/>
          </a:bodyPr>
          <a:lstStyle/>
          <a:p>
            <a:pPr algn="l">
              <a:spcAft>
                <a:spcPts val="600"/>
              </a:spcAft>
            </a:pPr>
            <a:r>
              <a:rPr lang="en-US" sz="1100" b="1" dirty="0"/>
              <a:t>Dev In Progress</a:t>
            </a:r>
          </a:p>
        </p:txBody>
      </p:sp>
      <p:sp>
        <p:nvSpPr>
          <p:cNvPr id="13" name="TextBox 12">
            <a:extLst>
              <a:ext uri="{FF2B5EF4-FFF2-40B4-BE49-F238E27FC236}">
                <a16:creationId xmlns:a16="http://schemas.microsoft.com/office/drawing/2014/main" id="{978512FA-0B81-1C31-DA7D-93560E76222E}"/>
              </a:ext>
            </a:extLst>
          </p:cNvPr>
          <p:cNvSpPr txBox="1"/>
          <p:nvPr/>
        </p:nvSpPr>
        <p:spPr>
          <a:xfrm>
            <a:off x="10199963" y="582887"/>
            <a:ext cx="1549400" cy="203200"/>
          </a:xfrm>
          <a:prstGeom prst="rect">
            <a:avLst/>
          </a:prstGeom>
        </p:spPr>
        <p:txBody>
          <a:bodyPr vert="horz" wrap="square" lIns="0" tIns="0" rIns="0" bIns="0" rtlCol="0" anchor="t" anchorCtr="0">
            <a:noAutofit/>
          </a:bodyPr>
          <a:lstStyle/>
          <a:p>
            <a:pPr algn="l">
              <a:spcAft>
                <a:spcPts val="600"/>
              </a:spcAft>
            </a:pPr>
            <a:r>
              <a:rPr lang="en-US" sz="1100" b="1"/>
              <a:t>Deferred to Next Sprint</a:t>
            </a:r>
          </a:p>
        </p:txBody>
      </p:sp>
      <p:sp>
        <p:nvSpPr>
          <p:cNvPr id="4" name="Rectangle 3">
            <a:extLst>
              <a:ext uri="{FF2B5EF4-FFF2-40B4-BE49-F238E27FC236}">
                <a16:creationId xmlns:a16="http://schemas.microsoft.com/office/drawing/2014/main" id="{CB48673C-0C8F-FBD5-CA4E-C1BFF02C2BBA}"/>
              </a:ext>
            </a:extLst>
          </p:cNvPr>
          <p:cNvSpPr/>
          <p:nvPr/>
        </p:nvSpPr>
        <p:spPr>
          <a:xfrm>
            <a:off x="7257288" y="53170"/>
            <a:ext cx="719667" cy="203200"/>
          </a:xfrm>
          <a:prstGeom prst="rect">
            <a:avLst/>
          </a:prstGeom>
          <a:solidFill>
            <a:schemeClr val="accent4">
              <a:lumMod val="40000"/>
              <a:lumOff val="60000"/>
            </a:schemeClr>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5" name="TextBox 4">
            <a:extLst>
              <a:ext uri="{FF2B5EF4-FFF2-40B4-BE49-F238E27FC236}">
                <a16:creationId xmlns:a16="http://schemas.microsoft.com/office/drawing/2014/main" id="{139E0026-07CF-E3C9-0D01-9260378C9929}"/>
              </a:ext>
            </a:extLst>
          </p:cNvPr>
          <p:cNvSpPr txBox="1"/>
          <p:nvPr/>
        </p:nvSpPr>
        <p:spPr>
          <a:xfrm>
            <a:off x="8022675" y="65649"/>
            <a:ext cx="1549400" cy="203200"/>
          </a:xfrm>
          <a:prstGeom prst="rect">
            <a:avLst/>
          </a:prstGeom>
        </p:spPr>
        <p:txBody>
          <a:bodyPr vert="horz" wrap="square" lIns="0" tIns="0" rIns="0" bIns="0" rtlCol="0" anchor="t" anchorCtr="0">
            <a:noAutofit/>
          </a:bodyPr>
          <a:lstStyle/>
          <a:p>
            <a:pPr algn="l">
              <a:spcAft>
                <a:spcPts val="600"/>
              </a:spcAft>
            </a:pPr>
            <a:r>
              <a:rPr lang="en-US" sz="1100" b="1"/>
              <a:t>Pending with Page</a:t>
            </a:r>
          </a:p>
        </p:txBody>
      </p:sp>
    </p:spTree>
    <p:extLst>
      <p:ext uri="{BB962C8B-B14F-4D97-AF65-F5344CB8AC3E}">
        <p14:creationId xmlns:p14="http://schemas.microsoft.com/office/powerpoint/2010/main" val="1887423738"/>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92723A2-B8BE-4C9E-842A-81D6C830D141}"/>
              </a:ext>
            </a:extLst>
          </p:cNvPr>
          <p:cNvSpPr/>
          <p:nvPr/>
        </p:nvSpPr>
        <p:spPr bwMode="gray">
          <a:xfrm>
            <a:off x="9979645" y="770709"/>
            <a:ext cx="156754" cy="300445"/>
          </a:xfrm>
          <a:prstGeom prst="rect">
            <a:avLst/>
          </a:prstGeom>
          <a:solidFill>
            <a:schemeClr val="bg1"/>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a:solidFill>
                <a:schemeClr val="tx1"/>
              </a:solidFill>
            </a:endParaRPr>
          </a:p>
        </p:txBody>
      </p:sp>
      <p:sp>
        <p:nvSpPr>
          <p:cNvPr id="4" name="Rectangle 3">
            <a:extLst>
              <a:ext uri="{FF2B5EF4-FFF2-40B4-BE49-F238E27FC236}">
                <a16:creationId xmlns:a16="http://schemas.microsoft.com/office/drawing/2014/main" id="{C17C262A-828C-A6D5-0128-9B90F3473568}"/>
              </a:ext>
            </a:extLst>
          </p:cNvPr>
          <p:cNvSpPr/>
          <p:nvPr/>
        </p:nvSpPr>
        <p:spPr bwMode="gray">
          <a:xfrm>
            <a:off x="2605065" y="2047016"/>
            <a:ext cx="6981871" cy="2136102"/>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r>
              <a:rPr lang="en-US" sz="8000" b="1">
                <a:solidFill>
                  <a:schemeClr val="bg1"/>
                </a:solidFill>
                <a:latin typeface="+mj-lt"/>
              </a:rPr>
              <a:t>Thank you</a:t>
            </a:r>
          </a:p>
        </p:txBody>
      </p:sp>
    </p:spTree>
    <p:extLst>
      <p:ext uri="{BB962C8B-B14F-4D97-AF65-F5344CB8AC3E}">
        <p14:creationId xmlns:p14="http://schemas.microsoft.com/office/powerpoint/2010/main" val="2011592682"/>
      </p:ext>
    </p:extLst>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CREATEDBY" val="Global PowerPoint Toolbar"/>
  <p:tag name="FONTUSED" val="KPMGFONT"/>
  <p:tag name="KEYWORD" val="SCREENWIDE"/>
  <p:tag name="TEMPLATEVERSION" val="17/07/2017 11:56:04"/>
  <p:tag name="TOOLBARVERSION" val="5.30a"/>
  <p:tag name="TYPE" val="ScreenWide"/>
</p:tagLst>
</file>

<file path=ppt/tags/tag2.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3.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4.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5.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21u083Md0Mio_q7xOk3GqA"/>
</p:tagLst>
</file>

<file path=ppt/tags/tag8.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9.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10.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11.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12.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13.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14.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15.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16.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17.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zqss8aOiyXWGQtmoHRgHEA"/>
</p:tagLst>
</file>

<file path=ppt/theme/theme1.xml><?xml version="1.0" encoding="utf-8"?>
<a:theme xmlns:a="http://schemas.openxmlformats.org/drawingml/2006/main" name="KPMG Widescreen [16:9] Feb 2022">
  <a:themeElements>
    <a:clrScheme name="KPMG_MAR">
      <a:dk1>
        <a:srgbClr val="000000"/>
      </a:dk1>
      <a:lt1>
        <a:srgbClr val="FFFFFF"/>
      </a:lt1>
      <a:dk2>
        <a:srgbClr val="00338D"/>
      </a:dk2>
      <a:lt2>
        <a:srgbClr val="E5E5E5"/>
      </a:lt2>
      <a:accent1>
        <a:srgbClr val="1E49E2"/>
      </a:accent1>
      <a:accent2>
        <a:srgbClr val="00338D"/>
      </a:accent2>
      <a:accent3>
        <a:srgbClr val="0C233C"/>
      </a:accent3>
      <a:accent4>
        <a:srgbClr val="00B8F5"/>
      </a:accent4>
      <a:accent5>
        <a:srgbClr val="7213EA"/>
      </a:accent5>
      <a:accent6>
        <a:srgbClr val="FD349C"/>
      </a:accent6>
      <a:hlink>
        <a:srgbClr val="00B8F5"/>
      </a:hlink>
      <a:folHlink>
        <a:srgbClr val="098E7E"/>
      </a:folHlink>
    </a:clrScheme>
    <a:fontScheme name="Custom 49">
      <a:majorFont>
        <a:latin typeface="KPMG Bold"/>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solidFill>
            <a:schemeClr val="accent1"/>
          </a:solidFill>
        </a:ln>
      </a:spPr>
      <a:bodyPr lIns="54610" tIns="54610" rIns="54610" bIns="54610" rtlCol="0" anchor="ctr"/>
      <a:lstStyle>
        <a:defPPr algn="l">
          <a:defRPr sz="1500"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accent3"/>
          </a:solidFill>
        </a:ln>
      </a:spPr>
      <a:bodyPr/>
      <a:lstStyle/>
      <a:style>
        <a:lnRef idx="1">
          <a:schemeClr val="accent1"/>
        </a:lnRef>
        <a:fillRef idx="0">
          <a:schemeClr val="accent1"/>
        </a:fillRef>
        <a:effectRef idx="0">
          <a:schemeClr val="accent1"/>
        </a:effectRef>
        <a:fontRef idx="minor">
          <a:schemeClr val="tx1"/>
        </a:fontRef>
      </a:style>
    </a:lnDef>
    <a:txDef>
      <a:spPr/>
      <a:bodyPr vert="horz" wrap="square" lIns="0" tIns="0" rIns="0" bIns="0" rtlCol="0" anchor="t" anchorCtr="0">
        <a:noAutofit/>
      </a:bodyPr>
      <a:lstStyle>
        <a:defPPr algn="l">
          <a:spcAft>
            <a:spcPts val="600"/>
          </a:spcAft>
          <a:defRPr sz="1500" b="1" dirty="0" smtClean="0">
            <a:solidFill>
              <a:schemeClr val="tx2"/>
            </a:solidFill>
          </a:defRPr>
        </a:defPPr>
      </a:lstStyle>
    </a:txDef>
  </a:objectDefaults>
  <a:extraClrSchemeLst/>
  <a:custClrLst>
    <a:custClr name="KPMG Blue">
      <a:srgbClr val="00338D"/>
    </a:custClr>
    <a:custClr name="Pacific Blue">
      <a:srgbClr val="00B8F5"/>
    </a:custClr>
    <a:custClr name="Cobalt Blue">
      <a:srgbClr val="1E49E2"/>
    </a:custClr>
    <a:custClr name="Blue">
      <a:srgbClr val="76D2FF"/>
    </a:custClr>
    <a:custClr name="Purple">
      <a:srgbClr val="7213EA"/>
    </a:custClr>
    <a:custClr name="Light Purple">
      <a:srgbClr val="B497FF"/>
    </a:custClr>
    <a:custClr name="Dark Green">
      <a:srgbClr val="098E7E"/>
    </a:custClr>
    <a:custClr name="Green">
      <a:srgbClr val="00C0AE"/>
    </a:custClr>
    <a:custClr name="Dark Pink">
      <a:srgbClr val="AB0D82"/>
    </a:custClr>
    <a:custClr name="Pink">
      <a:srgbClr val="FD349C"/>
    </a:custClr>
    <a:custClr name="Light Pink">
      <a:srgbClr val="FFA3DA"/>
    </a:custClr>
    <a:custClr name="Grey 2">
      <a:srgbClr val="666666"/>
    </a:custClr>
    <a:custClr name="Dark Purple">
      <a:srgbClr val="510DBC"/>
    </a:custClr>
  </a:custClrLst>
  <a:extLst>
    <a:ext uri="{05A4C25C-085E-4340-85A3-A5531E510DB2}">
      <thm15:themeFamily xmlns:thm15="http://schemas.microsoft.com/office/thememl/2012/main" name="KPMG Widescreen Standard Template.potx" id="{0D07B9DA-DB2F-4A1F-8CAC-6FD7C4A19BFD}" vid="{9D8C322F-4652-47D4-9D05-B3D11C31107F}"/>
    </a:ext>
  </a:extLst>
</a:theme>
</file>

<file path=ppt/theme/theme2.xml><?xml version="1.0" encoding="utf-8"?>
<a:theme xmlns:a="http://schemas.openxmlformats.org/drawingml/2006/main" name="1_KPMG Widescreen [16:9] Feb 2022">
  <a:themeElements>
    <a:clrScheme name="KPMG_MAR">
      <a:dk1>
        <a:srgbClr val="000000"/>
      </a:dk1>
      <a:lt1>
        <a:srgbClr val="FFFFFF"/>
      </a:lt1>
      <a:dk2>
        <a:srgbClr val="00338D"/>
      </a:dk2>
      <a:lt2>
        <a:srgbClr val="E5E5E5"/>
      </a:lt2>
      <a:accent1>
        <a:srgbClr val="1E49E2"/>
      </a:accent1>
      <a:accent2>
        <a:srgbClr val="00338D"/>
      </a:accent2>
      <a:accent3>
        <a:srgbClr val="0C233C"/>
      </a:accent3>
      <a:accent4>
        <a:srgbClr val="00B8F5"/>
      </a:accent4>
      <a:accent5>
        <a:srgbClr val="7213EA"/>
      </a:accent5>
      <a:accent6>
        <a:srgbClr val="FD349C"/>
      </a:accent6>
      <a:hlink>
        <a:srgbClr val="00B8F5"/>
      </a:hlink>
      <a:folHlink>
        <a:srgbClr val="098E7E"/>
      </a:folHlink>
    </a:clrScheme>
    <a:fontScheme name="Custom 49">
      <a:majorFont>
        <a:latin typeface="KPMG Bold"/>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solidFill>
            <a:schemeClr val="accent1"/>
          </a:solidFill>
        </a:ln>
      </a:spPr>
      <a:bodyPr lIns="54610" tIns="54610" rIns="54610" bIns="54610" rtlCol="0" anchor="ctr"/>
      <a:lstStyle>
        <a:defPPr algn="l">
          <a:defRPr sz="1500"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accent3"/>
          </a:solidFill>
        </a:ln>
      </a:spPr>
      <a:bodyPr/>
      <a:lstStyle/>
      <a:style>
        <a:lnRef idx="1">
          <a:schemeClr val="accent1"/>
        </a:lnRef>
        <a:fillRef idx="0">
          <a:schemeClr val="accent1"/>
        </a:fillRef>
        <a:effectRef idx="0">
          <a:schemeClr val="accent1"/>
        </a:effectRef>
        <a:fontRef idx="minor">
          <a:schemeClr val="tx1"/>
        </a:fontRef>
      </a:style>
    </a:lnDef>
    <a:txDef>
      <a:spPr/>
      <a:bodyPr vert="horz" wrap="square" lIns="0" tIns="0" rIns="0" bIns="0" rtlCol="0" anchor="t" anchorCtr="0">
        <a:noAutofit/>
      </a:bodyPr>
      <a:lstStyle>
        <a:defPPr algn="l">
          <a:spcAft>
            <a:spcPts val="600"/>
          </a:spcAft>
          <a:defRPr sz="1500" b="1" dirty="0" smtClean="0">
            <a:solidFill>
              <a:schemeClr val="tx2"/>
            </a:solidFill>
          </a:defRPr>
        </a:defPPr>
      </a:lstStyle>
    </a:txDef>
  </a:objectDefaults>
  <a:extraClrSchemeLst/>
  <a:custClrLst>
    <a:custClr name="KPMG Blue">
      <a:srgbClr val="00338D"/>
    </a:custClr>
    <a:custClr name="Medium Blue">
      <a:srgbClr val="005EB8"/>
    </a:custClr>
    <a:custClr name="Light Blue">
      <a:srgbClr val="0091DA"/>
    </a:custClr>
    <a:custClr name="Violet">
      <a:srgbClr val="483698"/>
    </a:custClr>
    <a:custClr name="Purple">
      <a:srgbClr val="470A68"/>
    </a:custClr>
    <a:custClr name="Light Purple">
      <a:srgbClr val="6D2077"/>
    </a:custClr>
    <a:custClr name="Green">
      <a:srgbClr val="00A3A1"/>
    </a:custClr>
    <a:custClr name="Dark Green">
      <a:srgbClr val="009A44"/>
    </a:custClr>
    <a:custClr name="Light Green">
      <a:srgbClr val="43B02A"/>
    </a:custClr>
    <a:custClr name="Yellow">
      <a:srgbClr val="EAAA00"/>
    </a:custClr>
    <a:custClr name="Orange">
      <a:srgbClr val="F68D2E"/>
    </a:custClr>
    <a:custClr name="Red ">
      <a:srgbClr val="BC204B"/>
    </a:custClr>
    <a:custClr name="Pink">
      <a:srgbClr val="C6007E"/>
    </a:custClr>
    <a:custClr name="Dark Brown">
      <a:srgbClr val="753F19"/>
    </a:custClr>
    <a:custClr name="Light Brown">
      <a:srgbClr val="9B642E"/>
    </a:custClr>
    <a:custClr name="Olive">
      <a:srgbClr val="9D9375"/>
    </a:custClr>
    <a:custClr name="Beige">
      <a:srgbClr val="E3BC9F"/>
    </a:custClr>
    <a:custClr name="Light Pink">
      <a:srgbClr val="E36877"/>
    </a:custClr>
  </a:custClrLst>
  <a:extLst>
    <a:ext uri="{05A4C25C-085E-4340-85A3-A5531E510DB2}">
      <thm15:themeFamily xmlns:thm15="http://schemas.microsoft.com/office/thememl/2012/main" name="KPMG Global Brand Refresh_Widescreen" id="{C2140D09-2037-40F7-A2F2-25A81DDF6C4B}" vid="{66156C46-C687-4B56-9D44-1F5BE2EA2B9D}"/>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item1.xml><?xml version="1.0" encoding="utf-8"?>
<p:properties xmlns:p="http://schemas.microsoft.com/office/2006/metadata/properties" xmlns:xsi="http://www.w3.org/2001/XMLSchema-instance" xmlns:pc="http://schemas.microsoft.com/office/infopath/2007/PartnerControls">
  <documentManagement>
    <SharedWithUsers xmlns="5dc8d005-620b-4e67-88e4-0092fefda20d">
      <UserInfo>
        <DisplayName>Angadi, Naveen</DisplayName>
        <AccountId>12</AccountId>
        <AccountType/>
      </UserInfo>
      <UserInfo>
        <DisplayName>Seshadri, Ram</DisplayName>
        <AccountId>11</AccountId>
        <AccountType/>
      </UserInfo>
      <UserInfo>
        <DisplayName>Wardhan, Akshay</DisplayName>
        <AccountId>25</AccountId>
        <AccountType/>
      </UserInfo>
    </SharedWithUsers>
    <lcf76f155ced4ddcb4097134ff3c332f xmlns="f8e2218d-0ff1-4c5a-963d-07f379268e16">
      <Terms xmlns="http://schemas.microsoft.com/office/infopath/2007/PartnerControls"/>
    </lcf76f155ced4ddcb4097134ff3c332f>
  </documentManagement>
</p:properties>
</file>

<file path=customXml/item2.xml><?xml version="1.0" encoding="utf-8"?>
<TemplafyTemplateConfiguration><![CDATA[{"elementsMetadata":[],"transformationConfigurations":[],"templateName":"Widescreen-template NEW BRAND 2023","templateDescription":"","enableDocumentContentUpdater":false,"version":"2.0"}]]></TemplafyTemplateConfiguration>
</file>

<file path=customXml/item3.xml><?xml version="1.0" encoding="utf-8"?>
<?mso-contentType ?>
<FormTemplates xmlns="http://schemas.microsoft.com/sharepoint/v3/contenttype/forms">
  <Display>DocumentLibraryForm</Display>
  <Edit>DocumentLibraryForm</Edit>
  <New>DocumentLibraryForm</New>
</FormTemplates>
</file>

<file path=customXml/item4.xml><?xml version="1.0" encoding="utf-8"?>
<ct:contentTypeSchema xmlns:ct="http://schemas.microsoft.com/office/2006/metadata/contentType" xmlns:ma="http://schemas.microsoft.com/office/2006/metadata/properties/metaAttributes" ct:_="" ma:_="" ma:contentTypeName="Document" ma:contentTypeID="0x01010023DFD6CB899B3C4B8E0C465C87B8CC56" ma:contentTypeVersion="13" ma:contentTypeDescription="Create a new document." ma:contentTypeScope="" ma:versionID="c63c6629f1f2a7db372f3c4a69c8564d">
  <xsd:schema xmlns:xsd="http://www.w3.org/2001/XMLSchema" xmlns:xs="http://www.w3.org/2001/XMLSchema" xmlns:p="http://schemas.microsoft.com/office/2006/metadata/properties" xmlns:ns2="f8e2218d-0ff1-4c5a-963d-07f379268e16" xmlns:ns3="5dc8d005-620b-4e67-88e4-0092fefda20d" targetNamespace="http://schemas.microsoft.com/office/2006/metadata/properties" ma:root="true" ma:fieldsID="8fa7c3675e5684a3af45392ada448b69" ns2:_="" ns3:_="">
    <xsd:import namespace="f8e2218d-0ff1-4c5a-963d-07f379268e16"/>
    <xsd:import namespace="5dc8d005-620b-4e67-88e4-0092fefda20d"/>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3:SharedWithUsers" minOccurs="0"/>
                <xsd:element ref="ns3:SharedWithDetails" minOccurs="0"/>
                <xsd:element ref="ns2:MediaServiceDateTaken" minOccurs="0"/>
                <xsd:element ref="ns2:MediaServiceGenerationTime" minOccurs="0"/>
                <xsd:element ref="ns2:MediaServiceEventHashCode" minOccurs="0"/>
                <xsd:element ref="ns2:MediaLengthInSeconds" minOccurs="0"/>
                <xsd:element ref="ns2:MediaServiceSearchProperties" minOccurs="0"/>
                <xsd:element ref="ns2:lcf76f155ced4ddcb4097134ff3c332f"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8e2218d-0ff1-4c5a-963d-07f379268e1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DateTaken" ma:index="13" nillable="true" ma:displayName="MediaServiceDateTaken" ma:hidden="true" ma:indexed="true" ma:internalName="MediaServiceDateTaken"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element name="MediaServiceSearchProperties" ma:index="17" nillable="true" ma:displayName="MediaServiceSearchProperties" ma:hidden="true" ma:internalName="MediaServiceSearchProperties" ma:readOnly="true">
      <xsd:simpleType>
        <xsd:restriction base="dms:Note"/>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8883d318-f35c-4577-94aa-4c8e836d27a7" ma:termSetId="09814cd3-568e-fe90-9814-8d621ff8fb84" ma:anchorId="fba54fb3-c3e1-fe81-a776-ca4b69148c4d" ma:open="true" ma:isKeyword="false">
      <xsd:complexType>
        <xsd:sequence>
          <xsd:element ref="pc:Terms" minOccurs="0" maxOccurs="1"/>
        </xsd:sequence>
      </xsd:complexType>
    </xsd:element>
    <xsd:element name="MediaServiceOCR" ma:index="20"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5dc8d005-620b-4e67-88e4-0092fefda20d"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5.xml><?xml version="1.0" encoding="utf-8"?>
<TemplafyFormConfiguration><![CDATA[{"formFields":[],"formDataEntries":[]}]]></TemplafyFormConfiguration>
</file>

<file path=customXml/item6.xml><?xml version="1.0" encoding="utf-8"?>
<GTBClassification>
  <attrValue xml:space="preserve">Internal</attrValue>
  <customPropName>Classification</customPropName>
  <timestamp>1/7/2026 3:04:00 PM</timestamp>
  <userName/>
  <computerName>PIL-LPTP-706283.PAGE.LOCAL</computerName>
  <guid>{f46b4802-850d-4a93-bfae-a9d1a050d467}</guid>
</GTBClassification>
</file>

<file path=customXml/itemProps1.xml><?xml version="1.0" encoding="utf-8"?>
<ds:datastoreItem xmlns:ds="http://schemas.openxmlformats.org/officeDocument/2006/customXml" ds:itemID="{D3BE772B-B3CA-4E98-B194-229402945FC4}">
  <ds:schemaRefs>
    <ds:schemaRef ds:uri="5dc8d005-620b-4e67-88e4-0092fefda20d"/>
    <ds:schemaRef ds:uri="f8e2218d-0ff1-4c5a-963d-07f379268e16"/>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E79FC02A-151C-4150-A3D4-BE76BDAB235C}">
  <ds:schemaRefs/>
</ds:datastoreItem>
</file>

<file path=customXml/itemProps3.xml><?xml version="1.0" encoding="utf-8"?>
<ds:datastoreItem xmlns:ds="http://schemas.openxmlformats.org/officeDocument/2006/customXml" ds:itemID="{EC1EAD21-4E81-43B2-9BA2-743A0D567A76}">
  <ds:schemaRefs>
    <ds:schemaRef ds:uri="http://schemas.microsoft.com/sharepoint/v3/contenttype/forms"/>
  </ds:schemaRefs>
</ds:datastoreItem>
</file>

<file path=customXml/itemProps4.xml><?xml version="1.0" encoding="utf-8"?>
<ds:datastoreItem xmlns:ds="http://schemas.openxmlformats.org/officeDocument/2006/customXml" ds:itemID="{284FC2C2-3A2F-4001-A3BC-87456CB4B8A3}">
  <ds:schemaRefs>
    <ds:schemaRef ds:uri="5dc8d005-620b-4e67-88e4-0092fefda20d"/>
    <ds:schemaRef ds:uri="f8e2218d-0ff1-4c5a-963d-07f379268e16"/>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5.xml><?xml version="1.0" encoding="utf-8"?>
<ds:datastoreItem xmlns:ds="http://schemas.openxmlformats.org/officeDocument/2006/customXml" ds:itemID="{732343A3-6443-45E5-9BF5-5704027AB623}">
  <ds:schemaRefs/>
</ds:datastoreItem>
</file>

<file path=customXml/itemProps6.xml><?xml version="1.0" encoding="utf-8"?>
<ds:datastoreItem xmlns:ds="http://schemas.openxmlformats.org/officeDocument/2006/customXml" ds:itemID="{7CF13E7C-0CBF-4D8D-8ED0-E397AE508580}">
  <ds:schemaRefs/>
</ds:datastoreItem>
</file>

<file path=docMetadata/LabelInfo.xml><?xml version="1.0" encoding="utf-8"?>
<clbl:labelList xmlns:clbl="http://schemas.microsoft.com/office/2020/mipLabelMetadata">
  <clbl:label id="{3129b2cc-4393-4691-814d-95eb8359c06c}" enabled="1" method="Standard" siteId="{deff24bb-2089-4400-8c8e-f71e680378b2}" removed="0"/>
</clbl:labelList>
</file>

<file path=docProps/app.xml><?xml version="1.0" encoding="utf-8"?>
<Properties xmlns="http://schemas.openxmlformats.org/officeDocument/2006/extended-properties" xmlns:vt="http://schemas.openxmlformats.org/officeDocument/2006/docPropsVTypes">
  <Template/>
  <TotalTime>2555</TotalTime>
  <Words>2724</Words>
  <Application>Microsoft Office PowerPoint</Application>
  <PresentationFormat>Widescreen</PresentationFormat>
  <Paragraphs>1109</Paragraphs>
  <Slides>13</Slides>
  <Notes>4</Notes>
  <HiddenSlides>0</HiddenSlides>
  <MMClips>0</MMClips>
  <ScaleCrop>false</ScaleCrop>
  <HeadingPairs>
    <vt:vector size="8" baseType="variant">
      <vt:variant>
        <vt:lpstr>Fonts Used</vt:lpstr>
      </vt:variant>
      <vt:variant>
        <vt:i4>5</vt:i4>
      </vt:variant>
      <vt:variant>
        <vt:lpstr>Theme</vt:lpstr>
      </vt:variant>
      <vt:variant>
        <vt:i4>2</vt:i4>
      </vt:variant>
      <vt:variant>
        <vt:lpstr>Embedded OLE Servers</vt:lpstr>
      </vt:variant>
      <vt:variant>
        <vt:i4>1</vt:i4>
      </vt:variant>
      <vt:variant>
        <vt:lpstr>Slide Titles</vt:lpstr>
      </vt:variant>
      <vt:variant>
        <vt:i4>13</vt:i4>
      </vt:variant>
    </vt:vector>
  </HeadingPairs>
  <TitlesOfParts>
    <vt:vector size="21" baseType="lpstr">
      <vt:lpstr>Aptos Narrow</vt:lpstr>
      <vt:lpstr>Calibri</vt:lpstr>
      <vt:lpstr>Arial</vt:lpstr>
      <vt:lpstr>Aptos</vt:lpstr>
      <vt:lpstr>KPMG Bold</vt:lpstr>
      <vt:lpstr>KPMG Widescreen [16:9] Feb 2022</vt:lpstr>
      <vt:lpstr>1_KPMG Widescreen [16:9] Feb 2022</vt:lpstr>
      <vt:lpstr>think-cell Slide</vt:lpstr>
      <vt:lpstr>Project BOLT 2.0</vt:lpstr>
      <vt:lpstr>Go Live Status</vt:lpstr>
      <vt:lpstr>PowerPoint Presentation</vt:lpstr>
      <vt:lpstr>PowerPoint Presentation</vt:lpstr>
      <vt:lpstr>AMS Status</vt:lpstr>
      <vt:lpstr>Next set of Activities</vt:lpstr>
      <vt:lpstr>EBO Activities</vt:lpstr>
      <vt:lpstr>STRIDE Activities (Pending with Page team)</vt:lpstr>
      <vt:lpstr>STRIDE Timeline</vt:lpstr>
      <vt:lpstr>Load Testing Status Update</vt:lpstr>
      <vt:lpstr>Overall Timeline</vt:lpstr>
      <vt:lpstr>Sprint-wise Plan for STRIDE</vt:lpstr>
      <vt:lpstr>PowerPoint Presentation</vt:lpstr>
    </vt:vector>
  </TitlesOfParts>
  <Company>KPMG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Wide screen template</dc:title>
  <dc:creator>White, Catherine</dc:creator>
  <cp:keywords>ClassificationData:&lt;Classification:Internal&gt;</cp:keywords>
  <cp:lastModifiedBy>Kumble, Soni</cp:lastModifiedBy>
  <cp:revision>1</cp:revision>
  <dcterms:created xsi:type="dcterms:W3CDTF">2023-03-27T02:31:15Z</dcterms:created>
  <dcterms:modified xsi:type="dcterms:W3CDTF">2026-04-29T15:50:06Z</dcterms:modified>
  <cp:category>KPMG Private</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emplafyTimeStamp">
    <vt:lpwstr>2023-03-26T20:35:53</vt:lpwstr>
  </property>
  <property fmtid="{D5CDD505-2E9C-101B-9397-08002B2CF9AE}" pid="3" name="TemplafyTenantId">
    <vt:lpwstr>kpmgindia</vt:lpwstr>
  </property>
  <property fmtid="{D5CDD505-2E9C-101B-9397-08002B2CF9AE}" pid="4" name="TemplafyTemplateId">
    <vt:lpwstr>638154597508487010</vt:lpwstr>
  </property>
  <property fmtid="{D5CDD505-2E9C-101B-9397-08002B2CF9AE}" pid="5" name="TemplafyUserProfileId">
    <vt:lpwstr>637945808312756263</vt:lpwstr>
  </property>
  <property fmtid="{D5CDD505-2E9C-101B-9397-08002B2CF9AE}" pid="6" name="TemplafyFromBlank">
    <vt:bool>true</vt:bool>
  </property>
  <property fmtid="{D5CDD505-2E9C-101B-9397-08002B2CF9AE}" pid="7" name="ContentTypeId">
    <vt:lpwstr>0x01010023DFD6CB899B3C4B8E0C465C87B8CC56</vt:lpwstr>
  </property>
  <property fmtid="{D5CDD505-2E9C-101B-9397-08002B2CF9AE}" pid="8" name="MSIP_Label_0c9c30bf-06bd-4592-974d-09fd85a61839_Enabled">
    <vt:lpwstr>true</vt:lpwstr>
  </property>
  <property fmtid="{D5CDD505-2E9C-101B-9397-08002B2CF9AE}" pid="9" name="MSIP_Label_0c9c30bf-06bd-4592-974d-09fd85a61839_SetDate">
    <vt:lpwstr>2023-08-24T14:24:23Z</vt:lpwstr>
  </property>
  <property fmtid="{D5CDD505-2E9C-101B-9397-08002B2CF9AE}" pid="10" name="MSIP_Label_0c9c30bf-06bd-4592-974d-09fd85a61839_Method">
    <vt:lpwstr>Privileged</vt:lpwstr>
  </property>
  <property fmtid="{D5CDD505-2E9C-101B-9397-08002B2CF9AE}" pid="11" name="MSIP_Label_0c9c30bf-06bd-4592-974d-09fd85a61839_Name">
    <vt:lpwstr>External-Generic Label</vt:lpwstr>
  </property>
  <property fmtid="{D5CDD505-2E9C-101B-9397-08002B2CF9AE}" pid="12" name="MSIP_Label_0c9c30bf-06bd-4592-974d-09fd85a61839_SiteId">
    <vt:lpwstr>954270f4-38c1-48f4-ae2a-8bd16d8519b9</vt:lpwstr>
  </property>
  <property fmtid="{D5CDD505-2E9C-101B-9397-08002B2CF9AE}" pid="13" name="MSIP_Label_0c9c30bf-06bd-4592-974d-09fd85a61839_ActionId">
    <vt:lpwstr>3ecb8c6d-65e5-4fa9-96bc-d3fc4a274630</vt:lpwstr>
  </property>
  <property fmtid="{D5CDD505-2E9C-101B-9397-08002B2CF9AE}" pid="14" name="MSIP_Label_0c9c30bf-06bd-4592-974d-09fd85a61839_ContentBits">
    <vt:lpwstr>2</vt:lpwstr>
  </property>
  <property fmtid="{D5CDD505-2E9C-101B-9397-08002B2CF9AE}" pid="15" name="MediaServiceImageTags">
    <vt:lpwstr/>
  </property>
  <property fmtid="{D5CDD505-2E9C-101B-9397-08002B2CF9AE}" pid="16" name="Classification">
    <vt:lpwstr>Internal</vt:lpwstr>
  </property>
  <property fmtid="{D5CDD505-2E9C-101B-9397-08002B2CF9AE}" pid="17" name="ClassifiedBy">
    <vt:lpwstr/>
  </property>
  <property fmtid="{D5CDD505-2E9C-101B-9397-08002B2CF9AE}" pid="18" name="ClassificationHost">
    <vt:lpwstr>PIL-LPTP-706283.PAGE.LOCAL</vt:lpwstr>
  </property>
  <property fmtid="{D5CDD505-2E9C-101B-9397-08002B2CF9AE}" pid="19" name="ClassificationDate">
    <vt:lpwstr>1/7/2026 3:04:00 PM</vt:lpwstr>
  </property>
  <property fmtid="{D5CDD505-2E9C-101B-9397-08002B2CF9AE}" pid="20" name="ClassificationGUID">
    <vt:lpwstr>{f46b4802-850d-4a93-bfae-a9d1a050d467}</vt:lpwstr>
  </property>
</Properties>
</file>